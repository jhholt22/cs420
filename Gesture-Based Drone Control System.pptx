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5" r:id="rId1"/>
  </p:sldMasterIdLst>
  <p:notesMasterIdLst>
    <p:notesMasterId r:id="rId8"/>
  </p:notesMasterIdLst>
  <p:sldIdLst>
    <p:sldId id="256" r:id="rId2"/>
    <p:sldId id="258" r:id="rId3"/>
    <p:sldId id="263" r:id="rId4"/>
    <p:sldId id="279" r:id="rId5"/>
    <p:sldId id="271" r:id="rId6"/>
    <p:sldId id="269" r:id="rId7"/>
  </p:sldIdLst>
  <p:sldSz cx="9144000" cy="5143500" type="screen16x9"/>
  <p:notesSz cx="6858000" cy="9144000"/>
  <p:embeddedFontLst>
    <p:embeddedFont>
      <p:font typeface="Alatsi" panose="020B0604020202020204" charset="0"/>
      <p:regular r:id="rId9"/>
    </p:embeddedFont>
    <p:embeddedFont>
      <p:font typeface="Archivo" panose="020B0604020202020204" charset="0"/>
      <p:regular r:id="rId10"/>
      <p:bold r:id="rId11"/>
      <p:italic r:id="rId12"/>
      <p:boldItalic r:id="rId13"/>
    </p:embeddedFont>
    <p:embeddedFont>
      <p:font typeface="Bebas Neue" panose="020B0606020202050201" pitchFamily="34" charset="0"/>
      <p:regular r:id="rId14"/>
    </p:embeddedFont>
    <p:embeddedFont>
      <p:font typeface="Lato" panose="020F0502020204030203" pitchFamily="3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665">
          <p15:clr>
            <a:srgbClr val="9AA0A6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DC2F95-F600-4046-AE6B-5B55FF3AC7D3}">
  <a:tblStyle styleId="{5CDC2F95-F600-4046-AE6B-5B55FF3AC7D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A8553B8-4E00-46EF-A02C-18FB4914C3C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494" autoAdjust="0"/>
  </p:normalViewPr>
  <p:slideViewPr>
    <p:cSldViewPr snapToGrid="0">
      <p:cViewPr varScale="1">
        <p:scale>
          <a:sx n="98" d="100"/>
          <a:sy n="98" d="100"/>
        </p:scale>
        <p:origin x="1488" y="58"/>
      </p:cViewPr>
      <p:guideLst>
        <p:guide orient="horz" pos="665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g1cbfaafe841_0_2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0" name="Google Shape;1490;g1cbfaafe841_0_2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6" name="Google Shape;1796;g1485a77ac1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7" name="Google Shape;1797;g1485a77ac1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5" name="Google Shape;2515;g11e151b4c5e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6" name="Google Shape;2516;g11e151b4c5e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0" name="Google Shape;3990;g1d9f17b30ad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91" name="Google Shape;3991;g1d9f17b30ad_0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3" name="Google Shape;3533;g1d9f17b30ad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4" name="Google Shape;3534;g1d9f17b30ad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3" name="Google Shape;3483;g1d9f17b30ad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4" name="Google Shape;3484;g1d9f17b30ad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 flipH="1">
            <a:off x="3048671" y="527530"/>
            <a:ext cx="6575097" cy="4016700"/>
            <a:chOff x="2682681" y="986909"/>
            <a:chExt cx="1036199" cy="633000"/>
          </a:xfrm>
        </p:grpSpPr>
        <p:sp>
          <p:nvSpPr>
            <p:cNvPr id="10" name="Google Shape;10;p2"/>
            <p:cNvSpPr/>
            <p:nvPr/>
          </p:nvSpPr>
          <p:spPr>
            <a:xfrm>
              <a:off x="2682681" y="986909"/>
              <a:ext cx="1036199" cy="633000"/>
            </a:xfrm>
            <a:custGeom>
              <a:avLst/>
              <a:gdLst/>
              <a:ahLst/>
              <a:cxnLst/>
              <a:rect l="l" t="t" r="r" b="b"/>
              <a:pathLst>
                <a:path w="83279" h="50874" extrusionOk="0">
                  <a:moveTo>
                    <a:pt x="29260" y="1"/>
                  </a:moveTo>
                  <a:cubicBezTo>
                    <a:pt x="29115" y="1"/>
                    <a:pt x="28970" y="2"/>
                    <a:pt x="28825" y="4"/>
                  </a:cubicBezTo>
                  <a:cubicBezTo>
                    <a:pt x="12914" y="237"/>
                    <a:pt x="197" y="13041"/>
                    <a:pt x="70" y="28953"/>
                  </a:cubicBezTo>
                  <a:cubicBezTo>
                    <a:pt x="0" y="37653"/>
                    <a:pt x="3737" y="45481"/>
                    <a:pt x="9713" y="50873"/>
                  </a:cubicBezTo>
                  <a:lnTo>
                    <a:pt x="77469" y="50873"/>
                  </a:lnTo>
                  <a:cubicBezTo>
                    <a:pt x="80684" y="46966"/>
                    <a:pt x="82674" y="42011"/>
                    <a:pt x="82849" y="36597"/>
                  </a:cubicBezTo>
                  <a:cubicBezTo>
                    <a:pt x="83278" y="23371"/>
                    <a:pt x="72587" y="12211"/>
                    <a:pt x="59353" y="12091"/>
                  </a:cubicBezTo>
                  <a:cubicBezTo>
                    <a:pt x="59278" y="12090"/>
                    <a:pt x="59203" y="12090"/>
                    <a:pt x="59126" y="12090"/>
                  </a:cubicBezTo>
                  <a:cubicBezTo>
                    <a:pt x="59125" y="12090"/>
                    <a:pt x="59124" y="12090"/>
                    <a:pt x="59122" y="12090"/>
                  </a:cubicBezTo>
                  <a:cubicBezTo>
                    <a:pt x="55580" y="12090"/>
                    <a:pt x="52158" y="10743"/>
                    <a:pt x="49619" y="8272"/>
                  </a:cubicBezTo>
                  <a:cubicBezTo>
                    <a:pt x="44360" y="3154"/>
                    <a:pt x="37179" y="1"/>
                    <a:pt x="29260" y="1"/>
                  </a:cubicBezTo>
                  <a:close/>
                </a:path>
              </a:pathLst>
            </a:custGeom>
            <a:solidFill>
              <a:srgbClr val="FFFFFF">
                <a:alpha val="35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3313700" y="1000146"/>
              <a:ext cx="155046" cy="109594"/>
            </a:xfrm>
            <a:custGeom>
              <a:avLst/>
              <a:gdLst/>
              <a:ahLst/>
              <a:cxnLst/>
              <a:rect l="l" t="t" r="r" b="b"/>
              <a:pathLst>
                <a:path w="12461" h="8808" extrusionOk="0">
                  <a:moveTo>
                    <a:pt x="5018" y="0"/>
                  </a:moveTo>
                  <a:cubicBezTo>
                    <a:pt x="4258" y="0"/>
                    <a:pt x="3528" y="109"/>
                    <a:pt x="2871" y="327"/>
                  </a:cubicBezTo>
                  <a:cubicBezTo>
                    <a:pt x="1543" y="769"/>
                    <a:pt x="621" y="1623"/>
                    <a:pt x="312" y="2699"/>
                  </a:cubicBezTo>
                  <a:cubicBezTo>
                    <a:pt x="1" y="3776"/>
                    <a:pt x="327" y="4990"/>
                    <a:pt x="1218" y="6070"/>
                  </a:cubicBezTo>
                  <a:cubicBezTo>
                    <a:pt x="2109" y="7152"/>
                    <a:pt x="3492" y="8013"/>
                    <a:pt x="5061" y="8464"/>
                  </a:cubicBezTo>
                  <a:cubicBezTo>
                    <a:pt x="5855" y="8693"/>
                    <a:pt x="6665" y="8808"/>
                    <a:pt x="7443" y="8808"/>
                  </a:cubicBezTo>
                  <a:cubicBezTo>
                    <a:pt x="8203" y="8808"/>
                    <a:pt x="8932" y="8699"/>
                    <a:pt x="9589" y="8480"/>
                  </a:cubicBezTo>
                  <a:cubicBezTo>
                    <a:pt x="10918" y="8038"/>
                    <a:pt x="11840" y="7186"/>
                    <a:pt x="12150" y="6108"/>
                  </a:cubicBezTo>
                  <a:cubicBezTo>
                    <a:pt x="12460" y="5031"/>
                    <a:pt x="12134" y="3819"/>
                    <a:pt x="11243" y="2737"/>
                  </a:cubicBezTo>
                  <a:cubicBezTo>
                    <a:pt x="10352" y="1657"/>
                    <a:pt x="8969" y="795"/>
                    <a:pt x="7400" y="343"/>
                  </a:cubicBezTo>
                  <a:cubicBezTo>
                    <a:pt x="6606" y="114"/>
                    <a:pt x="5796" y="0"/>
                    <a:pt x="5018" y="0"/>
                  </a:cubicBezTo>
                  <a:close/>
                </a:path>
              </a:pathLst>
            </a:custGeom>
            <a:solidFill>
              <a:srgbClr val="FFFFFF">
                <a:alpha val="35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3482832" y="1065361"/>
              <a:ext cx="62611" cy="57036"/>
            </a:xfrm>
            <a:custGeom>
              <a:avLst/>
              <a:gdLst/>
              <a:ahLst/>
              <a:cxnLst/>
              <a:rect l="l" t="t" r="r" b="b"/>
              <a:pathLst>
                <a:path w="5032" h="4584" extrusionOk="0">
                  <a:moveTo>
                    <a:pt x="2516" y="1"/>
                  </a:moveTo>
                  <a:cubicBezTo>
                    <a:pt x="1930" y="1"/>
                    <a:pt x="1343" y="225"/>
                    <a:pt x="896" y="672"/>
                  </a:cubicBezTo>
                  <a:cubicBezTo>
                    <a:pt x="1" y="1567"/>
                    <a:pt x="1" y="3018"/>
                    <a:pt x="896" y="3913"/>
                  </a:cubicBezTo>
                  <a:cubicBezTo>
                    <a:pt x="1343" y="4360"/>
                    <a:pt x="1930" y="4584"/>
                    <a:pt x="2516" y="4584"/>
                  </a:cubicBezTo>
                  <a:cubicBezTo>
                    <a:pt x="3102" y="4584"/>
                    <a:pt x="3689" y="4360"/>
                    <a:pt x="4136" y="3913"/>
                  </a:cubicBezTo>
                  <a:cubicBezTo>
                    <a:pt x="5031" y="3018"/>
                    <a:pt x="5031" y="1567"/>
                    <a:pt x="4136" y="672"/>
                  </a:cubicBezTo>
                  <a:cubicBezTo>
                    <a:pt x="3689" y="225"/>
                    <a:pt x="3102" y="1"/>
                    <a:pt x="2516" y="1"/>
                  </a:cubicBezTo>
                  <a:close/>
                </a:path>
              </a:pathLst>
            </a:custGeom>
            <a:solidFill>
              <a:srgbClr val="FFFFFF">
                <a:alpha val="35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3563100" y="545650"/>
            <a:ext cx="4865700" cy="251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3563200" y="3147025"/>
            <a:ext cx="48657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-379675" y="-110274"/>
            <a:ext cx="10584063" cy="5143488"/>
          </a:xfrm>
          <a:custGeom>
            <a:avLst/>
            <a:gdLst/>
            <a:ahLst/>
            <a:cxnLst/>
            <a:rect l="l" t="t" r="r" b="b"/>
            <a:pathLst>
              <a:path w="82047" h="39872" extrusionOk="0">
                <a:moveTo>
                  <a:pt x="47626" y="1"/>
                </a:moveTo>
                <a:cubicBezTo>
                  <a:pt x="45810" y="1"/>
                  <a:pt x="43855" y="305"/>
                  <a:pt x="41768" y="989"/>
                </a:cubicBezTo>
                <a:cubicBezTo>
                  <a:pt x="32602" y="3967"/>
                  <a:pt x="33114" y="12249"/>
                  <a:pt x="26057" y="16080"/>
                </a:cubicBezTo>
                <a:cubicBezTo>
                  <a:pt x="20892" y="18902"/>
                  <a:pt x="14936" y="18406"/>
                  <a:pt x="9539" y="22159"/>
                </a:cubicBezTo>
                <a:cubicBezTo>
                  <a:pt x="4359" y="25742"/>
                  <a:pt x="1" y="31155"/>
                  <a:pt x="2327" y="39871"/>
                </a:cubicBezTo>
                <a:lnTo>
                  <a:pt x="80278" y="39871"/>
                </a:lnTo>
                <a:cubicBezTo>
                  <a:pt x="81395" y="36925"/>
                  <a:pt x="82046" y="27510"/>
                  <a:pt x="74137" y="23338"/>
                </a:cubicBezTo>
                <a:cubicBezTo>
                  <a:pt x="66242" y="19166"/>
                  <a:pt x="64722" y="15025"/>
                  <a:pt x="62287" y="9798"/>
                </a:cubicBezTo>
                <a:cubicBezTo>
                  <a:pt x="60001" y="4939"/>
                  <a:pt x="54946" y="1"/>
                  <a:pt x="47626" y="1"/>
                </a:cubicBezTo>
                <a:close/>
              </a:path>
            </a:pathLst>
          </a:custGeom>
          <a:solidFill>
            <a:srgbClr val="FFFFFF">
              <a:alpha val="482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1"/>
          </p:nvPr>
        </p:nvSpPr>
        <p:spPr>
          <a:xfrm>
            <a:off x="720000" y="2744288"/>
            <a:ext cx="2613900" cy="44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500">
                <a:latin typeface="Alatsi"/>
                <a:ea typeface="Alatsi"/>
                <a:cs typeface="Alatsi"/>
                <a:sym typeface="Alats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2"/>
          </p:nvPr>
        </p:nvSpPr>
        <p:spPr>
          <a:xfrm>
            <a:off x="4131252" y="2744288"/>
            <a:ext cx="2613900" cy="44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500">
                <a:latin typeface="Alatsi"/>
                <a:ea typeface="Alatsi"/>
                <a:cs typeface="Alatsi"/>
                <a:sym typeface="Alats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ubTitle" idx="3"/>
          </p:nvPr>
        </p:nvSpPr>
        <p:spPr>
          <a:xfrm>
            <a:off x="720000" y="3084897"/>
            <a:ext cx="2613900" cy="8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ubTitle" idx="4"/>
          </p:nvPr>
        </p:nvSpPr>
        <p:spPr>
          <a:xfrm>
            <a:off x="4131252" y="3084897"/>
            <a:ext cx="2613900" cy="8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30" name="Google Shape;30;p5"/>
          <p:cNvGrpSpPr/>
          <p:nvPr/>
        </p:nvGrpSpPr>
        <p:grpSpPr>
          <a:xfrm>
            <a:off x="-609612" y="4089930"/>
            <a:ext cx="10436575" cy="1242270"/>
            <a:chOff x="-12" y="3708930"/>
            <a:chExt cx="10436575" cy="1242270"/>
          </a:xfrm>
        </p:grpSpPr>
        <p:grpSp>
          <p:nvGrpSpPr>
            <p:cNvPr id="31" name="Google Shape;31;p5"/>
            <p:cNvGrpSpPr/>
            <p:nvPr/>
          </p:nvGrpSpPr>
          <p:grpSpPr>
            <a:xfrm>
              <a:off x="-12" y="4147734"/>
              <a:ext cx="10436575" cy="803466"/>
              <a:chOff x="0" y="4340034"/>
              <a:chExt cx="10436575" cy="803466"/>
            </a:xfrm>
          </p:grpSpPr>
          <p:sp>
            <p:nvSpPr>
              <p:cNvPr id="32" name="Google Shape;32;p5"/>
              <p:cNvSpPr/>
              <p:nvPr/>
            </p:nvSpPr>
            <p:spPr>
              <a:xfrm rot="10800000">
                <a:off x="2007684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Google Shape;33;p5"/>
              <p:cNvSpPr/>
              <p:nvPr/>
            </p:nvSpPr>
            <p:spPr>
              <a:xfrm rot="10800000" flipH="1">
                <a:off x="0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34;p5"/>
              <p:cNvSpPr/>
              <p:nvPr/>
            </p:nvSpPr>
            <p:spPr>
              <a:xfrm rot="10800000">
                <a:off x="5184834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35;p5"/>
              <p:cNvSpPr/>
              <p:nvPr/>
            </p:nvSpPr>
            <p:spPr>
              <a:xfrm rot="10800000" flipH="1">
                <a:off x="3177150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Google Shape;36;p5"/>
              <p:cNvSpPr/>
              <p:nvPr/>
            </p:nvSpPr>
            <p:spPr>
              <a:xfrm rot="10800000">
                <a:off x="8428909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Google Shape;37;p5"/>
              <p:cNvSpPr/>
              <p:nvPr/>
            </p:nvSpPr>
            <p:spPr>
              <a:xfrm rot="10800000" flipH="1">
                <a:off x="6421225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8" name="Google Shape;38;p5"/>
            <p:cNvGrpSpPr/>
            <p:nvPr/>
          </p:nvGrpSpPr>
          <p:grpSpPr>
            <a:xfrm>
              <a:off x="6221512" y="3708930"/>
              <a:ext cx="1307895" cy="575273"/>
              <a:chOff x="2161713" y="3315239"/>
              <a:chExt cx="607984" cy="267420"/>
            </a:xfrm>
          </p:grpSpPr>
          <p:sp>
            <p:nvSpPr>
              <p:cNvPr id="39" name="Google Shape;39;p5"/>
              <p:cNvSpPr/>
              <p:nvPr/>
            </p:nvSpPr>
            <p:spPr>
              <a:xfrm>
                <a:off x="2161713" y="3351361"/>
                <a:ext cx="191789" cy="231298"/>
              </a:xfrm>
              <a:custGeom>
                <a:avLst/>
                <a:gdLst/>
                <a:ahLst/>
                <a:cxnLst/>
                <a:rect l="l" t="t" r="r" b="b"/>
                <a:pathLst>
                  <a:path w="8197" h="9874" extrusionOk="0">
                    <a:moveTo>
                      <a:pt x="7172" y="1"/>
                    </a:moveTo>
                    <a:lnTo>
                      <a:pt x="7172" y="1"/>
                    </a:lnTo>
                    <a:cubicBezTo>
                      <a:pt x="4099" y="1599"/>
                      <a:pt x="3892" y="4964"/>
                      <a:pt x="3523" y="7464"/>
                    </a:cubicBezTo>
                    <a:cubicBezTo>
                      <a:pt x="3359" y="5580"/>
                      <a:pt x="2090" y="985"/>
                      <a:pt x="0" y="616"/>
                    </a:cubicBezTo>
                    <a:lnTo>
                      <a:pt x="0" y="616"/>
                    </a:lnTo>
                    <a:cubicBezTo>
                      <a:pt x="2705" y="2746"/>
                      <a:pt x="1844" y="9874"/>
                      <a:pt x="1844" y="9874"/>
                    </a:cubicBezTo>
                    <a:lnTo>
                      <a:pt x="7909" y="9874"/>
                    </a:lnTo>
                    <a:cubicBezTo>
                      <a:pt x="8196" y="7044"/>
                      <a:pt x="7172" y="3279"/>
                      <a:pt x="7172" y="3278"/>
                    </a:cubicBezTo>
                    <a:lnTo>
                      <a:pt x="7172" y="3278"/>
                    </a:lnTo>
                    <a:cubicBezTo>
                      <a:pt x="7172" y="3279"/>
                      <a:pt x="7295" y="6966"/>
                      <a:pt x="5819" y="7704"/>
                    </a:cubicBezTo>
                    <a:cubicBezTo>
                      <a:pt x="5123" y="6351"/>
                      <a:pt x="5328" y="2131"/>
                      <a:pt x="7172" y="1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40;p5"/>
              <p:cNvSpPr/>
              <p:nvPr/>
            </p:nvSpPr>
            <p:spPr>
              <a:xfrm>
                <a:off x="2378304" y="3315239"/>
                <a:ext cx="217878" cy="267420"/>
              </a:xfrm>
              <a:custGeom>
                <a:avLst/>
                <a:gdLst/>
                <a:ahLst/>
                <a:cxnLst/>
                <a:rect l="l" t="t" r="r" b="b"/>
                <a:pathLst>
                  <a:path w="9312" h="11416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5510" y="2559"/>
                      <a:pt x="2346" y="11416"/>
                      <a:pt x="2346" y="11416"/>
                    </a:cubicBezTo>
                    <a:lnTo>
                      <a:pt x="7642" y="11416"/>
                    </a:lnTo>
                    <a:cubicBezTo>
                      <a:pt x="7642" y="11416"/>
                      <a:pt x="5118" y="3709"/>
                      <a:pt x="9312" y="1102"/>
                    </a:cubicBezTo>
                    <a:lnTo>
                      <a:pt x="9312" y="1102"/>
                    </a:lnTo>
                    <a:cubicBezTo>
                      <a:pt x="6368" y="1913"/>
                      <a:pt x="5407" y="4656"/>
                      <a:pt x="5300" y="9241"/>
                    </a:cubicBezTo>
                    <a:cubicBezTo>
                      <a:pt x="4768" y="2950"/>
                      <a:pt x="2098" y="533"/>
                      <a:pt x="1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5"/>
              <p:cNvSpPr/>
              <p:nvPr/>
            </p:nvSpPr>
            <p:spPr>
              <a:xfrm>
                <a:off x="2587220" y="3358716"/>
                <a:ext cx="182477" cy="223943"/>
              </a:xfrm>
              <a:custGeom>
                <a:avLst/>
                <a:gdLst/>
                <a:ahLst/>
                <a:cxnLst/>
                <a:rect l="l" t="t" r="r" b="b"/>
                <a:pathLst>
                  <a:path w="7799" h="9560" extrusionOk="0">
                    <a:moveTo>
                      <a:pt x="7799" y="0"/>
                    </a:moveTo>
                    <a:lnTo>
                      <a:pt x="7799" y="0"/>
                    </a:lnTo>
                    <a:cubicBezTo>
                      <a:pt x="6042" y="447"/>
                      <a:pt x="3806" y="2471"/>
                      <a:pt x="3360" y="7739"/>
                    </a:cubicBezTo>
                    <a:cubicBezTo>
                      <a:pt x="3271" y="3901"/>
                      <a:pt x="2466" y="1603"/>
                      <a:pt x="0" y="923"/>
                    </a:cubicBezTo>
                    <a:lnTo>
                      <a:pt x="0" y="923"/>
                    </a:lnTo>
                    <a:cubicBezTo>
                      <a:pt x="3513" y="3107"/>
                      <a:pt x="1399" y="9560"/>
                      <a:pt x="1399" y="9560"/>
                    </a:cubicBezTo>
                    <a:lnTo>
                      <a:pt x="5835" y="9560"/>
                    </a:lnTo>
                    <a:cubicBezTo>
                      <a:pt x="5835" y="9560"/>
                      <a:pt x="3186" y="2144"/>
                      <a:pt x="7799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42;p5"/>
              <p:cNvSpPr/>
              <p:nvPr/>
            </p:nvSpPr>
            <p:spPr>
              <a:xfrm>
                <a:off x="2321682" y="3399054"/>
                <a:ext cx="152388" cy="183605"/>
              </a:xfrm>
              <a:custGeom>
                <a:avLst/>
                <a:gdLst/>
                <a:ahLst/>
                <a:cxnLst/>
                <a:rect l="l" t="t" r="r" b="b"/>
                <a:pathLst>
                  <a:path w="6513" h="7838" extrusionOk="0">
                    <a:moveTo>
                      <a:pt x="6513" y="0"/>
                    </a:moveTo>
                    <a:lnTo>
                      <a:pt x="6513" y="0"/>
                    </a:lnTo>
                    <a:cubicBezTo>
                      <a:pt x="2237" y="1667"/>
                      <a:pt x="2572" y="6951"/>
                      <a:pt x="2572" y="6951"/>
                    </a:cubicBezTo>
                    <a:cubicBezTo>
                      <a:pt x="2572" y="6951"/>
                      <a:pt x="1771" y="2944"/>
                      <a:pt x="3140" y="1174"/>
                    </a:cubicBezTo>
                    <a:lnTo>
                      <a:pt x="3140" y="1174"/>
                    </a:lnTo>
                    <a:cubicBezTo>
                      <a:pt x="1" y="2977"/>
                      <a:pt x="1069" y="7838"/>
                      <a:pt x="1069" y="7838"/>
                    </a:cubicBezTo>
                    <a:lnTo>
                      <a:pt x="1069" y="7837"/>
                    </a:lnTo>
                    <a:lnTo>
                      <a:pt x="5578" y="7837"/>
                    </a:lnTo>
                    <a:cubicBezTo>
                      <a:pt x="5578" y="7837"/>
                      <a:pt x="3707" y="3277"/>
                      <a:pt x="6513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43;p5"/>
              <p:cNvSpPr/>
              <p:nvPr/>
            </p:nvSpPr>
            <p:spPr>
              <a:xfrm>
                <a:off x="2514150" y="3328451"/>
                <a:ext cx="164414" cy="254208"/>
              </a:xfrm>
              <a:custGeom>
                <a:avLst/>
                <a:gdLst/>
                <a:ahLst/>
                <a:cxnLst/>
                <a:rect l="l" t="t" r="r" b="b"/>
                <a:pathLst>
                  <a:path w="7027" h="10852" extrusionOk="0">
                    <a:moveTo>
                      <a:pt x="7027" y="0"/>
                    </a:moveTo>
                    <a:lnTo>
                      <a:pt x="7027" y="0"/>
                    </a:lnTo>
                    <a:cubicBezTo>
                      <a:pt x="3755" y="1988"/>
                      <a:pt x="2954" y="9623"/>
                      <a:pt x="2954" y="9623"/>
                    </a:cubicBezTo>
                    <a:cubicBezTo>
                      <a:pt x="2954" y="9623"/>
                      <a:pt x="1950" y="2100"/>
                      <a:pt x="1" y="1563"/>
                    </a:cubicBezTo>
                    <a:lnTo>
                      <a:pt x="1" y="1563"/>
                    </a:lnTo>
                    <a:cubicBezTo>
                      <a:pt x="2751" y="6649"/>
                      <a:pt x="831" y="10852"/>
                      <a:pt x="831" y="10852"/>
                    </a:cubicBezTo>
                    <a:lnTo>
                      <a:pt x="5468" y="10852"/>
                    </a:lnTo>
                    <a:cubicBezTo>
                      <a:pt x="5468" y="10852"/>
                      <a:pt x="2924" y="5144"/>
                      <a:pt x="7027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4" name="Google Shape;44;p5"/>
            <p:cNvGrpSpPr/>
            <p:nvPr/>
          </p:nvGrpSpPr>
          <p:grpSpPr>
            <a:xfrm>
              <a:off x="2631902" y="3737325"/>
              <a:ext cx="767639" cy="575285"/>
              <a:chOff x="1286413" y="3306853"/>
              <a:chExt cx="450519" cy="337648"/>
            </a:xfrm>
          </p:grpSpPr>
          <p:sp>
            <p:nvSpPr>
              <p:cNvPr id="45" name="Google Shape;45;p5"/>
              <p:cNvSpPr/>
              <p:nvPr/>
            </p:nvSpPr>
            <p:spPr>
              <a:xfrm>
                <a:off x="1357869" y="3306853"/>
                <a:ext cx="275108" cy="337625"/>
              </a:xfrm>
              <a:custGeom>
                <a:avLst/>
                <a:gdLst/>
                <a:ahLst/>
                <a:cxnLst/>
                <a:rect l="l" t="t" r="r" b="b"/>
                <a:pathLst>
                  <a:path w="11758" h="14413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6955" y="3231"/>
                      <a:pt x="2962" y="14412"/>
                      <a:pt x="2962" y="14412"/>
                    </a:cubicBezTo>
                    <a:lnTo>
                      <a:pt x="9648" y="14412"/>
                    </a:lnTo>
                    <a:cubicBezTo>
                      <a:pt x="9648" y="14412"/>
                      <a:pt x="6461" y="4682"/>
                      <a:pt x="11757" y="1391"/>
                    </a:cubicBezTo>
                    <a:lnTo>
                      <a:pt x="11757" y="1391"/>
                    </a:lnTo>
                    <a:cubicBezTo>
                      <a:pt x="8039" y="2415"/>
                      <a:pt x="6825" y="5880"/>
                      <a:pt x="6691" y="11668"/>
                    </a:cubicBezTo>
                    <a:cubicBezTo>
                      <a:pt x="6018" y="3724"/>
                      <a:pt x="2648" y="673"/>
                      <a:pt x="0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Google Shape;46;p5"/>
              <p:cNvSpPr/>
              <p:nvPr/>
            </p:nvSpPr>
            <p:spPr>
              <a:xfrm>
                <a:off x="1286413" y="3412664"/>
                <a:ext cx="192374" cy="231814"/>
              </a:xfrm>
              <a:custGeom>
                <a:avLst/>
                <a:gdLst/>
                <a:ahLst/>
                <a:cxnLst/>
                <a:rect l="l" t="t" r="r" b="b"/>
                <a:pathLst>
                  <a:path w="8222" h="9896" extrusionOk="0">
                    <a:moveTo>
                      <a:pt x="8222" y="1"/>
                    </a:moveTo>
                    <a:lnTo>
                      <a:pt x="8222" y="1"/>
                    </a:lnTo>
                    <a:cubicBezTo>
                      <a:pt x="2825" y="2105"/>
                      <a:pt x="3247" y="8774"/>
                      <a:pt x="3247" y="8774"/>
                    </a:cubicBezTo>
                    <a:cubicBezTo>
                      <a:pt x="3247" y="8774"/>
                      <a:pt x="2235" y="3716"/>
                      <a:pt x="3963" y="1482"/>
                    </a:cubicBezTo>
                    <a:lnTo>
                      <a:pt x="3963" y="1482"/>
                    </a:lnTo>
                    <a:cubicBezTo>
                      <a:pt x="1" y="3758"/>
                      <a:pt x="1350" y="9895"/>
                      <a:pt x="1350" y="9895"/>
                    </a:cubicBezTo>
                    <a:lnTo>
                      <a:pt x="1350" y="9894"/>
                    </a:lnTo>
                    <a:lnTo>
                      <a:pt x="7041" y="9894"/>
                    </a:lnTo>
                    <a:cubicBezTo>
                      <a:pt x="7041" y="9894"/>
                      <a:pt x="4682" y="4138"/>
                      <a:pt x="8222" y="1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Google Shape;47;p5"/>
              <p:cNvSpPr/>
              <p:nvPr/>
            </p:nvSpPr>
            <p:spPr>
              <a:xfrm>
                <a:off x="1529349" y="3323555"/>
                <a:ext cx="207583" cy="320946"/>
              </a:xfrm>
              <a:custGeom>
                <a:avLst/>
                <a:gdLst/>
                <a:ahLst/>
                <a:cxnLst/>
                <a:rect l="l" t="t" r="r" b="b"/>
                <a:pathLst>
                  <a:path w="8872" h="13701" extrusionOk="0">
                    <a:moveTo>
                      <a:pt x="8872" y="0"/>
                    </a:moveTo>
                    <a:lnTo>
                      <a:pt x="8872" y="0"/>
                    </a:lnTo>
                    <a:cubicBezTo>
                      <a:pt x="4741" y="2510"/>
                      <a:pt x="3730" y="12147"/>
                      <a:pt x="3730" y="12147"/>
                    </a:cubicBezTo>
                    <a:cubicBezTo>
                      <a:pt x="3730" y="12147"/>
                      <a:pt x="2463" y="2651"/>
                      <a:pt x="1" y="1973"/>
                    </a:cubicBezTo>
                    <a:lnTo>
                      <a:pt x="1" y="1973"/>
                    </a:lnTo>
                    <a:cubicBezTo>
                      <a:pt x="3473" y="8392"/>
                      <a:pt x="1049" y="13699"/>
                      <a:pt x="1049" y="13699"/>
                    </a:cubicBezTo>
                    <a:lnTo>
                      <a:pt x="6905" y="13700"/>
                    </a:lnTo>
                    <a:cubicBezTo>
                      <a:pt x="6905" y="13700"/>
                      <a:pt x="3693" y="6494"/>
                      <a:pt x="8872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" name="Google Shape;48;p5"/>
          <p:cNvGrpSpPr/>
          <p:nvPr/>
        </p:nvGrpSpPr>
        <p:grpSpPr>
          <a:xfrm>
            <a:off x="-1255837" y="4327300"/>
            <a:ext cx="10436575" cy="1197200"/>
            <a:chOff x="-646237" y="3946300"/>
            <a:chExt cx="10436575" cy="1197200"/>
          </a:xfrm>
        </p:grpSpPr>
        <p:grpSp>
          <p:nvGrpSpPr>
            <p:cNvPr id="49" name="Google Shape;49;p5"/>
            <p:cNvGrpSpPr/>
            <p:nvPr/>
          </p:nvGrpSpPr>
          <p:grpSpPr>
            <a:xfrm>
              <a:off x="-646237" y="4340034"/>
              <a:ext cx="10436575" cy="803466"/>
              <a:chOff x="0" y="4340034"/>
              <a:chExt cx="10436575" cy="803466"/>
            </a:xfrm>
          </p:grpSpPr>
          <p:sp>
            <p:nvSpPr>
              <p:cNvPr id="50" name="Google Shape;50;p5"/>
              <p:cNvSpPr/>
              <p:nvPr/>
            </p:nvSpPr>
            <p:spPr>
              <a:xfrm rot="10800000">
                <a:off x="2007684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51;p5"/>
              <p:cNvSpPr/>
              <p:nvPr/>
            </p:nvSpPr>
            <p:spPr>
              <a:xfrm rot="10800000" flipH="1">
                <a:off x="0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52;p5"/>
              <p:cNvSpPr/>
              <p:nvPr/>
            </p:nvSpPr>
            <p:spPr>
              <a:xfrm rot="10800000">
                <a:off x="5184834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5"/>
              <p:cNvSpPr/>
              <p:nvPr/>
            </p:nvSpPr>
            <p:spPr>
              <a:xfrm rot="10800000" flipH="1">
                <a:off x="3177150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54;p5"/>
              <p:cNvSpPr/>
              <p:nvPr/>
            </p:nvSpPr>
            <p:spPr>
              <a:xfrm rot="10800000">
                <a:off x="8428909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55;p5"/>
              <p:cNvSpPr/>
              <p:nvPr/>
            </p:nvSpPr>
            <p:spPr>
              <a:xfrm rot="10800000" flipH="1">
                <a:off x="6421225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6" name="Google Shape;56;p5"/>
            <p:cNvGrpSpPr/>
            <p:nvPr/>
          </p:nvGrpSpPr>
          <p:grpSpPr>
            <a:xfrm>
              <a:off x="3964812" y="4033230"/>
              <a:ext cx="1307895" cy="575273"/>
              <a:chOff x="2161713" y="3315239"/>
              <a:chExt cx="607984" cy="267420"/>
            </a:xfrm>
          </p:grpSpPr>
          <p:sp>
            <p:nvSpPr>
              <p:cNvPr id="57" name="Google Shape;57;p5"/>
              <p:cNvSpPr/>
              <p:nvPr/>
            </p:nvSpPr>
            <p:spPr>
              <a:xfrm>
                <a:off x="2161713" y="3351361"/>
                <a:ext cx="191789" cy="231298"/>
              </a:xfrm>
              <a:custGeom>
                <a:avLst/>
                <a:gdLst/>
                <a:ahLst/>
                <a:cxnLst/>
                <a:rect l="l" t="t" r="r" b="b"/>
                <a:pathLst>
                  <a:path w="8197" h="9874" extrusionOk="0">
                    <a:moveTo>
                      <a:pt x="7172" y="1"/>
                    </a:moveTo>
                    <a:lnTo>
                      <a:pt x="7172" y="1"/>
                    </a:lnTo>
                    <a:cubicBezTo>
                      <a:pt x="4099" y="1599"/>
                      <a:pt x="3892" y="4964"/>
                      <a:pt x="3523" y="7464"/>
                    </a:cubicBezTo>
                    <a:cubicBezTo>
                      <a:pt x="3359" y="5580"/>
                      <a:pt x="2090" y="985"/>
                      <a:pt x="0" y="616"/>
                    </a:cubicBezTo>
                    <a:lnTo>
                      <a:pt x="0" y="616"/>
                    </a:lnTo>
                    <a:cubicBezTo>
                      <a:pt x="2705" y="2746"/>
                      <a:pt x="1844" y="9874"/>
                      <a:pt x="1844" y="9874"/>
                    </a:cubicBezTo>
                    <a:lnTo>
                      <a:pt x="7909" y="9874"/>
                    </a:lnTo>
                    <a:cubicBezTo>
                      <a:pt x="8196" y="7044"/>
                      <a:pt x="7172" y="3279"/>
                      <a:pt x="7172" y="3278"/>
                    </a:cubicBezTo>
                    <a:lnTo>
                      <a:pt x="7172" y="3278"/>
                    </a:lnTo>
                    <a:cubicBezTo>
                      <a:pt x="7172" y="3279"/>
                      <a:pt x="7295" y="6966"/>
                      <a:pt x="5819" y="7704"/>
                    </a:cubicBezTo>
                    <a:cubicBezTo>
                      <a:pt x="5123" y="6351"/>
                      <a:pt x="5328" y="2131"/>
                      <a:pt x="7172" y="1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58;p5"/>
              <p:cNvSpPr/>
              <p:nvPr/>
            </p:nvSpPr>
            <p:spPr>
              <a:xfrm>
                <a:off x="2378304" y="3315239"/>
                <a:ext cx="217878" cy="267420"/>
              </a:xfrm>
              <a:custGeom>
                <a:avLst/>
                <a:gdLst/>
                <a:ahLst/>
                <a:cxnLst/>
                <a:rect l="l" t="t" r="r" b="b"/>
                <a:pathLst>
                  <a:path w="9312" h="11416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5510" y="2559"/>
                      <a:pt x="2346" y="11416"/>
                      <a:pt x="2346" y="11416"/>
                    </a:cubicBezTo>
                    <a:lnTo>
                      <a:pt x="7642" y="11416"/>
                    </a:lnTo>
                    <a:cubicBezTo>
                      <a:pt x="7642" y="11416"/>
                      <a:pt x="5118" y="3709"/>
                      <a:pt x="9312" y="1102"/>
                    </a:cubicBezTo>
                    <a:lnTo>
                      <a:pt x="9312" y="1102"/>
                    </a:lnTo>
                    <a:cubicBezTo>
                      <a:pt x="6368" y="1913"/>
                      <a:pt x="5407" y="4656"/>
                      <a:pt x="5300" y="9241"/>
                    </a:cubicBezTo>
                    <a:cubicBezTo>
                      <a:pt x="4768" y="2950"/>
                      <a:pt x="2098" y="533"/>
                      <a:pt x="1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59;p5"/>
              <p:cNvSpPr/>
              <p:nvPr/>
            </p:nvSpPr>
            <p:spPr>
              <a:xfrm>
                <a:off x="2587220" y="3358716"/>
                <a:ext cx="182477" cy="223943"/>
              </a:xfrm>
              <a:custGeom>
                <a:avLst/>
                <a:gdLst/>
                <a:ahLst/>
                <a:cxnLst/>
                <a:rect l="l" t="t" r="r" b="b"/>
                <a:pathLst>
                  <a:path w="7799" h="9560" extrusionOk="0">
                    <a:moveTo>
                      <a:pt x="7799" y="0"/>
                    </a:moveTo>
                    <a:lnTo>
                      <a:pt x="7799" y="0"/>
                    </a:lnTo>
                    <a:cubicBezTo>
                      <a:pt x="6042" y="447"/>
                      <a:pt x="3806" y="2471"/>
                      <a:pt x="3360" y="7739"/>
                    </a:cubicBezTo>
                    <a:cubicBezTo>
                      <a:pt x="3271" y="3901"/>
                      <a:pt x="2466" y="1603"/>
                      <a:pt x="0" y="923"/>
                    </a:cubicBezTo>
                    <a:lnTo>
                      <a:pt x="0" y="923"/>
                    </a:lnTo>
                    <a:cubicBezTo>
                      <a:pt x="3513" y="3107"/>
                      <a:pt x="1399" y="9560"/>
                      <a:pt x="1399" y="9560"/>
                    </a:cubicBezTo>
                    <a:lnTo>
                      <a:pt x="5835" y="9560"/>
                    </a:lnTo>
                    <a:cubicBezTo>
                      <a:pt x="5835" y="9560"/>
                      <a:pt x="3186" y="2144"/>
                      <a:pt x="7799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60;p5"/>
              <p:cNvSpPr/>
              <p:nvPr/>
            </p:nvSpPr>
            <p:spPr>
              <a:xfrm>
                <a:off x="2321682" y="3399054"/>
                <a:ext cx="152388" cy="183605"/>
              </a:xfrm>
              <a:custGeom>
                <a:avLst/>
                <a:gdLst/>
                <a:ahLst/>
                <a:cxnLst/>
                <a:rect l="l" t="t" r="r" b="b"/>
                <a:pathLst>
                  <a:path w="6513" h="7838" extrusionOk="0">
                    <a:moveTo>
                      <a:pt x="6513" y="0"/>
                    </a:moveTo>
                    <a:lnTo>
                      <a:pt x="6513" y="0"/>
                    </a:lnTo>
                    <a:cubicBezTo>
                      <a:pt x="2237" y="1667"/>
                      <a:pt x="2572" y="6951"/>
                      <a:pt x="2572" y="6951"/>
                    </a:cubicBezTo>
                    <a:cubicBezTo>
                      <a:pt x="2572" y="6951"/>
                      <a:pt x="1771" y="2944"/>
                      <a:pt x="3140" y="1174"/>
                    </a:cubicBezTo>
                    <a:lnTo>
                      <a:pt x="3140" y="1174"/>
                    </a:lnTo>
                    <a:cubicBezTo>
                      <a:pt x="1" y="2977"/>
                      <a:pt x="1069" y="7838"/>
                      <a:pt x="1069" y="7838"/>
                    </a:cubicBezTo>
                    <a:lnTo>
                      <a:pt x="1069" y="7837"/>
                    </a:lnTo>
                    <a:lnTo>
                      <a:pt x="5578" y="7837"/>
                    </a:lnTo>
                    <a:cubicBezTo>
                      <a:pt x="5578" y="7837"/>
                      <a:pt x="3707" y="3277"/>
                      <a:pt x="6513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61;p5"/>
              <p:cNvSpPr/>
              <p:nvPr/>
            </p:nvSpPr>
            <p:spPr>
              <a:xfrm>
                <a:off x="2514150" y="3328451"/>
                <a:ext cx="164414" cy="254208"/>
              </a:xfrm>
              <a:custGeom>
                <a:avLst/>
                <a:gdLst/>
                <a:ahLst/>
                <a:cxnLst/>
                <a:rect l="l" t="t" r="r" b="b"/>
                <a:pathLst>
                  <a:path w="7027" h="10852" extrusionOk="0">
                    <a:moveTo>
                      <a:pt x="7027" y="0"/>
                    </a:moveTo>
                    <a:lnTo>
                      <a:pt x="7027" y="0"/>
                    </a:lnTo>
                    <a:cubicBezTo>
                      <a:pt x="3755" y="1988"/>
                      <a:pt x="2954" y="9623"/>
                      <a:pt x="2954" y="9623"/>
                    </a:cubicBezTo>
                    <a:cubicBezTo>
                      <a:pt x="2954" y="9623"/>
                      <a:pt x="1950" y="2100"/>
                      <a:pt x="1" y="1563"/>
                    </a:cubicBezTo>
                    <a:lnTo>
                      <a:pt x="1" y="1563"/>
                    </a:lnTo>
                    <a:cubicBezTo>
                      <a:pt x="2751" y="6649"/>
                      <a:pt x="831" y="10852"/>
                      <a:pt x="831" y="10852"/>
                    </a:cubicBezTo>
                    <a:lnTo>
                      <a:pt x="5468" y="10852"/>
                    </a:lnTo>
                    <a:cubicBezTo>
                      <a:pt x="5468" y="10852"/>
                      <a:pt x="2924" y="5144"/>
                      <a:pt x="7027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2" name="Google Shape;62;p5"/>
            <p:cNvGrpSpPr/>
            <p:nvPr/>
          </p:nvGrpSpPr>
          <p:grpSpPr>
            <a:xfrm>
              <a:off x="218815" y="3946300"/>
              <a:ext cx="767639" cy="575285"/>
              <a:chOff x="1286413" y="3306853"/>
              <a:chExt cx="450519" cy="337648"/>
            </a:xfrm>
          </p:grpSpPr>
          <p:sp>
            <p:nvSpPr>
              <p:cNvPr id="63" name="Google Shape;63;p5"/>
              <p:cNvSpPr/>
              <p:nvPr/>
            </p:nvSpPr>
            <p:spPr>
              <a:xfrm>
                <a:off x="1357869" y="3306853"/>
                <a:ext cx="275108" cy="337625"/>
              </a:xfrm>
              <a:custGeom>
                <a:avLst/>
                <a:gdLst/>
                <a:ahLst/>
                <a:cxnLst/>
                <a:rect l="l" t="t" r="r" b="b"/>
                <a:pathLst>
                  <a:path w="11758" h="14413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6955" y="3231"/>
                      <a:pt x="2962" y="14412"/>
                      <a:pt x="2962" y="14412"/>
                    </a:cubicBezTo>
                    <a:lnTo>
                      <a:pt x="9648" y="14412"/>
                    </a:lnTo>
                    <a:cubicBezTo>
                      <a:pt x="9648" y="14412"/>
                      <a:pt x="6461" y="4682"/>
                      <a:pt x="11757" y="1391"/>
                    </a:cubicBezTo>
                    <a:lnTo>
                      <a:pt x="11757" y="1391"/>
                    </a:lnTo>
                    <a:cubicBezTo>
                      <a:pt x="8039" y="2415"/>
                      <a:pt x="6825" y="5880"/>
                      <a:pt x="6691" y="11668"/>
                    </a:cubicBezTo>
                    <a:cubicBezTo>
                      <a:pt x="6018" y="3724"/>
                      <a:pt x="2648" y="673"/>
                      <a:pt x="0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5"/>
              <p:cNvSpPr/>
              <p:nvPr/>
            </p:nvSpPr>
            <p:spPr>
              <a:xfrm>
                <a:off x="1286413" y="3412664"/>
                <a:ext cx="192374" cy="231814"/>
              </a:xfrm>
              <a:custGeom>
                <a:avLst/>
                <a:gdLst/>
                <a:ahLst/>
                <a:cxnLst/>
                <a:rect l="l" t="t" r="r" b="b"/>
                <a:pathLst>
                  <a:path w="8222" h="9896" extrusionOk="0">
                    <a:moveTo>
                      <a:pt x="8222" y="1"/>
                    </a:moveTo>
                    <a:lnTo>
                      <a:pt x="8222" y="1"/>
                    </a:lnTo>
                    <a:cubicBezTo>
                      <a:pt x="2825" y="2105"/>
                      <a:pt x="3247" y="8774"/>
                      <a:pt x="3247" y="8774"/>
                    </a:cubicBezTo>
                    <a:cubicBezTo>
                      <a:pt x="3247" y="8774"/>
                      <a:pt x="2235" y="3716"/>
                      <a:pt x="3963" y="1482"/>
                    </a:cubicBezTo>
                    <a:lnTo>
                      <a:pt x="3963" y="1482"/>
                    </a:lnTo>
                    <a:cubicBezTo>
                      <a:pt x="1" y="3758"/>
                      <a:pt x="1350" y="9895"/>
                      <a:pt x="1350" y="9895"/>
                    </a:cubicBezTo>
                    <a:lnTo>
                      <a:pt x="1350" y="9894"/>
                    </a:lnTo>
                    <a:lnTo>
                      <a:pt x="7041" y="9894"/>
                    </a:lnTo>
                    <a:cubicBezTo>
                      <a:pt x="7041" y="9894"/>
                      <a:pt x="4682" y="4138"/>
                      <a:pt x="8222" y="1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Google Shape;65;p5"/>
              <p:cNvSpPr/>
              <p:nvPr/>
            </p:nvSpPr>
            <p:spPr>
              <a:xfrm>
                <a:off x="1529349" y="3323555"/>
                <a:ext cx="207583" cy="320946"/>
              </a:xfrm>
              <a:custGeom>
                <a:avLst/>
                <a:gdLst/>
                <a:ahLst/>
                <a:cxnLst/>
                <a:rect l="l" t="t" r="r" b="b"/>
                <a:pathLst>
                  <a:path w="8872" h="13701" extrusionOk="0">
                    <a:moveTo>
                      <a:pt x="8872" y="0"/>
                    </a:moveTo>
                    <a:lnTo>
                      <a:pt x="8872" y="0"/>
                    </a:lnTo>
                    <a:cubicBezTo>
                      <a:pt x="4741" y="2510"/>
                      <a:pt x="3730" y="12147"/>
                      <a:pt x="3730" y="12147"/>
                    </a:cubicBezTo>
                    <a:cubicBezTo>
                      <a:pt x="3730" y="12147"/>
                      <a:pt x="2463" y="2651"/>
                      <a:pt x="1" y="1973"/>
                    </a:cubicBezTo>
                    <a:lnTo>
                      <a:pt x="1" y="1973"/>
                    </a:lnTo>
                    <a:cubicBezTo>
                      <a:pt x="3473" y="8392"/>
                      <a:pt x="1049" y="13699"/>
                      <a:pt x="1049" y="13699"/>
                    </a:cubicBezTo>
                    <a:lnTo>
                      <a:pt x="6905" y="13700"/>
                    </a:lnTo>
                    <a:cubicBezTo>
                      <a:pt x="6905" y="13700"/>
                      <a:pt x="3693" y="6494"/>
                      <a:pt x="8872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6" name="Google Shape;66;p5"/>
            <p:cNvGrpSpPr/>
            <p:nvPr/>
          </p:nvGrpSpPr>
          <p:grpSpPr>
            <a:xfrm>
              <a:off x="8251040" y="3946300"/>
              <a:ext cx="767639" cy="575285"/>
              <a:chOff x="1286413" y="3306853"/>
              <a:chExt cx="450519" cy="337648"/>
            </a:xfrm>
          </p:grpSpPr>
          <p:sp>
            <p:nvSpPr>
              <p:cNvPr id="67" name="Google Shape;67;p5"/>
              <p:cNvSpPr/>
              <p:nvPr/>
            </p:nvSpPr>
            <p:spPr>
              <a:xfrm>
                <a:off x="1357869" y="3306853"/>
                <a:ext cx="275108" cy="337625"/>
              </a:xfrm>
              <a:custGeom>
                <a:avLst/>
                <a:gdLst/>
                <a:ahLst/>
                <a:cxnLst/>
                <a:rect l="l" t="t" r="r" b="b"/>
                <a:pathLst>
                  <a:path w="11758" h="14413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6955" y="3231"/>
                      <a:pt x="2962" y="14412"/>
                      <a:pt x="2962" y="14412"/>
                    </a:cubicBezTo>
                    <a:lnTo>
                      <a:pt x="9648" y="14412"/>
                    </a:lnTo>
                    <a:cubicBezTo>
                      <a:pt x="9648" y="14412"/>
                      <a:pt x="6461" y="4682"/>
                      <a:pt x="11757" y="1391"/>
                    </a:cubicBezTo>
                    <a:lnTo>
                      <a:pt x="11757" y="1391"/>
                    </a:lnTo>
                    <a:cubicBezTo>
                      <a:pt x="8039" y="2415"/>
                      <a:pt x="6825" y="5880"/>
                      <a:pt x="6691" y="11668"/>
                    </a:cubicBezTo>
                    <a:cubicBezTo>
                      <a:pt x="6018" y="3724"/>
                      <a:pt x="2648" y="673"/>
                      <a:pt x="0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5"/>
              <p:cNvSpPr/>
              <p:nvPr/>
            </p:nvSpPr>
            <p:spPr>
              <a:xfrm>
                <a:off x="1286413" y="3412664"/>
                <a:ext cx="192374" cy="231814"/>
              </a:xfrm>
              <a:custGeom>
                <a:avLst/>
                <a:gdLst/>
                <a:ahLst/>
                <a:cxnLst/>
                <a:rect l="l" t="t" r="r" b="b"/>
                <a:pathLst>
                  <a:path w="8222" h="9896" extrusionOk="0">
                    <a:moveTo>
                      <a:pt x="8222" y="1"/>
                    </a:moveTo>
                    <a:lnTo>
                      <a:pt x="8222" y="1"/>
                    </a:lnTo>
                    <a:cubicBezTo>
                      <a:pt x="2825" y="2105"/>
                      <a:pt x="3247" y="8774"/>
                      <a:pt x="3247" y="8774"/>
                    </a:cubicBezTo>
                    <a:cubicBezTo>
                      <a:pt x="3247" y="8774"/>
                      <a:pt x="2235" y="3716"/>
                      <a:pt x="3963" y="1482"/>
                    </a:cubicBezTo>
                    <a:lnTo>
                      <a:pt x="3963" y="1482"/>
                    </a:lnTo>
                    <a:cubicBezTo>
                      <a:pt x="1" y="3758"/>
                      <a:pt x="1350" y="9895"/>
                      <a:pt x="1350" y="9895"/>
                    </a:cubicBezTo>
                    <a:lnTo>
                      <a:pt x="1350" y="9894"/>
                    </a:lnTo>
                    <a:lnTo>
                      <a:pt x="7041" y="9894"/>
                    </a:lnTo>
                    <a:cubicBezTo>
                      <a:pt x="7041" y="9894"/>
                      <a:pt x="4682" y="4138"/>
                      <a:pt x="8222" y="1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Google Shape;69;p5"/>
              <p:cNvSpPr/>
              <p:nvPr/>
            </p:nvSpPr>
            <p:spPr>
              <a:xfrm>
                <a:off x="1529349" y="3323555"/>
                <a:ext cx="207583" cy="320946"/>
              </a:xfrm>
              <a:custGeom>
                <a:avLst/>
                <a:gdLst/>
                <a:ahLst/>
                <a:cxnLst/>
                <a:rect l="l" t="t" r="r" b="b"/>
                <a:pathLst>
                  <a:path w="8872" h="13701" extrusionOk="0">
                    <a:moveTo>
                      <a:pt x="8872" y="0"/>
                    </a:moveTo>
                    <a:lnTo>
                      <a:pt x="8872" y="0"/>
                    </a:lnTo>
                    <a:cubicBezTo>
                      <a:pt x="4741" y="2510"/>
                      <a:pt x="3730" y="12147"/>
                      <a:pt x="3730" y="12147"/>
                    </a:cubicBezTo>
                    <a:cubicBezTo>
                      <a:pt x="3730" y="12147"/>
                      <a:pt x="2463" y="2651"/>
                      <a:pt x="1" y="1973"/>
                    </a:cubicBezTo>
                    <a:lnTo>
                      <a:pt x="1" y="1973"/>
                    </a:lnTo>
                    <a:cubicBezTo>
                      <a:pt x="3473" y="8392"/>
                      <a:pt x="1049" y="13699"/>
                      <a:pt x="1049" y="13699"/>
                    </a:cubicBezTo>
                    <a:lnTo>
                      <a:pt x="6905" y="13700"/>
                    </a:lnTo>
                    <a:cubicBezTo>
                      <a:pt x="6905" y="13700"/>
                      <a:pt x="3693" y="6494"/>
                      <a:pt x="8872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0"/>
          <p:cNvSpPr/>
          <p:nvPr/>
        </p:nvSpPr>
        <p:spPr>
          <a:xfrm>
            <a:off x="-6909663" y="1261601"/>
            <a:ext cx="10584063" cy="5143488"/>
          </a:xfrm>
          <a:custGeom>
            <a:avLst/>
            <a:gdLst/>
            <a:ahLst/>
            <a:cxnLst/>
            <a:rect l="l" t="t" r="r" b="b"/>
            <a:pathLst>
              <a:path w="82047" h="39872" extrusionOk="0">
                <a:moveTo>
                  <a:pt x="47626" y="1"/>
                </a:moveTo>
                <a:cubicBezTo>
                  <a:pt x="45810" y="1"/>
                  <a:pt x="43855" y="305"/>
                  <a:pt x="41768" y="989"/>
                </a:cubicBezTo>
                <a:cubicBezTo>
                  <a:pt x="32602" y="3967"/>
                  <a:pt x="33114" y="12249"/>
                  <a:pt x="26057" y="16080"/>
                </a:cubicBezTo>
                <a:cubicBezTo>
                  <a:pt x="20892" y="18902"/>
                  <a:pt x="14936" y="18406"/>
                  <a:pt x="9539" y="22159"/>
                </a:cubicBezTo>
                <a:cubicBezTo>
                  <a:pt x="4359" y="25742"/>
                  <a:pt x="1" y="31155"/>
                  <a:pt x="2327" y="39871"/>
                </a:cubicBezTo>
                <a:lnTo>
                  <a:pt x="80278" y="39871"/>
                </a:lnTo>
                <a:cubicBezTo>
                  <a:pt x="81395" y="36925"/>
                  <a:pt x="82046" y="27510"/>
                  <a:pt x="74137" y="23338"/>
                </a:cubicBezTo>
                <a:cubicBezTo>
                  <a:pt x="66242" y="19166"/>
                  <a:pt x="64722" y="15025"/>
                  <a:pt x="62287" y="9798"/>
                </a:cubicBezTo>
                <a:cubicBezTo>
                  <a:pt x="60001" y="4939"/>
                  <a:pt x="54946" y="1"/>
                  <a:pt x="47626" y="1"/>
                </a:cubicBezTo>
                <a:close/>
              </a:path>
            </a:pathLst>
          </a:custGeom>
          <a:solidFill>
            <a:srgbClr val="FFFFFF">
              <a:alpha val="482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10"/>
          <p:cNvSpPr txBox="1">
            <a:spLocks noGrp="1"/>
          </p:cNvSpPr>
          <p:nvPr>
            <p:ph type="title"/>
          </p:nvPr>
        </p:nvSpPr>
        <p:spPr>
          <a:xfrm>
            <a:off x="720000" y="4045360"/>
            <a:ext cx="7704000" cy="5727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1" name="Google Shape;131;p11"/>
          <p:cNvGrpSpPr/>
          <p:nvPr/>
        </p:nvGrpSpPr>
        <p:grpSpPr>
          <a:xfrm>
            <a:off x="447051" y="527488"/>
            <a:ext cx="6994654" cy="4273001"/>
            <a:chOff x="2682681" y="986909"/>
            <a:chExt cx="1036199" cy="633000"/>
          </a:xfrm>
        </p:grpSpPr>
        <p:sp>
          <p:nvSpPr>
            <p:cNvPr id="132" name="Google Shape;132;p11"/>
            <p:cNvSpPr/>
            <p:nvPr/>
          </p:nvSpPr>
          <p:spPr>
            <a:xfrm>
              <a:off x="2682681" y="986909"/>
              <a:ext cx="1036199" cy="633000"/>
            </a:xfrm>
            <a:custGeom>
              <a:avLst/>
              <a:gdLst/>
              <a:ahLst/>
              <a:cxnLst/>
              <a:rect l="l" t="t" r="r" b="b"/>
              <a:pathLst>
                <a:path w="83279" h="50874" extrusionOk="0">
                  <a:moveTo>
                    <a:pt x="29260" y="1"/>
                  </a:moveTo>
                  <a:cubicBezTo>
                    <a:pt x="29115" y="1"/>
                    <a:pt x="28970" y="2"/>
                    <a:pt x="28825" y="4"/>
                  </a:cubicBezTo>
                  <a:cubicBezTo>
                    <a:pt x="12914" y="237"/>
                    <a:pt x="197" y="13041"/>
                    <a:pt x="70" y="28953"/>
                  </a:cubicBezTo>
                  <a:cubicBezTo>
                    <a:pt x="0" y="37653"/>
                    <a:pt x="3737" y="45481"/>
                    <a:pt x="9713" y="50873"/>
                  </a:cubicBezTo>
                  <a:lnTo>
                    <a:pt x="77469" y="50873"/>
                  </a:lnTo>
                  <a:cubicBezTo>
                    <a:pt x="80684" y="46966"/>
                    <a:pt x="82674" y="42011"/>
                    <a:pt x="82849" y="36597"/>
                  </a:cubicBezTo>
                  <a:cubicBezTo>
                    <a:pt x="83278" y="23371"/>
                    <a:pt x="72587" y="12211"/>
                    <a:pt x="59353" y="12091"/>
                  </a:cubicBezTo>
                  <a:cubicBezTo>
                    <a:pt x="59278" y="12090"/>
                    <a:pt x="59203" y="12090"/>
                    <a:pt x="59126" y="12090"/>
                  </a:cubicBezTo>
                  <a:cubicBezTo>
                    <a:pt x="59125" y="12090"/>
                    <a:pt x="59124" y="12090"/>
                    <a:pt x="59122" y="12090"/>
                  </a:cubicBezTo>
                  <a:cubicBezTo>
                    <a:pt x="55580" y="12090"/>
                    <a:pt x="52158" y="10743"/>
                    <a:pt x="49619" y="8272"/>
                  </a:cubicBezTo>
                  <a:cubicBezTo>
                    <a:pt x="44360" y="3154"/>
                    <a:pt x="37179" y="1"/>
                    <a:pt x="29260" y="1"/>
                  </a:cubicBezTo>
                  <a:close/>
                </a:path>
              </a:pathLst>
            </a:custGeom>
            <a:solidFill>
              <a:srgbClr val="FFFFFF">
                <a:alpha val="35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11"/>
            <p:cNvSpPr/>
            <p:nvPr/>
          </p:nvSpPr>
          <p:spPr>
            <a:xfrm>
              <a:off x="3313700" y="1000146"/>
              <a:ext cx="155046" cy="109594"/>
            </a:xfrm>
            <a:custGeom>
              <a:avLst/>
              <a:gdLst/>
              <a:ahLst/>
              <a:cxnLst/>
              <a:rect l="l" t="t" r="r" b="b"/>
              <a:pathLst>
                <a:path w="12461" h="8808" extrusionOk="0">
                  <a:moveTo>
                    <a:pt x="5018" y="0"/>
                  </a:moveTo>
                  <a:cubicBezTo>
                    <a:pt x="4258" y="0"/>
                    <a:pt x="3528" y="109"/>
                    <a:pt x="2871" y="327"/>
                  </a:cubicBezTo>
                  <a:cubicBezTo>
                    <a:pt x="1543" y="769"/>
                    <a:pt x="621" y="1623"/>
                    <a:pt x="312" y="2699"/>
                  </a:cubicBezTo>
                  <a:cubicBezTo>
                    <a:pt x="1" y="3776"/>
                    <a:pt x="327" y="4990"/>
                    <a:pt x="1218" y="6070"/>
                  </a:cubicBezTo>
                  <a:cubicBezTo>
                    <a:pt x="2109" y="7152"/>
                    <a:pt x="3492" y="8013"/>
                    <a:pt x="5061" y="8464"/>
                  </a:cubicBezTo>
                  <a:cubicBezTo>
                    <a:pt x="5855" y="8693"/>
                    <a:pt x="6665" y="8808"/>
                    <a:pt x="7443" y="8808"/>
                  </a:cubicBezTo>
                  <a:cubicBezTo>
                    <a:pt x="8203" y="8808"/>
                    <a:pt x="8932" y="8699"/>
                    <a:pt x="9589" y="8480"/>
                  </a:cubicBezTo>
                  <a:cubicBezTo>
                    <a:pt x="10918" y="8038"/>
                    <a:pt x="11840" y="7186"/>
                    <a:pt x="12150" y="6108"/>
                  </a:cubicBezTo>
                  <a:cubicBezTo>
                    <a:pt x="12460" y="5031"/>
                    <a:pt x="12134" y="3819"/>
                    <a:pt x="11243" y="2737"/>
                  </a:cubicBezTo>
                  <a:cubicBezTo>
                    <a:pt x="10352" y="1657"/>
                    <a:pt x="8969" y="795"/>
                    <a:pt x="7400" y="343"/>
                  </a:cubicBezTo>
                  <a:cubicBezTo>
                    <a:pt x="6606" y="114"/>
                    <a:pt x="5796" y="0"/>
                    <a:pt x="5018" y="0"/>
                  </a:cubicBezTo>
                  <a:close/>
                </a:path>
              </a:pathLst>
            </a:custGeom>
            <a:solidFill>
              <a:srgbClr val="FFFFFF">
                <a:alpha val="35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11"/>
            <p:cNvSpPr/>
            <p:nvPr/>
          </p:nvSpPr>
          <p:spPr>
            <a:xfrm>
              <a:off x="3482832" y="1065361"/>
              <a:ext cx="62611" cy="57036"/>
            </a:xfrm>
            <a:custGeom>
              <a:avLst/>
              <a:gdLst/>
              <a:ahLst/>
              <a:cxnLst/>
              <a:rect l="l" t="t" r="r" b="b"/>
              <a:pathLst>
                <a:path w="5032" h="4584" extrusionOk="0">
                  <a:moveTo>
                    <a:pt x="2516" y="1"/>
                  </a:moveTo>
                  <a:cubicBezTo>
                    <a:pt x="1930" y="1"/>
                    <a:pt x="1343" y="225"/>
                    <a:pt x="896" y="672"/>
                  </a:cubicBezTo>
                  <a:cubicBezTo>
                    <a:pt x="1" y="1567"/>
                    <a:pt x="1" y="3018"/>
                    <a:pt x="896" y="3913"/>
                  </a:cubicBezTo>
                  <a:cubicBezTo>
                    <a:pt x="1343" y="4360"/>
                    <a:pt x="1930" y="4584"/>
                    <a:pt x="2516" y="4584"/>
                  </a:cubicBezTo>
                  <a:cubicBezTo>
                    <a:pt x="3102" y="4584"/>
                    <a:pt x="3689" y="4360"/>
                    <a:pt x="4136" y="3913"/>
                  </a:cubicBezTo>
                  <a:cubicBezTo>
                    <a:pt x="5031" y="3018"/>
                    <a:pt x="5031" y="1567"/>
                    <a:pt x="4136" y="672"/>
                  </a:cubicBezTo>
                  <a:cubicBezTo>
                    <a:pt x="3689" y="225"/>
                    <a:pt x="3102" y="1"/>
                    <a:pt x="2516" y="1"/>
                  </a:cubicBezTo>
                  <a:close/>
                </a:path>
              </a:pathLst>
            </a:custGeom>
            <a:solidFill>
              <a:srgbClr val="FFFFFF">
                <a:alpha val="35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5" name="Google Shape;135;p11"/>
          <p:cNvSpPr txBox="1">
            <a:spLocks noGrp="1"/>
          </p:cNvSpPr>
          <p:nvPr>
            <p:ph type="title" hasCustomPrompt="1"/>
          </p:nvPr>
        </p:nvSpPr>
        <p:spPr>
          <a:xfrm>
            <a:off x="1385050" y="1911175"/>
            <a:ext cx="7044000" cy="1224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0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36" name="Google Shape;136;p11"/>
          <p:cNvSpPr txBox="1">
            <a:spLocks noGrp="1"/>
          </p:cNvSpPr>
          <p:nvPr>
            <p:ph type="subTitle" idx="1"/>
          </p:nvPr>
        </p:nvSpPr>
        <p:spPr>
          <a:xfrm>
            <a:off x="1385050" y="3135650"/>
            <a:ext cx="7044000" cy="43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3"/>
          <p:cNvSpPr/>
          <p:nvPr/>
        </p:nvSpPr>
        <p:spPr>
          <a:xfrm>
            <a:off x="-220875" y="5950"/>
            <a:ext cx="5953683" cy="4526339"/>
          </a:xfrm>
          <a:custGeom>
            <a:avLst/>
            <a:gdLst/>
            <a:ahLst/>
            <a:cxnLst/>
            <a:rect l="l" t="t" r="r" b="b"/>
            <a:pathLst>
              <a:path w="11672" h="11148" extrusionOk="0">
                <a:moveTo>
                  <a:pt x="4224" y="0"/>
                </a:moveTo>
                <a:cubicBezTo>
                  <a:pt x="3446" y="0"/>
                  <a:pt x="2645" y="288"/>
                  <a:pt x="2046" y="770"/>
                </a:cubicBezTo>
                <a:cubicBezTo>
                  <a:pt x="1067" y="1562"/>
                  <a:pt x="556" y="2767"/>
                  <a:pt x="344" y="3970"/>
                </a:cubicBezTo>
                <a:cubicBezTo>
                  <a:pt x="0" y="5922"/>
                  <a:pt x="350" y="7917"/>
                  <a:pt x="701" y="9869"/>
                </a:cubicBezTo>
                <a:lnTo>
                  <a:pt x="754" y="11147"/>
                </a:lnTo>
                <a:lnTo>
                  <a:pt x="11413" y="11123"/>
                </a:lnTo>
                <a:cubicBezTo>
                  <a:pt x="11672" y="10650"/>
                  <a:pt x="11379" y="9991"/>
                  <a:pt x="10843" y="9832"/>
                </a:cubicBezTo>
                <a:cubicBezTo>
                  <a:pt x="10732" y="9800"/>
                  <a:pt x="10611" y="9784"/>
                  <a:pt x="10521" y="9715"/>
                </a:cubicBezTo>
                <a:cubicBezTo>
                  <a:pt x="10389" y="9614"/>
                  <a:pt x="10369" y="9426"/>
                  <a:pt x="10414" y="9271"/>
                </a:cubicBezTo>
                <a:cubicBezTo>
                  <a:pt x="10461" y="9116"/>
                  <a:pt x="10558" y="8982"/>
                  <a:pt x="10633" y="8838"/>
                </a:cubicBezTo>
                <a:cubicBezTo>
                  <a:pt x="10891" y="8346"/>
                  <a:pt x="10860" y="7730"/>
                  <a:pt x="10556" y="7264"/>
                </a:cubicBezTo>
                <a:cubicBezTo>
                  <a:pt x="10250" y="6798"/>
                  <a:pt x="9681" y="6497"/>
                  <a:pt x="9101" y="6497"/>
                </a:cubicBezTo>
                <a:cubicBezTo>
                  <a:pt x="8939" y="6497"/>
                  <a:pt x="8771" y="6517"/>
                  <a:pt x="8608" y="6517"/>
                </a:cubicBezTo>
                <a:cubicBezTo>
                  <a:pt x="8444" y="6517"/>
                  <a:pt x="8285" y="6497"/>
                  <a:pt x="8146" y="6415"/>
                </a:cubicBezTo>
                <a:cubicBezTo>
                  <a:pt x="7875" y="6255"/>
                  <a:pt x="7792" y="5923"/>
                  <a:pt x="7732" y="5626"/>
                </a:cubicBezTo>
                <a:cubicBezTo>
                  <a:pt x="7602" y="4975"/>
                  <a:pt x="7472" y="4325"/>
                  <a:pt x="7341" y="3673"/>
                </a:cubicBezTo>
                <a:cubicBezTo>
                  <a:pt x="7217" y="3054"/>
                  <a:pt x="7092" y="2429"/>
                  <a:pt x="6838" y="1846"/>
                </a:cubicBezTo>
                <a:cubicBezTo>
                  <a:pt x="6584" y="1261"/>
                  <a:pt x="6191" y="716"/>
                  <a:pt x="5629" y="374"/>
                </a:cubicBezTo>
                <a:cubicBezTo>
                  <a:pt x="5208" y="117"/>
                  <a:pt x="4720" y="0"/>
                  <a:pt x="4224" y="0"/>
                </a:cubicBezTo>
                <a:close/>
              </a:path>
            </a:pathLst>
          </a:custGeom>
          <a:solidFill>
            <a:srgbClr val="FFFFFF">
              <a:alpha val="482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13"/>
          <p:cNvSpPr txBox="1">
            <a:spLocks noGrp="1"/>
          </p:cNvSpPr>
          <p:nvPr>
            <p:ph type="title" hasCustomPrompt="1"/>
          </p:nvPr>
        </p:nvSpPr>
        <p:spPr>
          <a:xfrm>
            <a:off x="720000" y="1515602"/>
            <a:ext cx="669600" cy="669600"/>
          </a:xfrm>
          <a:prstGeom prst="rect">
            <a:avLst/>
          </a:prstGeom>
          <a:solidFill>
            <a:schemeClr val="accent4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41" name="Google Shape;141;p13"/>
          <p:cNvSpPr txBox="1">
            <a:spLocks noGrp="1"/>
          </p:cNvSpPr>
          <p:nvPr>
            <p:ph type="subTitle" idx="1"/>
          </p:nvPr>
        </p:nvSpPr>
        <p:spPr>
          <a:xfrm>
            <a:off x="1549350" y="1706376"/>
            <a:ext cx="2336400" cy="570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13"/>
          <p:cNvSpPr txBox="1">
            <a:spLocks noGrp="1"/>
          </p:cNvSpPr>
          <p:nvPr>
            <p:ph type="title" idx="2" hasCustomPrompt="1"/>
          </p:nvPr>
        </p:nvSpPr>
        <p:spPr>
          <a:xfrm>
            <a:off x="4572050" y="1515602"/>
            <a:ext cx="669600" cy="669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43" name="Google Shape;143;p13"/>
          <p:cNvSpPr txBox="1">
            <a:spLocks noGrp="1"/>
          </p:cNvSpPr>
          <p:nvPr>
            <p:ph type="subTitle" idx="3"/>
          </p:nvPr>
        </p:nvSpPr>
        <p:spPr>
          <a:xfrm>
            <a:off x="5394150" y="1706361"/>
            <a:ext cx="2336400" cy="570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13"/>
          <p:cNvSpPr txBox="1">
            <a:spLocks noGrp="1"/>
          </p:cNvSpPr>
          <p:nvPr>
            <p:ph type="title" idx="4" hasCustomPrompt="1"/>
          </p:nvPr>
        </p:nvSpPr>
        <p:spPr>
          <a:xfrm>
            <a:off x="720000" y="2735452"/>
            <a:ext cx="669600" cy="669600"/>
          </a:xfrm>
          <a:prstGeom prst="rect">
            <a:avLst/>
          </a:prstGeom>
          <a:solidFill>
            <a:schemeClr val="accent3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45" name="Google Shape;145;p13"/>
          <p:cNvSpPr txBox="1">
            <a:spLocks noGrp="1"/>
          </p:cNvSpPr>
          <p:nvPr>
            <p:ph type="subTitle" idx="5"/>
          </p:nvPr>
        </p:nvSpPr>
        <p:spPr>
          <a:xfrm>
            <a:off x="1542000" y="2926025"/>
            <a:ext cx="2336400" cy="570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13"/>
          <p:cNvSpPr txBox="1">
            <a:spLocks noGrp="1"/>
          </p:cNvSpPr>
          <p:nvPr>
            <p:ph type="title" idx="6" hasCustomPrompt="1"/>
          </p:nvPr>
        </p:nvSpPr>
        <p:spPr>
          <a:xfrm>
            <a:off x="4572150" y="2735452"/>
            <a:ext cx="669600" cy="669600"/>
          </a:xfrm>
          <a:prstGeom prst="rect">
            <a:avLst/>
          </a:prstGeom>
          <a:solidFill>
            <a:schemeClr val="accent5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47" name="Google Shape;147;p13"/>
          <p:cNvSpPr txBox="1">
            <a:spLocks noGrp="1"/>
          </p:cNvSpPr>
          <p:nvPr>
            <p:ph type="subTitle" idx="7"/>
          </p:nvPr>
        </p:nvSpPr>
        <p:spPr>
          <a:xfrm>
            <a:off x="5399050" y="2928720"/>
            <a:ext cx="2336400" cy="570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13"/>
          <p:cNvSpPr txBox="1">
            <a:spLocks noGrp="1"/>
          </p:cNvSpPr>
          <p:nvPr>
            <p:ph type="title" idx="8"/>
          </p:nvPr>
        </p:nvSpPr>
        <p:spPr>
          <a:xfrm>
            <a:off x="720000" y="544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13"/>
          <p:cNvSpPr txBox="1">
            <a:spLocks noGrp="1"/>
          </p:cNvSpPr>
          <p:nvPr>
            <p:ph type="subTitle" idx="9"/>
          </p:nvPr>
        </p:nvSpPr>
        <p:spPr>
          <a:xfrm>
            <a:off x="1544450" y="1424425"/>
            <a:ext cx="2336400" cy="436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500">
                <a:latin typeface="Alatsi"/>
                <a:ea typeface="Alatsi"/>
                <a:cs typeface="Alatsi"/>
                <a:sym typeface="Alatsi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50" name="Google Shape;150;p13"/>
          <p:cNvSpPr txBox="1">
            <a:spLocks noGrp="1"/>
          </p:cNvSpPr>
          <p:nvPr>
            <p:ph type="subTitle" idx="13"/>
          </p:nvPr>
        </p:nvSpPr>
        <p:spPr>
          <a:xfrm>
            <a:off x="5394150" y="1424413"/>
            <a:ext cx="2336400" cy="436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500">
                <a:latin typeface="Alatsi"/>
                <a:ea typeface="Alatsi"/>
                <a:cs typeface="Alatsi"/>
                <a:sym typeface="Alatsi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51" name="Google Shape;151;p13"/>
          <p:cNvSpPr txBox="1">
            <a:spLocks noGrp="1"/>
          </p:cNvSpPr>
          <p:nvPr>
            <p:ph type="subTitle" idx="14"/>
          </p:nvPr>
        </p:nvSpPr>
        <p:spPr>
          <a:xfrm>
            <a:off x="1546900" y="2644063"/>
            <a:ext cx="2336400" cy="436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500">
                <a:latin typeface="Alatsi"/>
                <a:ea typeface="Alatsi"/>
                <a:cs typeface="Alatsi"/>
                <a:sym typeface="Alatsi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52" name="Google Shape;152;p13"/>
          <p:cNvSpPr txBox="1">
            <a:spLocks noGrp="1"/>
          </p:cNvSpPr>
          <p:nvPr>
            <p:ph type="subTitle" idx="15"/>
          </p:nvPr>
        </p:nvSpPr>
        <p:spPr>
          <a:xfrm>
            <a:off x="5394150" y="2641763"/>
            <a:ext cx="2336400" cy="436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500">
                <a:latin typeface="Alatsi"/>
                <a:ea typeface="Alatsi"/>
                <a:cs typeface="Alatsi"/>
                <a:sym typeface="Alatsi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_ONLY_3"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31"/>
          <p:cNvSpPr/>
          <p:nvPr/>
        </p:nvSpPr>
        <p:spPr>
          <a:xfrm>
            <a:off x="-1440075" y="-76499"/>
            <a:ext cx="10584063" cy="5143488"/>
          </a:xfrm>
          <a:custGeom>
            <a:avLst/>
            <a:gdLst/>
            <a:ahLst/>
            <a:cxnLst/>
            <a:rect l="l" t="t" r="r" b="b"/>
            <a:pathLst>
              <a:path w="82047" h="39872" extrusionOk="0">
                <a:moveTo>
                  <a:pt x="47626" y="1"/>
                </a:moveTo>
                <a:cubicBezTo>
                  <a:pt x="45810" y="1"/>
                  <a:pt x="43855" y="305"/>
                  <a:pt x="41768" y="989"/>
                </a:cubicBezTo>
                <a:cubicBezTo>
                  <a:pt x="32602" y="3967"/>
                  <a:pt x="33114" y="12249"/>
                  <a:pt x="26057" y="16080"/>
                </a:cubicBezTo>
                <a:cubicBezTo>
                  <a:pt x="20892" y="18902"/>
                  <a:pt x="14936" y="18406"/>
                  <a:pt x="9539" y="22159"/>
                </a:cubicBezTo>
                <a:cubicBezTo>
                  <a:pt x="4359" y="25742"/>
                  <a:pt x="1" y="31155"/>
                  <a:pt x="2327" y="39871"/>
                </a:cubicBezTo>
                <a:lnTo>
                  <a:pt x="80278" y="39871"/>
                </a:lnTo>
                <a:cubicBezTo>
                  <a:pt x="81395" y="36925"/>
                  <a:pt x="82046" y="27510"/>
                  <a:pt x="74137" y="23338"/>
                </a:cubicBezTo>
                <a:cubicBezTo>
                  <a:pt x="66242" y="19166"/>
                  <a:pt x="64722" y="15025"/>
                  <a:pt x="62287" y="9798"/>
                </a:cubicBezTo>
                <a:cubicBezTo>
                  <a:pt x="60001" y="4939"/>
                  <a:pt x="54946" y="1"/>
                  <a:pt x="47626" y="1"/>
                </a:cubicBezTo>
                <a:close/>
              </a:path>
            </a:pathLst>
          </a:custGeom>
          <a:solidFill>
            <a:srgbClr val="FFFFFF">
              <a:alpha val="482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0" name="Google Shape;890;p31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891" name="Google Shape;891;p31"/>
          <p:cNvGrpSpPr/>
          <p:nvPr/>
        </p:nvGrpSpPr>
        <p:grpSpPr>
          <a:xfrm>
            <a:off x="-646250" y="4380968"/>
            <a:ext cx="10436575" cy="1228057"/>
            <a:chOff x="-12" y="3723143"/>
            <a:chExt cx="10436575" cy="1228057"/>
          </a:xfrm>
        </p:grpSpPr>
        <p:grpSp>
          <p:nvGrpSpPr>
            <p:cNvPr id="892" name="Google Shape;892;p31"/>
            <p:cNvGrpSpPr/>
            <p:nvPr/>
          </p:nvGrpSpPr>
          <p:grpSpPr>
            <a:xfrm>
              <a:off x="-12" y="4147734"/>
              <a:ext cx="10436575" cy="803466"/>
              <a:chOff x="0" y="4340034"/>
              <a:chExt cx="10436575" cy="803466"/>
            </a:xfrm>
          </p:grpSpPr>
          <p:sp>
            <p:nvSpPr>
              <p:cNvPr id="893" name="Google Shape;893;p31"/>
              <p:cNvSpPr/>
              <p:nvPr/>
            </p:nvSpPr>
            <p:spPr>
              <a:xfrm rot="10800000">
                <a:off x="2007684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Google Shape;894;p31"/>
              <p:cNvSpPr/>
              <p:nvPr/>
            </p:nvSpPr>
            <p:spPr>
              <a:xfrm rot="10800000" flipH="1">
                <a:off x="0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Google Shape;895;p31"/>
              <p:cNvSpPr/>
              <p:nvPr/>
            </p:nvSpPr>
            <p:spPr>
              <a:xfrm rot="10800000">
                <a:off x="5184834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Google Shape;896;p31"/>
              <p:cNvSpPr/>
              <p:nvPr/>
            </p:nvSpPr>
            <p:spPr>
              <a:xfrm rot="10800000" flipH="1">
                <a:off x="3177150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Google Shape;897;p31"/>
              <p:cNvSpPr/>
              <p:nvPr/>
            </p:nvSpPr>
            <p:spPr>
              <a:xfrm rot="10800000">
                <a:off x="8428909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Google Shape;898;p31"/>
              <p:cNvSpPr/>
              <p:nvPr/>
            </p:nvSpPr>
            <p:spPr>
              <a:xfrm rot="10800000" flipH="1">
                <a:off x="6421225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99" name="Google Shape;899;p31"/>
            <p:cNvGrpSpPr/>
            <p:nvPr/>
          </p:nvGrpSpPr>
          <p:grpSpPr>
            <a:xfrm>
              <a:off x="5596725" y="3723143"/>
              <a:ext cx="4136037" cy="764961"/>
              <a:chOff x="1871276" y="3321846"/>
              <a:chExt cx="1922665" cy="355597"/>
            </a:xfrm>
          </p:grpSpPr>
          <p:sp>
            <p:nvSpPr>
              <p:cNvPr id="900" name="Google Shape;900;p31"/>
              <p:cNvSpPr/>
              <p:nvPr/>
            </p:nvSpPr>
            <p:spPr>
              <a:xfrm>
                <a:off x="1871276" y="3446145"/>
                <a:ext cx="191789" cy="231298"/>
              </a:xfrm>
              <a:custGeom>
                <a:avLst/>
                <a:gdLst/>
                <a:ahLst/>
                <a:cxnLst/>
                <a:rect l="l" t="t" r="r" b="b"/>
                <a:pathLst>
                  <a:path w="8197" h="9874" extrusionOk="0">
                    <a:moveTo>
                      <a:pt x="7172" y="1"/>
                    </a:moveTo>
                    <a:lnTo>
                      <a:pt x="7172" y="1"/>
                    </a:lnTo>
                    <a:cubicBezTo>
                      <a:pt x="4099" y="1599"/>
                      <a:pt x="3892" y="4964"/>
                      <a:pt x="3523" y="7464"/>
                    </a:cubicBezTo>
                    <a:cubicBezTo>
                      <a:pt x="3359" y="5580"/>
                      <a:pt x="2090" y="985"/>
                      <a:pt x="0" y="616"/>
                    </a:cubicBezTo>
                    <a:lnTo>
                      <a:pt x="0" y="616"/>
                    </a:lnTo>
                    <a:cubicBezTo>
                      <a:pt x="2705" y="2746"/>
                      <a:pt x="1844" y="9874"/>
                      <a:pt x="1844" y="9874"/>
                    </a:cubicBezTo>
                    <a:lnTo>
                      <a:pt x="7909" y="9874"/>
                    </a:lnTo>
                    <a:cubicBezTo>
                      <a:pt x="8196" y="7044"/>
                      <a:pt x="7172" y="3279"/>
                      <a:pt x="7172" y="3278"/>
                    </a:cubicBezTo>
                    <a:lnTo>
                      <a:pt x="7172" y="3278"/>
                    </a:lnTo>
                    <a:cubicBezTo>
                      <a:pt x="7172" y="3279"/>
                      <a:pt x="7295" y="6966"/>
                      <a:pt x="5819" y="7704"/>
                    </a:cubicBezTo>
                    <a:cubicBezTo>
                      <a:pt x="5123" y="6351"/>
                      <a:pt x="5328" y="2131"/>
                      <a:pt x="7172" y="1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Google Shape;901;p31"/>
              <p:cNvSpPr/>
              <p:nvPr/>
            </p:nvSpPr>
            <p:spPr>
              <a:xfrm>
                <a:off x="3545530" y="3321846"/>
                <a:ext cx="217878" cy="267420"/>
              </a:xfrm>
              <a:custGeom>
                <a:avLst/>
                <a:gdLst/>
                <a:ahLst/>
                <a:cxnLst/>
                <a:rect l="l" t="t" r="r" b="b"/>
                <a:pathLst>
                  <a:path w="9312" h="11416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5510" y="2559"/>
                      <a:pt x="2346" y="11416"/>
                      <a:pt x="2346" y="11416"/>
                    </a:cubicBezTo>
                    <a:lnTo>
                      <a:pt x="7642" y="11416"/>
                    </a:lnTo>
                    <a:cubicBezTo>
                      <a:pt x="7642" y="11416"/>
                      <a:pt x="5118" y="3709"/>
                      <a:pt x="9312" y="1102"/>
                    </a:cubicBezTo>
                    <a:lnTo>
                      <a:pt x="9312" y="1102"/>
                    </a:lnTo>
                    <a:cubicBezTo>
                      <a:pt x="6368" y="1913"/>
                      <a:pt x="5407" y="4656"/>
                      <a:pt x="5300" y="9241"/>
                    </a:cubicBezTo>
                    <a:cubicBezTo>
                      <a:pt x="4768" y="2950"/>
                      <a:pt x="2098" y="533"/>
                      <a:pt x="1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Google Shape;902;p31"/>
              <p:cNvSpPr/>
              <p:nvPr/>
            </p:nvSpPr>
            <p:spPr>
              <a:xfrm>
                <a:off x="3512913" y="3343585"/>
                <a:ext cx="182477" cy="223943"/>
              </a:xfrm>
              <a:custGeom>
                <a:avLst/>
                <a:gdLst/>
                <a:ahLst/>
                <a:cxnLst/>
                <a:rect l="l" t="t" r="r" b="b"/>
                <a:pathLst>
                  <a:path w="7799" h="9560" extrusionOk="0">
                    <a:moveTo>
                      <a:pt x="7799" y="0"/>
                    </a:moveTo>
                    <a:lnTo>
                      <a:pt x="7799" y="0"/>
                    </a:lnTo>
                    <a:cubicBezTo>
                      <a:pt x="6042" y="447"/>
                      <a:pt x="3806" y="2471"/>
                      <a:pt x="3360" y="7739"/>
                    </a:cubicBezTo>
                    <a:cubicBezTo>
                      <a:pt x="3271" y="3901"/>
                      <a:pt x="2466" y="1603"/>
                      <a:pt x="0" y="923"/>
                    </a:cubicBezTo>
                    <a:lnTo>
                      <a:pt x="0" y="923"/>
                    </a:lnTo>
                    <a:cubicBezTo>
                      <a:pt x="3513" y="3107"/>
                      <a:pt x="1399" y="9560"/>
                      <a:pt x="1399" y="9560"/>
                    </a:cubicBezTo>
                    <a:lnTo>
                      <a:pt x="5835" y="9560"/>
                    </a:lnTo>
                    <a:cubicBezTo>
                      <a:pt x="5835" y="9560"/>
                      <a:pt x="3186" y="2144"/>
                      <a:pt x="7799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Google Shape;903;p31"/>
              <p:cNvSpPr/>
              <p:nvPr/>
            </p:nvSpPr>
            <p:spPr>
              <a:xfrm>
                <a:off x="2014284" y="3432193"/>
                <a:ext cx="152388" cy="183605"/>
              </a:xfrm>
              <a:custGeom>
                <a:avLst/>
                <a:gdLst/>
                <a:ahLst/>
                <a:cxnLst/>
                <a:rect l="l" t="t" r="r" b="b"/>
                <a:pathLst>
                  <a:path w="6513" h="7838" extrusionOk="0">
                    <a:moveTo>
                      <a:pt x="6513" y="0"/>
                    </a:moveTo>
                    <a:lnTo>
                      <a:pt x="6513" y="0"/>
                    </a:lnTo>
                    <a:cubicBezTo>
                      <a:pt x="2237" y="1667"/>
                      <a:pt x="2572" y="6951"/>
                      <a:pt x="2572" y="6951"/>
                    </a:cubicBezTo>
                    <a:cubicBezTo>
                      <a:pt x="2572" y="6951"/>
                      <a:pt x="1771" y="2944"/>
                      <a:pt x="3140" y="1174"/>
                    </a:cubicBezTo>
                    <a:lnTo>
                      <a:pt x="3140" y="1174"/>
                    </a:lnTo>
                    <a:cubicBezTo>
                      <a:pt x="1" y="2977"/>
                      <a:pt x="1069" y="7838"/>
                      <a:pt x="1069" y="7838"/>
                    </a:cubicBezTo>
                    <a:lnTo>
                      <a:pt x="1069" y="7837"/>
                    </a:lnTo>
                    <a:lnTo>
                      <a:pt x="5578" y="7837"/>
                    </a:lnTo>
                    <a:cubicBezTo>
                      <a:pt x="5578" y="7837"/>
                      <a:pt x="3707" y="3277"/>
                      <a:pt x="6513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Google Shape;904;p31"/>
              <p:cNvSpPr/>
              <p:nvPr/>
            </p:nvSpPr>
            <p:spPr>
              <a:xfrm>
                <a:off x="3629527" y="3363751"/>
                <a:ext cx="164414" cy="254208"/>
              </a:xfrm>
              <a:custGeom>
                <a:avLst/>
                <a:gdLst/>
                <a:ahLst/>
                <a:cxnLst/>
                <a:rect l="l" t="t" r="r" b="b"/>
                <a:pathLst>
                  <a:path w="7027" h="10852" extrusionOk="0">
                    <a:moveTo>
                      <a:pt x="7027" y="0"/>
                    </a:moveTo>
                    <a:lnTo>
                      <a:pt x="7027" y="0"/>
                    </a:lnTo>
                    <a:cubicBezTo>
                      <a:pt x="3755" y="1988"/>
                      <a:pt x="2954" y="9623"/>
                      <a:pt x="2954" y="9623"/>
                    </a:cubicBezTo>
                    <a:cubicBezTo>
                      <a:pt x="2954" y="9623"/>
                      <a:pt x="1950" y="2100"/>
                      <a:pt x="1" y="1563"/>
                    </a:cubicBezTo>
                    <a:lnTo>
                      <a:pt x="1" y="1563"/>
                    </a:lnTo>
                    <a:cubicBezTo>
                      <a:pt x="2751" y="6649"/>
                      <a:pt x="831" y="10852"/>
                      <a:pt x="831" y="10852"/>
                    </a:cubicBezTo>
                    <a:lnTo>
                      <a:pt x="5468" y="10852"/>
                    </a:lnTo>
                    <a:cubicBezTo>
                      <a:pt x="5468" y="10852"/>
                      <a:pt x="2924" y="5144"/>
                      <a:pt x="7027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05" name="Google Shape;905;p31"/>
            <p:cNvGrpSpPr/>
            <p:nvPr/>
          </p:nvGrpSpPr>
          <p:grpSpPr>
            <a:xfrm>
              <a:off x="1121352" y="3841682"/>
              <a:ext cx="886310" cy="603938"/>
              <a:chOff x="399888" y="3368103"/>
              <a:chExt cx="520166" cy="354465"/>
            </a:xfrm>
          </p:grpSpPr>
          <p:sp>
            <p:nvSpPr>
              <p:cNvPr id="906" name="Google Shape;906;p31"/>
              <p:cNvSpPr/>
              <p:nvPr/>
            </p:nvSpPr>
            <p:spPr>
              <a:xfrm>
                <a:off x="644945" y="3384943"/>
                <a:ext cx="275108" cy="337625"/>
              </a:xfrm>
              <a:custGeom>
                <a:avLst/>
                <a:gdLst/>
                <a:ahLst/>
                <a:cxnLst/>
                <a:rect l="l" t="t" r="r" b="b"/>
                <a:pathLst>
                  <a:path w="11758" h="14413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6955" y="3231"/>
                      <a:pt x="2962" y="14412"/>
                      <a:pt x="2962" y="14412"/>
                    </a:cubicBezTo>
                    <a:lnTo>
                      <a:pt x="9648" y="14412"/>
                    </a:lnTo>
                    <a:cubicBezTo>
                      <a:pt x="9648" y="14412"/>
                      <a:pt x="6461" y="4682"/>
                      <a:pt x="11757" y="1391"/>
                    </a:cubicBezTo>
                    <a:lnTo>
                      <a:pt x="11757" y="1391"/>
                    </a:lnTo>
                    <a:cubicBezTo>
                      <a:pt x="8039" y="2415"/>
                      <a:pt x="6825" y="5880"/>
                      <a:pt x="6691" y="11668"/>
                    </a:cubicBezTo>
                    <a:cubicBezTo>
                      <a:pt x="6018" y="3724"/>
                      <a:pt x="2648" y="673"/>
                      <a:pt x="0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Google Shape;907;p31"/>
              <p:cNvSpPr/>
              <p:nvPr/>
            </p:nvSpPr>
            <p:spPr>
              <a:xfrm>
                <a:off x="399888" y="3485575"/>
                <a:ext cx="192374" cy="231814"/>
              </a:xfrm>
              <a:custGeom>
                <a:avLst/>
                <a:gdLst/>
                <a:ahLst/>
                <a:cxnLst/>
                <a:rect l="l" t="t" r="r" b="b"/>
                <a:pathLst>
                  <a:path w="8222" h="9896" extrusionOk="0">
                    <a:moveTo>
                      <a:pt x="8222" y="1"/>
                    </a:moveTo>
                    <a:lnTo>
                      <a:pt x="8222" y="1"/>
                    </a:lnTo>
                    <a:cubicBezTo>
                      <a:pt x="2825" y="2105"/>
                      <a:pt x="3247" y="8774"/>
                      <a:pt x="3247" y="8774"/>
                    </a:cubicBezTo>
                    <a:cubicBezTo>
                      <a:pt x="3247" y="8774"/>
                      <a:pt x="2235" y="3716"/>
                      <a:pt x="3963" y="1482"/>
                    </a:cubicBezTo>
                    <a:lnTo>
                      <a:pt x="3963" y="1482"/>
                    </a:lnTo>
                    <a:cubicBezTo>
                      <a:pt x="1" y="3758"/>
                      <a:pt x="1350" y="9895"/>
                      <a:pt x="1350" y="9895"/>
                    </a:cubicBezTo>
                    <a:lnTo>
                      <a:pt x="1350" y="9894"/>
                    </a:lnTo>
                    <a:lnTo>
                      <a:pt x="7041" y="9894"/>
                    </a:lnTo>
                    <a:cubicBezTo>
                      <a:pt x="7041" y="9894"/>
                      <a:pt x="4682" y="4138"/>
                      <a:pt x="8222" y="1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Google Shape;908;p31"/>
              <p:cNvSpPr/>
              <p:nvPr/>
            </p:nvSpPr>
            <p:spPr>
              <a:xfrm>
                <a:off x="516951" y="3368103"/>
                <a:ext cx="207583" cy="320946"/>
              </a:xfrm>
              <a:custGeom>
                <a:avLst/>
                <a:gdLst/>
                <a:ahLst/>
                <a:cxnLst/>
                <a:rect l="l" t="t" r="r" b="b"/>
                <a:pathLst>
                  <a:path w="8872" h="13701" extrusionOk="0">
                    <a:moveTo>
                      <a:pt x="8872" y="0"/>
                    </a:moveTo>
                    <a:lnTo>
                      <a:pt x="8872" y="0"/>
                    </a:lnTo>
                    <a:cubicBezTo>
                      <a:pt x="4741" y="2510"/>
                      <a:pt x="3730" y="12147"/>
                      <a:pt x="3730" y="12147"/>
                    </a:cubicBezTo>
                    <a:cubicBezTo>
                      <a:pt x="3730" y="12147"/>
                      <a:pt x="2463" y="2651"/>
                      <a:pt x="1" y="1973"/>
                    </a:cubicBezTo>
                    <a:lnTo>
                      <a:pt x="1" y="1973"/>
                    </a:lnTo>
                    <a:cubicBezTo>
                      <a:pt x="3473" y="8392"/>
                      <a:pt x="1049" y="13699"/>
                      <a:pt x="1049" y="13699"/>
                    </a:cubicBezTo>
                    <a:lnTo>
                      <a:pt x="6905" y="13700"/>
                    </a:lnTo>
                    <a:cubicBezTo>
                      <a:pt x="6905" y="13700"/>
                      <a:pt x="3693" y="6494"/>
                      <a:pt x="8872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09" name="Google Shape;909;p31"/>
          <p:cNvGrpSpPr/>
          <p:nvPr/>
        </p:nvGrpSpPr>
        <p:grpSpPr>
          <a:xfrm>
            <a:off x="-1255837" y="4479700"/>
            <a:ext cx="10436575" cy="1197200"/>
            <a:chOff x="-646237" y="3946300"/>
            <a:chExt cx="10436575" cy="1197200"/>
          </a:xfrm>
        </p:grpSpPr>
        <p:grpSp>
          <p:nvGrpSpPr>
            <p:cNvPr id="910" name="Google Shape;910;p31"/>
            <p:cNvGrpSpPr/>
            <p:nvPr/>
          </p:nvGrpSpPr>
          <p:grpSpPr>
            <a:xfrm>
              <a:off x="-646237" y="4340034"/>
              <a:ext cx="10436575" cy="803466"/>
              <a:chOff x="0" y="4340034"/>
              <a:chExt cx="10436575" cy="803466"/>
            </a:xfrm>
          </p:grpSpPr>
          <p:sp>
            <p:nvSpPr>
              <p:cNvPr id="911" name="Google Shape;911;p31"/>
              <p:cNvSpPr/>
              <p:nvPr/>
            </p:nvSpPr>
            <p:spPr>
              <a:xfrm rot="10800000">
                <a:off x="2007684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Google Shape;912;p31"/>
              <p:cNvSpPr/>
              <p:nvPr/>
            </p:nvSpPr>
            <p:spPr>
              <a:xfrm rot="10800000" flipH="1">
                <a:off x="0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Google Shape;913;p31"/>
              <p:cNvSpPr/>
              <p:nvPr/>
            </p:nvSpPr>
            <p:spPr>
              <a:xfrm rot="10800000">
                <a:off x="5184834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Google Shape;914;p31"/>
              <p:cNvSpPr/>
              <p:nvPr/>
            </p:nvSpPr>
            <p:spPr>
              <a:xfrm rot="10800000" flipH="1">
                <a:off x="3177150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Google Shape;915;p31"/>
              <p:cNvSpPr/>
              <p:nvPr/>
            </p:nvSpPr>
            <p:spPr>
              <a:xfrm rot="10800000">
                <a:off x="8428909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Google Shape;916;p31"/>
              <p:cNvSpPr/>
              <p:nvPr/>
            </p:nvSpPr>
            <p:spPr>
              <a:xfrm rot="10800000" flipH="1">
                <a:off x="6421225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17" name="Google Shape;917;p31"/>
            <p:cNvGrpSpPr/>
            <p:nvPr/>
          </p:nvGrpSpPr>
          <p:grpSpPr>
            <a:xfrm>
              <a:off x="4147874" y="4033230"/>
              <a:ext cx="1427591" cy="651211"/>
              <a:chOff x="2246810" y="3315239"/>
              <a:chExt cx="663625" cy="302720"/>
            </a:xfrm>
          </p:grpSpPr>
          <p:sp>
            <p:nvSpPr>
              <p:cNvPr id="918" name="Google Shape;918;p31"/>
              <p:cNvSpPr/>
              <p:nvPr/>
            </p:nvSpPr>
            <p:spPr>
              <a:xfrm>
                <a:off x="2718646" y="3375208"/>
                <a:ext cx="191789" cy="231298"/>
              </a:xfrm>
              <a:custGeom>
                <a:avLst/>
                <a:gdLst/>
                <a:ahLst/>
                <a:cxnLst/>
                <a:rect l="l" t="t" r="r" b="b"/>
                <a:pathLst>
                  <a:path w="8197" h="9874" extrusionOk="0">
                    <a:moveTo>
                      <a:pt x="7172" y="1"/>
                    </a:moveTo>
                    <a:lnTo>
                      <a:pt x="7172" y="1"/>
                    </a:lnTo>
                    <a:cubicBezTo>
                      <a:pt x="4099" y="1599"/>
                      <a:pt x="3892" y="4964"/>
                      <a:pt x="3523" y="7464"/>
                    </a:cubicBezTo>
                    <a:cubicBezTo>
                      <a:pt x="3359" y="5580"/>
                      <a:pt x="2090" y="985"/>
                      <a:pt x="0" y="616"/>
                    </a:cubicBezTo>
                    <a:lnTo>
                      <a:pt x="0" y="616"/>
                    </a:lnTo>
                    <a:cubicBezTo>
                      <a:pt x="2705" y="2746"/>
                      <a:pt x="1844" y="9874"/>
                      <a:pt x="1844" y="9874"/>
                    </a:cubicBezTo>
                    <a:lnTo>
                      <a:pt x="7909" y="9874"/>
                    </a:lnTo>
                    <a:cubicBezTo>
                      <a:pt x="8196" y="7044"/>
                      <a:pt x="7172" y="3279"/>
                      <a:pt x="7172" y="3278"/>
                    </a:cubicBezTo>
                    <a:lnTo>
                      <a:pt x="7172" y="3278"/>
                    </a:lnTo>
                    <a:cubicBezTo>
                      <a:pt x="7172" y="3279"/>
                      <a:pt x="7295" y="6966"/>
                      <a:pt x="5819" y="7704"/>
                    </a:cubicBezTo>
                    <a:cubicBezTo>
                      <a:pt x="5123" y="6351"/>
                      <a:pt x="5328" y="2131"/>
                      <a:pt x="7172" y="1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Google Shape;919;p31"/>
              <p:cNvSpPr/>
              <p:nvPr/>
            </p:nvSpPr>
            <p:spPr>
              <a:xfrm>
                <a:off x="2378304" y="3315239"/>
                <a:ext cx="217878" cy="267420"/>
              </a:xfrm>
              <a:custGeom>
                <a:avLst/>
                <a:gdLst/>
                <a:ahLst/>
                <a:cxnLst/>
                <a:rect l="l" t="t" r="r" b="b"/>
                <a:pathLst>
                  <a:path w="9312" h="11416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5510" y="2559"/>
                      <a:pt x="2346" y="11416"/>
                      <a:pt x="2346" y="11416"/>
                    </a:cubicBezTo>
                    <a:lnTo>
                      <a:pt x="7642" y="11416"/>
                    </a:lnTo>
                    <a:cubicBezTo>
                      <a:pt x="7642" y="11416"/>
                      <a:pt x="5118" y="3709"/>
                      <a:pt x="9312" y="1102"/>
                    </a:cubicBezTo>
                    <a:lnTo>
                      <a:pt x="9312" y="1102"/>
                    </a:lnTo>
                    <a:cubicBezTo>
                      <a:pt x="6368" y="1913"/>
                      <a:pt x="5407" y="4656"/>
                      <a:pt x="5300" y="9241"/>
                    </a:cubicBezTo>
                    <a:cubicBezTo>
                      <a:pt x="4768" y="2950"/>
                      <a:pt x="2098" y="533"/>
                      <a:pt x="1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Google Shape;920;p31"/>
              <p:cNvSpPr/>
              <p:nvPr/>
            </p:nvSpPr>
            <p:spPr>
              <a:xfrm>
                <a:off x="2587220" y="3358716"/>
                <a:ext cx="182477" cy="223943"/>
              </a:xfrm>
              <a:custGeom>
                <a:avLst/>
                <a:gdLst/>
                <a:ahLst/>
                <a:cxnLst/>
                <a:rect l="l" t="t" r="r" b="b"/>
                <a:pathLst>
                  <a:path w="7799" h="9560" extrusionOk="0">
                    <a:moveTo>
                      <a:pt x="7799" y="0"/>
                    </a:moveTo>
                    <a:lnTo>
                      <a:pt x="7799" y="0"/>
                    </a:lnTo>
                    <a:cubicBezTo>
                      <a:pt x="6042" y="447"/>
                      <a:pt x="3806" y="2471"/>
                      <a:pt x="3360" y="7739"/>
                    </a:cubicBezTo>
                    <a:cubicBezTo>
                      <a:pt x="3271" y="3901"/>
                      <a:pt x="2466" y="1603"/>
                      <a:pt x="0" y="923"/>
                    </a:cubicBezTo>
                    <a:lnTo>
                      <a:pt x="0" y="923"/>
                    </a:lnTo>
                    <a:cubicBezTo>
                      <a:pt x="3513" y="3107"/>
                      <a:pt x="1399" y="9560"/>
                      <a:pt x="1399" y="9560"/>
                    </a:cubicBezTo>
                    <a:lnTo>
                      <a:pt x="5835" y="9560"/>
                    </a:lnTo>
                    <a:cubicBezTo>
                      <a:pt x="5835" y="9560"/>
                      <a:pt x="3186" y="2144"/>
                      <a:pt x="7799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Google Shape;921;p31"/>
              <p:cNvSpPr/>
              <p:nvPr/>
            </p:nvSpPr>
            <p:spPr>
              <a:xfrm>
                <a:off x="2321682" y="3399054"/>
                <a:ext cx="152388" cy="183605"/>
              </a:xfrm>
              <a:custGeom>
                <a:avLst/>
                <a:gdLst/>
                <a:ahLst/>
                <a:cxnLst/>
                <a:rect l="l" t="t" r="r" b="b"/>
                <a:pathLst>
                  <a:path w="6513" h="7838" extrusionOk="0">
                    <a:moveTo>
                      <a:pt x="6513" y="0"/>
                    </a:moveTo>
                    <a:lnTo>
                      <a:pt x="6513" y="0"/>
                    </a:lnTo>
                    <a:cubicBezTo>
                      <a:pt x="2237" y="1667"/>
                      <a:pt x="2572" y="6951"/>
                      <a:pt x="2572" y="6951"/>
                    </a:cubicBezTo>
                    <a:cubicBezTo>
                      <a:pt x="2572" y="6951"/>
                      <a:pt x="1771" y="2944"/>
                      <a:pt x="3140" y="1174"/>
                    </a:cubicBezTo>
                    <a:lnTo>
                      <a:pt x="3140" y="1174"/>
                    </a:lnTo>
                    <a:cubicBezTo>
                      <a:pt x="1" y="2977"/>
                      <a:pt x="1069" y="7838"/>
                      <a:pt x="1069" y="7838"/>
                    </a:cubicBezTo>
                    <a:lnTo>
                      <a:pt x="1069" y="7837"/>
                    </a:lnTo>
                    <a:lnTo>
                      <a:pt x="5578" y="7837"/>
                    </a:lnTo>
                    <a:cubicBezTo>
                      <a:pt x="5578" y="7837"/>
                      <a:pt x="3707" y="3277"/>
                      <a:pt x="6513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Google Shape;922;p31"/>
              <p:cNvSpPr/>
              <p:nvPr/>
            </p:nvSpPr>
            <p:spPr>
              <a:xfrm>
                <a:off x="2246810" y="3363751"/>
                <a:ext cx="164414" cy="254208"/>
              </a:xfrm>
              <a:custGeom>
                <a:avLst/>
                <a:gdLst/>
                <a:ahLst/>
                <a:cxnLst/>
                <a:rect l="l" t="t" r="r" b="b"/>
                <a:pathLst>
                  <a:path w="7027" h="10852" extrusionOk="0">
                    <a:moveTo>
                      <a:pt x="7027" y="0"/>
                    </a:moveTo>
                    <a:lnTo>
                      <a:pt x="7027" y="0"/>
                    </a:lnTo>
                    <a:cubicBezTo>
                      <a:pt x="3755" y="1988"/>
                      <a:pt x="2954" y="9623"/>
                      <a:pt x="2954" y="9623"/>
                    </a:cubicBezTo>
                    <a:cubicBezTo>
                      <a:pt x="2954" y="9623"/>
                      <a:pt x="1950" y="2100"/>
                      <a:pt x="1" y="1563"/>
                    </a:cubicBezTo>
                    <a:lnTo>
                      <a:pt x="1" y="1563"/>
                    </a:lnTo>
                    <a:cubicBezTo>
                      <a:pt x="2751" y="6649"/>
                      <a:pt x="831" y="10852"/>
                      <a:pt x="831" y="10852"/>
                    </a:cubicBezTo>
                    <a:lnTo>
                      <a:pt x="5468" y="10852"/>
                    </a:lnTo>
                    <a:cubicBezTo>
                      <a:pt x="5468" y="10852"/>
                      <a:pt x="2924" y="5144"/>
                      <a:pt x="7027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23" name="Google Shape;923;p31"/>
            <p:cNvGrpSpPr/>
            <p:nvPr/>
          </p:nvGrpSpPr>
          <p:grpSpPr>
            <a:xfrm>
              <a:off x="218815" y="3946300"/>
              <a:ext cx="1970514" cy="686835"/>
              <a:chOff x="1286413" y="3306853"/>
              <a:chExt cx="1156473" cy="403119"/>
            </a:xfrm>
          </p:grpSpPr>
          <p:sp>
            <p:nvSpPr>
              <p:cNvPr id="924" name="Google Shape;924;p31"/>
              <p:cNvSpPr/>
              <p:nvPr/>
            </p:nvSpPr>
            <p:spPr>
              <a:xfrm>
                <a:off x="1570997" y="3306853"/>
                <a:ext cx="275108" cy="337625"/>
              </a:xfrm>
              <a:custGeom>
                <a:avLst/>
                <a:gdLst/>
                <a:ahLst/>
                <a:cxnLst/>
                <a:rect l="l" t="t" r="r" b="b"/>
                <a:pathLst>
                  <a:path w="11758" h="14413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6955" y="3231"/>
                      <a:pt x="2962" y="14412"/>
                      <a:pt x="2962" y="14412"/>
                    </a:cubicBezTo>
                    <a:lnTo>
                      <a:pt x="9648" y="14412"/>
                    </a:lnTo>
                    <a:cubicBezTo>
                      <a:pt x="9648" y="14412"/>
                      <a:pt x="6461" y="4682"/>
                      <a:pt x="11757" y="1391"/>
                    </a:cubicBezTo>
                    <a:lnTo>
                      <a:pt x="11757" y="1391"/>
                    </a:lnTo>
                    <a:cubicBezTo>
                      <a:pt x="8039" y="2415"/>
                      <a:pt x="6825" y="5880"/>
                      <a:pt x="6691" y="11668"/>
                    </a:cubicBezTo>
                    <a:cubicBezTo>
                      <a:pt x="6018" y="3724"/>
                      <a:pt x="2648" y="673"/>
                      <a:pt x="0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Google Shape;925;p31"/>
              <p:cNvSpPr/>
              <p:nvPr/>
            </p:nvSpPr>
            <p:spPr>
              <a:xfrm>
                <a:off x="1286413" y="3412664"/>
                <a:ext cx="192374" cy="231814"/>
              </a:xfrm>
              <a:custGeom>
                <a:avLst/>
                <a:gdLst/>
                <a:ahLst/>
                <a:cxnLst/>
                <a:rect l="l" t="t" r="r" b="b"/>
                <a:pathLst>
                  <a:path w="8222" h="9896" extrusionOk="0">
                    <a:moveTo>
                      <a:pt x="8222" y="1"/>
                    </a:moveTo>
                    <a:lnTo>
                      <a:pt x="8222" y="1"/>
                    </a:lnTo>
                    <a:cubicBezTo>
                      <a:pt x="2825" y="2105"/>
                      <a:pt x="3247" y="8774"/>
                      <a:pt x="3247" y="8774"/>
                    </a:cubicBezTo>
                    <a:cubicBezTo>
                      <a:pt x="3247" y="8774"/>
                      <a:pt x="2235" y="3716"/>
                      <a:pt x="3963" y="1482"/>
                    </a:cubicBezTo>
                    <a:lnTo>
                      <a:pt x="3963" y="1482"/>
                    </a:lnTo>
                    <a:cubicBezTo>
                      <a:pt x="1" y="3758"/>
                      <a:pt x="1350" y="9895"/>
                      <a:pt x="1350" y="9895"/>
                    </a:cubicBezTo>
                    <a:lnTo>
                      <a:pt x="1350" y="9894"/>
                    </a:lnTo>
                    <a:lnTo>
                      <a:pt x="7041" y="9894"/>
                    </a:lnTo>
                    <a:cubicBezTo>
                      <a:pt x="7041" y="9894"/>
                      <a:pt x="4682" y="4138"/>
                      <a:pt x="8222" y="1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Google Shape;926;p31"/>
              <p:cNvSpPr/>
              <p:nvPr/>
            </p:nvSpPr>
            <p:spPr>
              <a:xfrm>
                <a:off x="2235303" y="3389027"/>
                <a:ext cx="207583" cy="320946"/>
              </a:xfrm>
              <a:custGeom>
                <a:avLst/>
                <a:gdLst/>
                <a:ahLst/>
                <a:cxnLst/>
                <a:rect l="l" t="t" r="r" b="b"/>
                <a:pathLst>
                  <a:path w="8872" h="13701" extrusionOk="0">
                    <a:moveTo>
                      <a:pt x="8872" y="0"/>
                    </a:moveTo>
                    <a:lnTo>
                      <a:pt x="8872" y="0"/>
                    </a:lnTo>
                    <a:cubicBezTo>
                      <a:pt x="4741" y="2510"/>
                      <a:pt x="3730" y="12147"/>
                      <a:pt x="3730" y="12147"/>
                    </a:cubicBezTo>
                    <a:cubicBezTo>
                      <a:pt x="3730" y="12147"/>
                      <a:pt x="2463" y="2651"/>
                      <a:pt x="1" y="1973"/>
                    </a:cubicBezTo>
                    <a:lnTo>
                      <a:pt x="1" y="1973"/>
                    </a:lnTo>
                    <a:cubicBezTo>
                      <a:pt x="3473" y="8392"/>
                      <a:pt x="1049" y="13699"/>
                      <a:pt x="1049" y="13699"/>
                    </a:cubicBezTo>
                    <a:lnTo>
                      <a:pt x="6905" y="13700"/>
                    </a:lnTo>
                    <a:cubicBezTo>
                      <a:pt x="6905" y="13700"/>
                      <a:pt x="3693" y="6494"/>
                      <a:pt x="8872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27" name="Google Shape;927;p31"/>
            <p:cNvGrpSpPr/>
            <p:nvPr/>
          </p:nvGrpSpPr>
          <p:grpSpPr>
            <a:xfrm>
              <a:off x="8404881" y="3960537"/>
              <a:ext cx="818445" cy="575245"/>
              <a:chOff x="1376700" y="3315210"/>
              <a:chExt cx="480336" cy="337625"/>
            </a:xfrm>
          </p:grpSpPr>
          <p:sp>
            <p:nvSpPr>
              <p:cNvPr id="928" name="Google Shape;928;p31"/>
              <p:cNvSpPr/>
              <p:nvPr/>
            </p:nvSpPr>
            <p:spPr>
              <a:xfrm>
                <a:off x="1376700" y="3315210"/>
                <a:ext cx="275108" cy="337625"/>
              </a:xfrm>
              <a:custGeom>
                <a:avLst/>
                <a:gdLst/>
                <a:ahLst/>
                <a:cxnLst/>
                <a:rect l="l" t="t" r="r" b="b"/>
                <a:pathLst>
                  <a:path w="11758" h="14413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6955" y="3231"/>
                      <a:pt x="2962" y="14412"/>
                      <a:pt x="2962" y="14412"/>
                    </a:cubicBezTo>
                    <a:lnTo>
                      <a:pt x="9648" y="14412"/>
                    </a:lnTo>
                    <a:cubicBezTo>
                      <a:pt x="9648" y="14412"/>
                      <a:pt x="6461" y="4682"/>
                      <a:pt x="11757" y="1391"/>
                    </a:cubicBezTo>
                    <a:lnTo>
                      <a:pt x="11757" y="1391"/>
                    </a:lnTo>
                    <a:cubicBezTo>
                      <a:pt x="8039" y="2415"/>
                      <a:pt x="6825" y="5880"/>
                      <a:pt x="6691" y="11668"/>
                    </a:cubicBezTo>
                    <a:cubicBezTo>
                      <a:pt x="6018" y="3724"/>
                      <a:pt x="2648" y="673"/>
                      <a:pt x="0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Google Shape;929;p31"/>
              <p:cNvSpPr/>
              <p:nvPr/>
            </p:nvSpPr>
            <p:spPr>
              <a:xfrm>
                <a:off x="1664662" y="3412664"/>
                <a:ext cx="192374" cy="231814"/>
              </a:xfrm>
              <a:custGeom>
                <a:avLst/>
                <a:gdLst/>
                <a:ahLst/>
                <a:cxnLst/>
                <a:rect l="l" t="t" r="r" b="b"/>
                <a:pathLst>
                  <a:path w="8222" h="9896" extrusionOk="0">
                    <a:moveTo>
                      <a:pt x="8222" y="1"/>
                    </a:moveTo>
                    <a:lnTo>
                      <a:pt x="8222" y="1"/>
                    </a:lnTo>
                    <a:cubicBezTo>
                      <a:pt x="2825" y="2105"/>
                      <a:pt x="3247" y="8774"/>
                      <a:pt x="3247" y="8774"/>
                    </a:cubicBezTo>
                    <a:cubicBezTo>
                      <a:pt x="3247" y="8774"/>
                      <a:pt x="2235" y="3716"/>
                      <a:pt x="3963" y="1482"/>
                    </a:cubicBezTo>
                    <a:lnTo>
                      <a:pt x="3963" y="1482"/>
                    </a:lnTo>
                    <a:cubicBezTo>
                      <a:pt x="1" y="3758"/>
                      <a:pt x="1350" y="9895"/>
                      <a:pt x="1350" y="9895"/>
                    </a:cubicBezTo>
                    <a:lnTo>
                      <a:pt x="1350" y="9894"/>
                    </a:lnTo>
                    <a:lnTo>
                      <a:pt x="7041" y="9894"/>
                    </a:lnTo>
                    <a:cubicBezTo>
                      <a:pt x="7041" y="9894"/>
                      <a:pt x="4682" y="4138"/>
                      <a:pt x="8222" y="1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Google Shape;930;p31"/>
              <p:cNvSpPr/>
              <p:nvPr/>
            </p:nvSpPr>
            <p:spPr>
              <a:xfrm>
                <a:off x="1529349" y="3323555"/>
                <a:ext cx="207583" cy="320946"/>
              </a:xfrm>
              <a:custGeom>
                <a:avLst/>
                <a:gdLst/>
                <a:ahLst/>
                <a:cxnLst/>
                <a:rect l="l" t="t" r="r" b="b"/>
                <a:pathLst>
                  <a:path w="8872" h="13701" extrusionOk="0">
                    <a:moveTo>
                      <a:pt x="8872" y="0"/>
                    </a:moveTo>
                    <a:lnTo>
                      <a:pt x="8872" y="0"/>
                    </a:lnTo>
                    <a:cubicBezTo>
                      <a:pt x="4741" y="2510"/>
                      <a:pt x="3730" y="12147"/>
                      <a:pt x="3730" y="12147"/>
                    </a:cubicBezTo>
                    <a:cubicBezTo>
                      <a:pt x="3730" y="12147"/>
                      <a:pt x="2463" y="2651"/>
                      <a:pt x="1" y="1973"/>
                    </a:cubicBezTo>
                    <a:lnTo>
                      <a:pt x="1" y="1973"/>
                    </a:lnTo>
                    <a:cubicBezTo>
                      <a:pt x="3473" y="8392"/>
                      <a:pt x="1049" y="13699"/>
                      <a:pt x="1049" y="13699"/>
                    </a:cubicBezTo>
                    <a:lnTo>
                      <a:pt x="6905" y="13700"/>
                    </a:lnTo>
                    <a:cubicBezTo>
                      <a:pt x="6905" y="13700"/>
                      <a:pt x="3693" y="6494"/>
                      <a:pt x="8872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9" name="Google Shape;1069;p35"/>
          <p:cNvGrpSpPr/>
          <p:nvPr/>
        </p:nvGrpSpPr>
        <p:grpSpPr>
          <a:xfrm>
            <a:off x="90357" y="527530"/>
            <a:ext cx="6575097" cy="4016700"/>
            <a:chOff x="2682681" y="986909"/>
            <a:chExt cx="1036199" cy="633000"/>
          </a:xfrm>
        </p:grpSpPr>
        <p:sp>
          <p:nvSpPr>
            <p:cNvPr id="1070" name="Google Shape;1070;p35"/>
            <p:cNvSpPr/>
            <p:nvPr/>
          </p:nvSpPr>
          <p:spPr>
            <a:xfrm>
              <a:off x="2682681" y="986909"/>
              <a:ext cx="1036199" cy="633000"/>
            </a:xfrm>
            <a:custGeom>
              <a:avLst/>
              <a:gdLst/>
              <a:ahLst/>
              <a:cxnLst/>
              <a:rect l="l" t="t" r="r" b="b"/>
              <a:pathLst>
                <a:path w="83279" h="50874" extrusionOk="0">
                  <a:moveTo>
                    <a:pt x="29260" y="1"/>
                  </a:moveTo>
                  <a:cubicBezTo>
                    <a:pt x="29115" y="1"/>
                    <a:pt x="28970" y="2"/>
                    <a:pt x="28825" y="4"/>
                  </a:cubicBezTo>
                  <a:cubicBezTo>
                    <a:pt x="12914" y="237"/>
                    <a:pt x="197" y="13041"/>
                    <a:pt x="70" y="28953"/>
                  </a:cubicBezTo>
                  <a:cubicBezTo>
                    <a:pt x="0" y="37653"/>
                    <a:pt x="3737" y="45481"/>
                    <a:pt x="9713" y="50873"/>
                  </a:cubicBezTo>
                  <a:lnTo>
                    <a:pt x="77469" y="50873"/>
                  </a:lnTo>
                  <a:cubicBezTo>
                    <a:pt x="80684" y="46966"/>
                    <a:pt x="82674" y="42011"/>
                    <a:pt x="82849" y="36597"/>
                  </a:cubicBezTo>
                  <a:cubicBezTo>
                    <a:pt x="83278" y="23371"/>
                    <a:pt x="72587" y="12211"/>
                    <a:pt x="59353" y="12091"/>
                  </a:cubicBezTo>
                  <a:cubicBezTo>
                    <a:pt x="59278" y="12090"/>
                    <a:pt x="59203" y="12090"/>
                    <a:pt x="59126" y="12090"/>
                  </a:cubicBezTo>
                  <a:cubicBezTo>
                    <a:pt x="59125" y="12090"/>
                    <a:pt x="59124" y="12090"/>
                    <a:pt x="59122" y="12090"/>
                  </a:cubicBezTo>
                  <a:cubicBezTo>
                    <a:pt x="55580" y="12090"/>
                    <a:pt x="52158" y="10743"/>
                    <a:pt x="49619" y="8272"/>
                  </a:cubicBezTo>
                  <a:cubicBezTo>
                    <a:pt x="44360" y="3154"/>
                    <a:pt x="37179" y="1"/>
                    <a:pt x="29260" y="1"/>
                  </a:cubicBezTo>
                  <a:close/>
                </a:path>
              </a:pathLst>
            </a:custGeom>
            <a:solidFill>
              <a:srgbClr val="FFFFFF">
                <a:alpha val="35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35"/>
            <p:cNvSpPr/>
            <p:nvPr/>
          </p:nvSpPr>
          <p:spPr>
            <a:xfrm>
              <a:off x="3313700" y="1000146"/>
              <a:ext cx="155046" cy="109594"/>
            </a:xfrm>
            <a:custGeom>
              <a:avLst/>
              <a:gdLst/>
              <a:ahLst/>
              <a:cxnLst/>
              <a:rect l="l" t="t" r="r" b="b"/>
              <a:pathLst>
                <a:path w="12461" h="8808" extrusionOk="0">
                  <a:moveTo>
                    <a:pt x="5018" y="0"/>
                  </a:moveTo>
                  <a:cubicBezTo>
                    <a:pt x="4258" y="0"/>
                    <a:pt x="3528" y="109"/>
                    <a:pt x="2871" y="327"/>
                  </a:cubicBezTo>
                  <a:cubicBezTo>
                    <a:pt x="1543" y="769"/>
                    <a:pt x="621" y="1623"/>
                    <a:pt x="312" y="2699"/>
                  </a:cubicBezTo>
                  <a:cubicBezTo>
                    <a:pt x="1" y="3776"/>
                    <a:pt x="327" y="4990"/>
                    <a:pt x="1218" y="6070"/>
                  </a:cubicBezTo>
                  <a:cubicBezTo>
                    <a:pt x="2109" y="7152"/>
                    <a:pt x="3492" y="8013"/>
                    <a:pt x="5061" y="8464"/>
                  </a:cubicBezTo>
                  <a:cubicBezTo>
                    <a:pt x="5855" y="8693"/>
                    <a:pt x="6665" y="8808"/>
                    <a:pt x="7443" y="8808"/>
                  </a:cubicBezTo>
                  <a:cubicBezTo>
                    <a:pt x="8203" y="8808"/>
                    <a:pt x="8932" y="8699"/>
                    <a:pt x="9589" y="8480"/>
                  </a:cubicBezTo>
                  <a:cubicBezTo>
                    <a:pt x="10918" y="8038"/>
                    <a:pt x="11840" y="7186"/>
                    <a:pt x="12150" y="6108"/>
                  </a:cubicBezTo>
                  <a:cubicBezTo>
                    <a:pt x="12460" y="5031"/>
                    <a:pt x="12134" y="3819"/>
                    <a:pt x="11243" y="2737"/>
                  </a:cubicBezTo>
                  <a:cubicBezTo>
                    <a:pt x="10352" y="1657"/>
                    <a:pt x="8969" y="795"/>
                    <a:pt x="7400" y="343"/>
                  </a:cubicBezTo>
                  <a:cubicBezTo>
                    <a:pt x="6606" y="114"/>
                    <a:pt x="5796" y="0"/>
                    <a:pt x="5018" y="0"/>
                  </a:cubicBezTo>
                  <a:close/>
                </a:path>
              </a:pathLst>
            </a:custGeom>
            <a:solidFill>
              <a:srgbClr val="FFFFFF">
                <a:alpha val="35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35"/>
            <p:cNvSpPr/>
            <p:nvPr/>
          </p:nvSpPr>
          <p:spPr>
            <a:xfrm>
              <a:off x="3482832" y="1065361"/>
              <a:ext cx="62611" cy="57036"/>
            </a:xfrm>
            <a:custGeom>
              <a:avLst/>
              <a:gdLst/>
              <a:ahLst/>
              <a:cxnLst/>
              <a:rect l="l" t="t" r="r" b="b"/>
              <a:pathLst>
                <a:path w="5032" h="4584" extrusionOk="0">
                  <a:moveTo>
                    <a:pt x="2516" y="1"/>
                  </a:moveTo>
                  <a:cubicBezTo>
                    <a:pt x="1930" y="1"/>
                    <a:pt x="1343" y="225"/>
                    <a:pt x="896" y="672"/>
                  </a:cubicBezTo>
                  <a:cubicBezTo>
                    <a:pt x="1" y="1567"/>
                    <a:pt x="1" y="3018"/>
                    <a:pt x="896" y="3913"/>
                  </a:cubicBezTo>
                  <a:cubicBezTo>
                    <a:pt x="1343" y="4360"/>
                    <a:pt x="1930" y="4584"/>
                    <a:pt x="2516" y="4584"/>
                  </a:cubicBezTo>
                  <a:cubicBezTo>
                    <a:pt x="3102" y="4584"/>
                    <a:pt x="3689" y="4360"/>
                    <a:pt x="4136" y="3913"/>
                  </a:cubicBezTo>
                  <a:cubicBezTo>
                    <a:pt x="5031" y="3018"/>
                    <a:pt x="5031" y="1567"/>
                    <a:pt x="4136" y="672"/>
                  </a:cubicBezTo>
                  <a:cubicBezTo>
                    <a:pt x="3689" y="225"/>
                    <a:pt x="3102" y="1"/>
                    <a:pt x="2516" y="1"/>
                  </a:cubicBezTo>
                  <a:close/>
                </a:path>
              </a:pathLst>
            </a:custGeom>
            <a:solidFill>
              <a:srgbClr val="FFFFFF">
                <a:alpha val="353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3" name="Google Shape;1073;p35"/>
          <p:cNvGrpSpPr/>
          <p:nvPr/>
        </p:nvGrpSpPr>
        <p:grpSpPr>
          <a:xfrm flipH="1">
            <a:off x="-619337" y="3803055"/>
            <a:ext cx="10360375" cy="1242270"/>
            <a:chOff x="76188" y="3708930"/>
            <a:chExt cx="10360375" cy="1242270"/>
          </a:xfrm>
        </p:grpSpPr>
        <p:grpSp>
          <p:nvGrpSpPr>
            <p:cNvPr id="1074" name="Google Shape;1074;p35"/>
            <p:cNvGrpSpPr/>
            <p:nvPr/>
          </p:nvGrpSpPr>
          <p:grpSpPr>
            <a:xfrm>
              <a:off x="76188" y="4147734"/>
              <a:ext cx="10360375" cy="803466"/>
              <a:chOff x="76200" y="4340034"/>
              <a:chExt cx="10360375" cy="803466"/>
            </a:xfrm>
          </p:grpSpPr>
          <p:sp>
            <p:nvSpPr>
              <p:cNvPr id="1075" name="Google Shape;1075;p35"/>
              <p:cNvSpPr/>
              <p:nvPr/>
            </p:nvSpPr>
            <p:spPr>
              <a:xfrm rot="10800000">
                <a:off x="2007684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Google Shape;1076;p35"/>
              <p:cNvSpPr/>
              <p:nvPr/>
            </p:nvSpPr>
            <p:spPr>
              <a:xfrm rot="10800000" flipH="1">
                <a:off x="76200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Google Shape;1077;p35"/>
              <p:cNvSpPr/>
              <p:nvPr/>
            </p:nvSpPr>
            <p:spPr>
              <a:xfrm rot="10800000">
                <a:off x="5184834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Google Shape;1078;p35"/>
              <p:cNvSpPr/>
              <p:nvPr/>
            </p:nvSpPr>
            <p:spPr>
              <a:xfrm rot="10800000" flipH="1">
                <a:off x="3177150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Google Shape;1079;p35"/>
              <p:cNvSpPr/>
              <p:nvPr/>
            </p:nvSpPr>
            <p:spPr>
              <a:xfrm rot="10800000">
                <a:off x="8428909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Google Shape;1080;p35"/>
              <p:cNvSpPr/>
              <p:nvPr/>
            </p:nvSpPr>
            <p:spPr>
              <a:xfrm rot="10800000" flipH="1">
                <a:off x="6421225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81" name="Google Shape;1081;p35"/>
            <p:cNvGrpSpPr/>
            <p:nvPr/>
          </p:nvGrpSpPr>
          <p:grpSpPr>
            <a:xfrm>
              <a:off x="6221512" y="3708930"/>
              <a:ext cx="1307895" cy="575273"/>
              <a:chOff x="2161713" y="3315239"/>
              <a:chExt cx="607984" cy="267420"/>
            </a:xfrm>
          </p:grpSpPr>
          <p:sp>
            <p:nvSpPr>
              <p:cNvPr id="1082" name="Google Shape;1082;p35"/>
              <p:cNvSpPr/>
              <p:nvPr/>
            </p:nvSpPr>
            <p:spPr>
              <a:xfrm>
                <a:off x="2161713" y="3351361"/>
                <a:ext cx="191789" cy="231298"/>
              </a:xfrm>
              <a:custGeom>
                <a:avLst/>
                <a:gdLst/>
                <a:ahLst/>
                <a:cxnLst/>
                <a:rect l="l" t="t" r="r" b="b"/>
                <a:pathLst>
                  <a:path w="8197" h="9874" extrusionOk="0">
                    <a:moveTo>
                      <a:pt x="7172" y="1"/>
                    </a:moveTo>
                    <a:lnTo>
                      <a:pt x="7172" y="1"/>
                    </a:lnTo>
                    <a:cubicBezTo>
                      <a:pt x="4099" y="1599"/>
                      <a:pt x="3892" y="4964"/>
                      <a:pt x="3523" y="7464"/>
                    </a:cubicBezTo>
                    <a:cubicBezTo>
                      <a:pt x="3359" y="5580"/>
                      <a:pt x="2090" y="985"/>
                      <a:pt x="0" y="616"/>
                    </a:cubicBezTo>
                    <a:lnTo>
                      <a:pt x="0" y="616"/>
                    </a:lnTo>
                    <a:cubicBezTo>
                      <a:pt x="2705" y="2746"/>
                      <a:pt x="1844" y="9874"/>
                      <a:pt x="1844" y="9874"/>
                    </a:cubicBezTo>
                    <a:lnTo>
                      <a:pt x="7909" y="9874"/>
                    </a:lnTo>
                    <a:cubicBezTo>
                      <a:pt x="8196" y="7044"/>
                      <a:pt x="7172" y="3279"/>
                      <a:pt x="7172" y="3278"/>
                    </a:cubicBezTo>
                    <a:lnTo>
                      <a:pt x="7172" y="3278"/>
                    </a:lnTo>
                    <a:cubicBezTo>
                      <a:pt x="7172" y="3279"/>
                      <a:pt x="7295" y="6966"/>
                      <a:pt x="5819" y="7704"/>
                    </a:cubicBezTo>
                    <a:cubicBezTo>
                      <a:pt x="5123" y="6351"/>
                      <a:pt x="5328" y="2131"/>
                      <a:pt x="7172" y="1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Google Shape;1083;p35"/>
              <p:cNvSpPr/>
              <p:nvPr/>
            </p:nvSpPr>
            <p:spPr>
              <a:xfrm>
                <a:off x="2378304" y="3315239"/>
                <a:ext cx="217878" cy="267420"/>
              </a:xfrm>
              <a:custGeom>
                <a:avLst/>
                <a:gdLst/>
                <a:ahLst/>
                <a:cxnLst/>
                <a:rect l="l" t="t" r="r" b="b"/>
                <a:pathLst>
                  <a:path w="9312" h="11416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5510" y="2559"/>
                      <a:pt x="2346" y="11416"/>
                      <a:pt x="2346" y="11416"/>
                    </a:cubicBezTo>
                    <a:lnTo>
                      <a:pt x="7642" y="11416"/>
                    </a:lnTo>
                    <a:cubicBezTo>
                      <a:pt x="7642" y="11416"/>
                      <a:pt x="5118" y="3709"/>
                      <a:pt x="9312" y="1102"/>
                    </a:cubicBezTo>
                    <a:lnTo>
                      <a:pt x="9312" y="1102"/>
                    </a:lnTo>
                    <a:cubicBezTo>
                      <a:pt x="6368" y="1913"/>
                      <a:pt x="5407" y="4656"/>
                      <a:pt x="5300" y="9241"/>
                    </a:cubicBezTo>
                    <a:cubicBezTo>
                      <a:pt x="4768" y="2950"/>
                      <a:pt x="2098" y="533"/>
                      <a:pt x="1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Google Shape;1084;p35"/>
              <p:cNvSpPr/>
              <p:nvPr/>
            </p:nvSpPr>
            <p:spPr>
              <a:xfrm>
                <a:off x="2587220" y="3358716"/>
                <a:ext cx="182477" cy="223943"/>
              </a:xfrm>
              <a:custGeom>
                <a:avLst/>
                <a:gdLst/>
                <a:ahLst/>
                <a:cxnLst/>
                <a:rect l="l" t="t" r="r" b="b"/>
                <a:pathLst>
                  <a:path w="7799" h="9560" extrusionOk="0">
                    <a:moveTo>
                      <a:pt x="7799" y="0"/>
                    </a:moveTo>
                    <a:lnTo>
                      <a:pt x="7799" y="0"/>
                    </a:lnTo>
                    <a:cubicBezTo>
                      <a:pt x="6042" y="447"/>
                      <a:pt x="3806" y="2471"/>
                      <a:pt x="3360" y="7739"/>
                    </a:cubicBezTo>
                    <a:cubicBezTo>
                      <a:pt x="3271" y="3901"/>
                      <a:pt x="2466" y="1603"/>
                      <a:pt x="0" y="923"/>
                    </a:cubicBezTo>
                    <a:lnTo>
                      <a:pt x="0" y="923"/>
                    </a:lnTo>
                    <a:cubicBezTo>
                      <a:pt x="3513" y="3107"/>
                      <a:pt x="1399" y="9560"/>
                      <a:pt x="1399" y="9560"/>
                    </a:cubicBezTo>
                    <a:lnTo>
                      <a:pt x="5835" y="9560"/>
                    </a:lnTo>
                    <a:cubicBezTo>
                      <a:pt x="5835" y="9560"/>
                      <a:pt x="3186" y="2144"/>
                      <a:pt x="7799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Google Shape;1085;p35"/>
              <p:cNvSpPr/>
              <p:nvPr/>
            </p:nvSpPr>
            <p:spPr>
              <a:xfrm>
                <a:off x="2321682" y="3399054"/>
                <a:ext cx="152388" cy="183605"/>
              </a:xfrm>
              <a:custGeom>
                <a:avLst/>
                <a:gdLst/>
                <a:ahLst/>
                <a:cxnLst/>
                <a:rect l="l" t="t" r="r" b="b"/>
                <a:pathLst>
                  <a:path w="6513" h="7838" extrusionOk="0">
                    <a:moveTo>
                      <a:pt x="6513" y="0"/>
                    </a:moveTo>
                    <a:lnTo>
                      <a:pt x="6513" y="0"/>
                    </a:lnTo>
                    <a:cubicBezTo>
                      <a:pt x="2237" y="1667"/>
                      <a:pt x="2572" y="6951"/>
                      <a:pt x="2572" y="6951"/>
                    </a:cubicBezTo>
                    <a:cubicBezTo>
                      <a:pt x="2572" y="6951"/>
                      <a:pt x="1771" y="2944"/>
                      <a:pt x="3140" y="1174"/>
                    </a:cubicBezTo>
                    <a:lnTo>
                      <a:pt x="3140" y="1174"/>
                    </a:lnTo>
                    <a:cubicBezTo>
                      <a:pt x="1" y="2977"/>
                      <a:pt x="1069" y="7838"/>
                      <a:pt x="1069" y="7838"/>
                    </a:cubicBezTo>
                    <a:lnTo>
                      <a:pt x="1069" y="7837"/>
                    </a:lnTo>
                    <a:lnTo>
                      <a:pt x="5578" y="7837"/>
                    </a:lnTo>
                    <a:cubicBezTo>
                      <a:pt x="5578" y="7837"/>
                      <a:pt x="3707" y="3277"/>
                      <a:pt x="6513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Google Shape;1086;p35"/>
              <p:cNvSpPr/>
              <p:nvPr/>
            </p:nvSpPr>
            <p:spPr>
              <a:xfrm>
                <a:off x="2514150" y="3328451"/>
                <a:ext cx="164414" cy="254208"/>
              </a:xfrm>
              <a:custGeom>
                <a:avLst/>
                <a:gdLst/>
                <a:ahLst/>
                <a:cxnLst/>
                <a:rect l="l" t="t" r="r" b="b"/>
                <a:pathLst>
                  <a:path w="7027" h="10852" extrusionOk="0">
                    <a:moveTo>
                      <a:pt x="7027" y="0"/>
                    </a:moveTo>
                    <a:lnTo>
                      <a:pt x="7027" y="0"/>
                    </a:lnTo>
                    <a:cubicBezTo>
                      <a:pt x="3755" y="1988"/>
                      <a:pt x="2954" y="9623"/>
                      <a:pt x="2954" y="9623"/>
                    </a:cubicBezTo>
                    <a:cubicBezTo>
                      <a:pt x="2954" y="9623"/>
                      <a:pt x="1950" y="2100"/>
                      <a:pt x="1" y="1563"/>
                    </a:cubicBezTo>
                    <a:lnTo>
                      <a:pt x="1" y="1563"/>
                    </a:lnTo>
                    <a:cubicBezTo>
                      <a:pt x="2751" y="6649"/>
                      <a:pt x="831" y="10852"/>
                      <a:pt x="831" y="10852"/>
                    </a:cubicBezTo>
                    <a:lnTo>
                      <a:pt x="5468" y="10852"/>
                    </a:lnTo>
                    <a:cubicBezTo>
                      <a:pt x="5468" y="10852"/>
                      <a:pt x="2924" y="5144"/>
                      <a:pt x="7027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87" name="Google Shape;1087;p35"/>
            <p:cNvGrpSpPr/>
            <p:nvPr/>
          </p:nvGrpSpPr>
          <p:grpSpPr>
            <a:xfrm>
              <a:off x="2631902" y="3737325"/>
              <a:ext cx="767639" cy="575285"/>
              <a:chOff x="1286413" y="3306853"/>
              <a:chExt cx="450519" cy="337648"/>
            </a:xfrm>
          </p:grpSpPr>
          <p:sp>
            <p:nvSpPr>
              <p:cNvPr id="1088" name="Google Shape;1088;p35"/>
              <p:cNvSpPr/>
              <p:nvPr/>
            </p:nvSpPr>
            <p:spPr>
              <a:xfrm>
                <a:off x="1357869" y="3306853"/>
                <a:ext cx="275108" cy="337625"/>
              </a:xfrm>
              <a:custGeom>
                <a:avLst/>
                <a:gdLst/>
                <a:ahLst/>
                <a:cxnLst/>
                <a:rect l="l" t="t" r="r" b="b"/>
                <a:pathLst>
                  <a:path w="11758" h="14413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6955" y="3231"/>
                      <a:pt x="2962" y="14412"/>
                      <a:pt x="2962" y="14412"/>
                    </a:cubicBezTo>
                    <a:lnTo>
                      <a:pt x="9648" y="14412"/>
                    </a:lnTo>
                    <a:cubicBezTo>
                      <a:pt x="9648" y="14412"/>
                      <a:pt x="6461" y="4682"/>
                      <a:pt x="11757" y="1391"/>
                    </a:cubicBezTo>
                    <a:lnTo>
                      <a:pt x="11757" y="1391"/>
                    </a:lnTo>
                    <a:cubicBezTo>
                      <a:pt x="8039" y="2415"/>
                      <a:pt x="6825" y="5880"/>
                      <a:pt x="6691" y="11668"/>
                    </a:cubicBezTo>
                    <a:cubicBezTo>
                      <a:pt x="6018" y="3724"/>
                      <a:pt x="2648" y="673"/>
                      <a:pt x="0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Google Shape;1089;p35"/>
              <p:cNvSpPr/>
              <p:nvPr/>
            </p:nvSpPr>
            <p:spPr>
              <a:xfrm>
                <a:off x="1286413" y="3412664"/>
                <a:ext cx="192374" cy="231814"/>
              </a:xfrm>
              <a:custGeom>
                <a:avLst/>
                <a:gdLst/>
                <a:ahLst/>
                <a:cxnLst/>
                <a:rect l="l" t="t" r="r" b="b"/>
                <a:pathLst>
                  <a:path w="8222" h="9896" extrusionOk="0">
                    <a:moveTo>
                      <a:pt x="8222" y="1"/>
                    </a:moveTo>
                    <a:lnTo>
                      <a:pt x="8222" y="1"/>
                    </a:lnTo>
                    <a:cubicBezTo>
                      <a:pt x="2825" y="2105"/>
                      <a:pt x="3247" y="8774"/>
                      <a:pt x="3247" y="8774"/>
                    </a:cubicBezTo>
                    <a:cubicBezTo>
                      <a:pt x="3247" y="8774"/>
                      <a:pt x="2235" y="3716"/>
                      <a:pt x="3963" y="1482"/>
                    </a:cubicBezTo>
                    <a:lnTo>
                      <a:pt x="3963" y="1482"/>
                    </a:lnTo>
                    <a:cubicBezTo>
                      <a:pt x="1" y="3758"/>
                      <a:pt x="1350" y="9895"/>
                      <a:pt x="1350" y="9895"/>
                    </a:cubicBezTo>
                    <a:lnTo>
                      <a:pt x="1350" y="9894"/>
                    </a:lnTo>
                    <a:lnTo>
                      <a:pt x="7041" y="9894"/>
                    </a:lnTo>
                    <a:cubicBezTo>
                      <a:pt x="7041" y="9894"/>
                      <a:pt x="4682" y="4138"/>
                      <a:pt x="8222" y="1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Google Shape;1090;p35"/>
              <p:cNvSpPr/>
              <p:nvPr/>
            </p:nvSpPr>
            <p:spPr>
              <a:xfrm>
                <a:off x="1529349" y="3323555"/>
                <a:ext cx="207583" cy="320946"/>
              </a:xfrm>
              <a:custGeom>
                <a:avLst/>
                <a:gdLst/>
                <a:ahLst/>
                <a:cxnLst/>
                <a:rect l="l" t="t" r="r" b="b"/>
                <a:pathLst>
                  <a:path w="8872" h="13701" extrusionOk="0">
                    <a:moveTo>
                      <a:pt x="8872" y="0"/>
                    </a:moveTo>
                    <a:lnTo>
                      <a:pt x="8872" y="0"/>
                    </a:lnTo>
                    <a:cubicBezTo>
                      <a:pt x="4741" y="2510"/>
                      <a:pt x="3730" y="12147"/>
                      <a:pt x="3730" y="12147"/>
                    </a:cubicBezTo>
                    <a:cubicBezTo>
                      <a:pt x="3730" y="12147"/>
                      <a:pt x="2463" y="2651"/>
                      <a:pt x="1" y="1973"/>
                    </a:cubicBezTo>
                    <a:lnTo>
                      <a:pt x="1" y="1973"/>
                    </a:lnTo>
                    <a:cubicBezTo>
                      <a:pt x="3473" y="8392"/>
                      <a:pt x="1049" y="13699"/>
                      <a:pt x="1049" y="13699"/>
                    </a:cubicBezTo>
                    <a:lnTo>
                      <a:pt x="6905" y="13700"/>
                    </a:lnTo>
                    <a:cubicBezTo>
                      <a:pt x="6905" y="13700"/>
                      <a:pt x="3693" y="6494"/>
                      <a:pt x="8872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91" name="Google Shape;1091;p35"/>
          <p:cNvGrpSpPr/>
          <p:nvPr/>
        </p:nvGrpSpPr>
        <p:grpSpPr>
          <a:xfrm>
            <a:off x="5070563" y="527532"/>
            <a:ext cx="2450065" cy="2803943"/>
            <a:chOff x="102290" y="527532"/>
            <a:chExt cx="2450065" cy="2803943"/>
          </a:xfrm>
        </p:grpSpPr>
        <p:grpSp>
          <p:nvGrpSpPr>
            <p:cNvPr id="1092" name="Google Shape;1092;p35"/>
            <p:cNvGrpSpPr/>
            <p:nvPr/>
          </p:nvGrpSpPr>
          <p:grpSpPr>
            <a:xfrm>
              <a:off x="201255" y="1440643"/>
              <a:ext cx="2351100" cy="1890832"/>
              <a:chOff x="74805" y="1836043"/>
              <a:chExt cx="2351100" cy="1890832"/>
            </a:xfrm>
          </p:grpSpPr>
          <p:sp>
            <p:nvSpPr>
              <p:cNvPr id="1093" name="Google Shape;1093;p35"/>
              <p:cNvSpPr/>
              <p:nvPr/>
            </p:nvSpPr>
            <p:spPr>
              <a:xfrm>
                <a:off x="550116" y="1836043"/>
                <a:ext cx="1400100" cy="214200"/>
              </a:xfrm>
              <a:prstGeom prst="ellipse">
                <a:avLst/>
              </a:pr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Google Shape;1094;p35"/>
              <p:cNvSpPr/>
              <p:nvPr/>
            </p:nvSpPr>
            <p:spPr>
              <a:xfrm>
                <a:off x="371278" y="2354720"/>
                <a:ext cx="1758300" cy="254400"/>
              </a:xfrm>
              <a:prstGeom prst="ellipse">
                <a:avLst/>
              </a:pr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Google Shape;1095;p35"/>
              <p:cNvSpPr/>
              <p:nvPr/>
            </p:nvSpPr>
            <p:spPr>
              <a:xfrm>
                <a:off x="205745" y="2913597"/>
                <a:ext cx="2089500" cy="254400"/>
              </a:xfrm>
              <a:prstGeom prst="ellipse">
                <a:avLst/>
              </a:pr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Google Shape;1096;p35"/>
              <p:cNvSpPr/>
              <p:nvPr/>
            </p:nvSpPr>
            <p:spPr>
              <a:xfrm>
                <a:off x="74805" y="3472475"/>
                <a:ext cx="2351100" cy="254400"/>
              </a:xfrm>
              <a:prstGeom prst="ellipse">
                <a:avLst/>
              </a:pr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97" name="Google Shape;1097;p35"/>
            <p:cNvGrpSpPr/>
            <p:nvPr/>
          </p:nvGrpSpPr>
          <p:grpSpPr>
            <a:xfrm>
              <a:off x="102290" y="527532"/>
              <a:ext cx="2296130" cy="608633"/>
              <a:chOff x="5929275" y="535002"/>
              <a:chExt cx="2136332" cy="566276"/>
            </a:xfrm>
          </p:grpSpPr>
          <p:sp>
            <p:nvSpPr>
              <p:cNvPr id="1098" name="Google Shape;1098;p35"/>
              <p:cNvSpPr/>
              <p:nvPr/>
            </p:nvSpPr>
            <p:spPr>
              <a:xfrm>
                <a:off x="6878418" y="1067968"/>
                <a:ext cx="773264" cy="33310"/>
              </a:xfrm>
              <a:custGeom>
                <a:avLst/>
                <a:gdLst/>
                <a:ahLst/>
                <a:cxnLst/>
                <a:rect l="l" t="t" r="r" b="b"/>
                <a:pathLst>
                  <a:path w="33049" h="1422" extrusionOk="0">
                    <a:moveTo>
                      <a:pt x="711" y="1"/>
                    </a:moveTo>
                    <a:cubicBezTo>
                      <a:pt x="318" y="1"/>
                      <a:pt x="0" y="319"/>
                      <a:pt x="0" y="712"/>
                    </a:cubicBezTo>
                    <a:cubicBezTo>
                      <a:pt x="0" y="1103"/>
                      <a:pt x="318" y="1421"/>
                      <a:pt x="711" y="1421"/>
                    </a:cubicBezTo>
                    <a:lnTo>
                      <a:pt x="32339" y="1421"/>
                    </a:lnTo>
                    <a:cubicBezTo>
                      <a:pt x="32731" y="1421"/>
                      <a:pt x="33049" y="1103"/>
                      <a:pt x="33049" y="712"/>
                    </a:cubicBezTo>
                    <a:cubicBezTo>
                      <a:pt x="33049" y="319"/>
                      <a:pt x="32731" y="1"/>
                      <a:pt x="3233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99" name="Google Shape;1099;p35"/>
              <p:cNvGrpSpPr/>
              <p:nvPr/>
            </p:nvGrpSpPr>
            <p:grpSpPr>
              <a:xfrm>
                <a:off x="6876827" y="921163"/>
                <a:ext cx="776516" cy="180115"/>
                <a:chOff x="6876827" y="921163"/>
                <a:chExt cx="776516" cy="180115"/>
              </a:xfrm>
            </p:grpSpPr>
            <p:sp>
              <p:nvSpPr>
                <p:cNvPr id="1100" name="Google Shape;1100;p35"/>
                <p:cNvSpPr/>
                <p:nvPr/>
              </p:nvSpPr>
              <p:spPr>
                <a:xfrm>
                  <a:off x="6876827" y="921163"/>
                  <a:ext cx="776516" cy="1801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188" h="7689" extrusionOk="0">
                      <a:moveTo>
                        <a:pt x="8890" y="1"/>
                      </a:moveTo>
                      <a:cubicBezTo>
                        <a:pt x="7500" y="1"/>
                        <a:pt x="6195" y="543"/>
                        <a:pt x="5211" y="1525"/>
                      </a:cubicBezTo>
                      <a:lnTo>
                        <a:pt x="277" y="6459"/>
                      </a:lnTo>
                      <a:cubicBezTo>
                        <a:pt x="1" y="6738"/>
                        <a:pt x="1" y="7187"/>
                        <a:pt x="277" y="7464"/>
                      </a:cubicBezTo>
                      <a:cubicBezTo>
                        <a:pt x="416" y="7602"/>
                        <a:pt x="598" y="7671"/>
                        <a:pt x="779" y="7671"/>
                      </a:cubicBezTo>
                      <a:cubicBezTo>
                        <a:pt x="961" y="7671"/>
                        <a:pt x="1143" y="7602"/>
                        <a:pt x="1281" y="7464"/>
                      </a:cubicBezTo>
                      <a:lnTo>
                        <a:pt x="6215" y="2530"/>
                      </a:lnTo>
                      <a:cubicBezTo>
                        <a:pt x="6929" y="1816"/>
                        <a:pt x="7879" y="1422"/>
                        <a:pt x="8889" y="1422"/>
                      </a:cubicBezTo>
                      <a:lnTo>
                        <a:pt x="24395" y="1422"/>
                      </a:lnTo>
                      <a:cubicBezTo>
                        <a:pt x="25331" y="1422"/>
                        <a:pt x="26210" y="1786"/>
                        <a:pt x="26871" y="2448"/>
                      </a:cubicBezTo>
                      <a:lnTo>
                        <a:pt x="31905" y="7481"/>
                      </a:lnTo>
                      <a:cubicBezTo>
                        <a:pt x="32043" y="7620"/>
                        <a:pt x="32225" y="7688"/>
                        <a:pt x="32407" y="7688"/>
                      </a:cubicBezTo>
                      <a:cubicBezTo>
                        <a:pt x="32589" y="7688"/>
                        <a:pt x="32771" y="7620"/>
                        <a:pt x="32911" y="7479"/>
                      </a:cubicBezTo>
                      <a:cubicBezTo>
                        <a:pt x="33188" y="7203"/>
                        <a:pt x="33188" y="6753"/>
                        <a:pt x="32911" y="6476"/>
                      </a:cubicBezTo>
                      <a:lnTo>
                        <a:pt x="27876" y="1442"/>
                      </a:lnTo>
                      <a:cubicBezTo>
                        <a:pt x="26947" y="512"/>
                        <a:pt x="25711" y="1"/>
                        <a:pt x="2439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01" name="Google Shape;1101;p35"/>
                <p:cNvSpPr/>
                <p:nvPr/>
              </p:nvSpPr>
              <p:spPr>
                <a:xfrm>
                  <a:off x="6876827" y="921163"/>
                  <a:ext cx="776516" cy="1801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188" h="7689" extrusionOk="0">
                      <a:moveTo>
                        <a:pt x="8890" y="1"/>
                      </a:moveTo>
                      <a:cubicBezTo>
                        <a:pt x="7500" y="1"/>
                        <a:pt x="6195" y="543"/>
                        <a:pt x="5211" y="1525"/>
                      </a:cubicBezTo>
                      <a:lnTo>
                        <a:pt x="277" y="6459"/>
                      </a:lnTo>
                      <a:cubicBezTo>
                        <a:pt x="1" y="6738"/>
                        <a:pt x="1" y="7187"/>
                        <a:pt x="277" y="7464"/>
                      </a:cubicBezTo>
                      <a:cubicBezTo>
                        <a:pt x="416" y="7602"/>
                        <a:pt x="598" y="7671"/>
                        <a:pt x="779" y="7671"/>
                      </a:cubicBezTo>
                      <a:cubicBezTo>
                        <a:pt x="961" y="7671"/>
                        <a:pt x="1143" y="7602"/>
                        <a:pt x="1281" y="7464"/>
                      </a:cubicBezTo>
                      <a:lnTo>
                        <a:pt x="6215" y="2530"/>
                      </a:lnTo>
                      <a:cubicBezTo>
                        <a:pt x="6929" y="1816"/>
                        <a:pt x="7879" y="1422"/>
                        <a:pt x="8889" y="1422"/>
                      </a:cubicBezTo>
                      <a:lnTo>
                        <a:pt x="24395" y="1422"/>
                      </a:lnTo>
                      <a:cubicBezTo>
                        <a:pt x="25331" y="1422"/>
                        <a:pt x="26210" y="1786"/>
                        <a:pt x="26871" y="2448"/>
                      </a:cubicBezTo>
                      <a:lnTo>
                        <a:pt x="31905" y="7481"/>
                      </a:lnTo>
                      <a:cubicBezTo>
                        <a:pt x="32043" y="7620"/>
                        <a:pt x="32225" y="7688"/>
                        <a:pt x="32407" y="7688"/>
                      </a:cubicBezTo>
                      <a:cubicBezTo>
                        <a:pt x="32589" y="7688"/>
                        <a:pt x="32771" y="7620"/>
                        <a:pt x="32911" y="7479"/>
                      </a:cubicBezTo>
                      <a:cubicBezTo>
                        <a:pt x="33188" y="7203"/>
                        <a:pt x="33188" y="6753"/>
                        <a:pt x="32911" y="6476"/>
                      </a:cubicBezTo>
                      <a:lnTo>
                        <a:pt x="27876" y="1442"/>
                      </a:lnTo>
                      <a:cubicBezTo>
                        <a:pt x="26947" y="512"/>
                        <a:pt x="25711" y="1"/>
                        <a:pt x="24397" y="1"/>
                      </a:cubicBezTo>
                      <a:close/>
                    </a:path>
                  </a:pathLst>
                </a:custGeom>
                <a:solidFill>
                  <a:srgbClr val="000000">
                    <a:alpha val="2024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02" name="Google Shape;1102;p35"/>
              <p:cNvSpPr/>
              <p:nvPr/>
            </p:nvSpPr>
            <p:spPr>
              <a:xfrm>
                <a:off x="6696245" y="603333"/>
                <a:ext cx="245627" cy="21059"/>
              </a:xfrm>
              <a:custGeom>
                <a:avLst/>
                <a:gdLst/>
                <a:ahLst/>
                <a:cxnLst/>
                <a:rect l="l" t="t" r="r" b="b"/>
                <a:pathLst>
                  <a:path w="10498" h="899" extrusionOk="0">
                    <a:moveTo>
                      <a:pt x="121" y="1"/>
                    </a:moveTo>
                    <a:cubicBezTo>
                      <a:pt x="55" y="1"/>
                      <a:pt x="0" y="56"/>
                      <a:pt x="0" y="123"/>
                    </a:cubicBezTo>
                    <a:cubicBezTo>
                      <a:pt x="1" y="181"/>
                      <a:pt x="43" y="231"/>
                      <a:pt x="101" y="241"/>
                    </a:cubicBezTo>
                    <a:lnTo>
                      <a:pt x="3767" y="821"/>
                    </a:lnTo>
                    <a:cubicBezTo>
                      <a:pt x="4097" y="873"/>
                      <a:pt x="4431" y="899"/>
                      <a:pt x="4764" y="899"/>
                    </a:cubicBezTo>
                    <a:lnTo>
                      <a:pt x="7523" y="899"/>
                    </a:lnTo>
                    <a:cubicBezTo>
                      <a:pt x="8565" y="899"/>
                      <a:pt x="9585" y="609"/>
                      <a:pt x="10471" y="60"/>
                    </a:cubicBezTo>
                    <a:cubicBezTo>
                      <a:pt x="10498" y="43"/>
                      <a:pt x="10486" y="1"/>
                      <a:pt x="1045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Google Shape;1103;p35"/>
              <p:cNvSpPr/>
              <p:nvPr/>
            </p:nvSpPr>
            <p:spPr>
              <a:xfrm>
                <a:off x="6680475" y="622448"/>
                <a:ext cx="350705" cy="198316"/>
              </a:xfrm>
              <a:custGeom>
                <a:avLst/>
                <a:gdLst/>
                <a:ahLst/>
                <a:cxnLst/>
                <a:rect l="l" t="t" r="r" b="b"/>
                <a:pathLst>
                  <a:path w="14989" h="8466" extrusionOk="0">
                    <a:moveTo>
                      <a:pt x="419" y="0"/>
                    </a:moveTo>
                    <a:cubicBezTo>
                      <a:pt x="200" y="0"/>
                      <a:pt x="0" y="177"/>
                      <a:pt x="0" y="419"/>
                    </a:cubicBezTo>
                    <a:lnTo>
                      <a:pt x="0" y="789"/>
                    </a:lnTo>
                    <a:cubicBezTo>
                      <a:pt x="0" y="945"/>
                      <a:pt x="88" y="1089"/>
                      <a:pt x="227" y="1161"/>
                    </a:cubicBezTo>
                    <a:lnTo>
                      <a:pt x="488" y="1294"/>
                    </a:lnTo>
                    <a:lnTo>
                      <a:pt x="14379" y="8419"/>
                    </a:lnTo>
                    <a:cubicBezTo>
                      <a:pt x="14442" y="8451"/>
                      <a:pt x="14507" y="8466"/>
                      <a:pt x="14570" y="8466"/>
                    </a:cubicBezTo>
                    <a:cubicBezTo>
                      <a:pt x="14711" y="8466"/>
                      <a:pt x="14844" y="8393"/>
                      <a:pt x="14921" y="8276"/>
                    </a:cubicBezTo>
                    <a:cubicBezTo>
                      <a:pt x="14963" y="8211"/>
                      <a:pt x="14989" y="8134"/>
                      <a:pt x="14989" y="8046"/>
                    </a:cubicBezTo>
                    <a:cubicBezTo>
                      <a:pt x="14989" y="7664"/>
                      <a:pt x="14774" y="7312"/>
                      <a:pt x="14433" y="7135"/>
                    </a:cubicBezTo>
                    <a:lnTo>
                      <a:pt x="1475" y="489"/>
                    </a:lnTo>
                    <a:lnTo>
                      <a:pt x="786" y="137"/>
                    </a:lnTo>
                    <a:lnTo>
                      <a:pt x="611" y="47"/>
                    </a:lnTo>
                    <a:cubicBezTo>
                      <a:pt x="548" y="15"/>
                      <a:pt x="483" y="0"/>
                      <a:pt x="41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Google Shape;1104;p35"/>
              <p:cNvSpPr/>
              <p:nvPr/>
            </p:nvSpPr>
            <p:spPr>
              <a:xfrm>
                <a:off x="6667373" y="610525"/>
                <a:ext cx="42958" cy="58258"/>
              </a:xfrm>
              <a:custGeom>
                <a:avLst/>
                <a:gdLst/>
                <a:ahLst/>
                <a:cxnLst/>
                <a:rect l="l" t="t" r="r" b="b"/>
                <a:pathLst>
                  <a:path w="1836" h="2487" extrusionOk="0">
                    <a:moveTo>
                      <a:pt x="226" y="0"/>
                    </a:moveTo>
                    <a:cubicBezTo>
                      <a:pt x="102" y="0"/>
                      <a:pt x="0" y="101"/>
                      <a:pt x="0" y="226"/>
                    </a:cubicBezTo>
                    <a:lnTo>
                      <a:pt x="0" y="2261"/>
                    </a:lnTo>
                    <a:cubicBezTo>
                      <a:pt x="0" y="2385"/>
                      <a:pt x="102" y="2486"/>
                      <a:pt x="226" y="2486"/>
                    </a:cubicBezTo>
                    <a:lnTo>
                      <a:pt x="1610" y="2486"/>
                    </a:lnTo>
                    <a:cubicBezTo>
                      <a:pt x="1735" y="2486"/>
                      <a:pt x="1835" y="2385"/>
                      <a:pt x="1835" y="2261"/>
                    </a:cubicBezTo>
                    <a:lnTo>
                      <a:pt x="1835" y="226"/>
                    </a:lnTo>
                    <a:cubicBezTo>
                      <a:pt x="1835" y="101"/>
                      <a:pt x="1735" y="1"/>
                      <a:pt x="161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Google Shape;1105;p35"/>
              <p:cNvSpPr/>
              <p:nvPr/>
            </p:nvSpPr>
            <p:spPr>
              <a:xfrm>
                <a:off x="6667373" y="610525"/>
                <a:ext cx="26392" cy="58258"/>
              </a:xfrm>
              <a:custGeom>
                <a:avLst/>
                <a:gdLst/>
                <a:ahLst/>
                <a:cxnLst/>
                <a:rect l="l" t="t" r="r" b="b"/>
                <a:pathLst>
                  <a:path w="1128" h="2487" extrusionOk="0">
                    <a:moveTo>
                      <a:pt x="226" y="0"/>
                    </a:moveTo>
                    <a:cubicBezTo>
                      <a:pt x="102" y="0"/>
                      <a:pt x="0" y="101"/>
                      <a:pt x="0" y="226"/>
                    </a:cubicBezTo>
                    <a:lnTo>
                      <a:pt x="0" y="2261"/>
                    </a:lnTo>
                    <a:cubicBezTo>
                      <a:pt x="0" y="2385"/>
                      <a:pt x="102" y="2486"/>
                      <a:pt x="226" y="2486"/>
                    </a:cubicBezTo>
                    <a:lnTo>
                      <a:pt x="902" y="2486"/>
                    </a:lnTo>
                    <a:cubicBezTo>
                      <a:pt x="1026" y="2486"/>
                      <a:pt x="1128" y="2385"/>
                      <a:pt x="1128" y="2261"/>
                    </a:cubicBezTo>
                    <a:lnTo>
                      <a:pt x="1128" y="226"/>
                    </a:lnTo>
                    <a:cubicBezTo>
                      <a:pt x="1128" y="101"/>
                      <a:pt x="1026" y="1"/>
                      <a:pt x="902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Google Shape;1106;p35"/>
              <p:cNvSpPr/>
              <p:nvPr/>
            </p:nvSpPr>
            <p:spPr>
              <a:xfrm>
                <a:off x="6673760" y="602349"/>
                <a:ext cx="30206" cy="8199"/>
              </a:xfrm>
              <a:custGeom>
                <a:avLst/>
                <a:gdLst/>
                <a:ahLst/>
                <a:cxnLst/>
                <a:rect l="l" t="t" r="r" b="b"/>
                <a:pathLst>
                  <a:path w="1291" h="350" extrusionOk="0">
                    <a:moveTo>
                      <a:pt x="0" y="0"/>
                    </a:moveTo>
                    <a:lnTo>
                      <a:pt x="0" y="349"/>
                    </a:lnTo>
                    <a:lnTo>
                      <a:pt x="1290" y="349"/>
                    </a:lnTo>
                    <a:lnTo>
                      <a:pt x="129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Google Shape;1107;p35"/>
              <p:cNvSpPr/>
              <p:nvPr/>
            </p:nvSpPr>
            <p:spPr>
              <a:xfrm>
                <a:off x="6667396" y="590121"/>
                <a:ext cx="42934" cy="12251"/>
              </a:xfrm>
              <a:custGeom>
                <a:avLst/>
                <a:gdLst/>
                <a:ahLst/>
                <a:cxnLst/>
                <a:rect l="l" t="t" r="r" b="b"/>
                <a:pathLst>
                  <a:path w="1835" h="523" extrusionOk="0">
                    <a:moveTo>
                      <a:pt x="79" y="0"/>
                    </a:moveTo>
                    <a:cubicBezTo>
                      <a:pt x="35" y="0"/>
                      <a:pt x="0" y="35"/>
                      <a:pt x="0" y="78"/>
                    </a:cubicBezTo>
                    <a:lnTo>
                      <a:pt x="0" y="445"/>
                    </a:lnTo>
                    <a:cubicBezTo>
                      <a:pt x="0" y="488"/>
                      <a:pt x="35" y="522"/>
                      <a:pt x="79" y="522"/>
                    </a:cubicBezTo>
                    <a:lnTo>
                      <a:pt x="1756" y="522"/>
                    </a:lnTo>
                    <a:cubicBezTo>
                      <a:pt x="1799" y="522"/>
                      <a:pt x="1834" y="488"/>
                      <a:pt x="1834" y="445"/>
                    </a:cubicBezTo>
                    <a:lnTo>
                      <a:pt x="1834" y="78"/>
                    </a:lnTo>
                    <a:cubicBezTo>
                      <a:pt x="1834" y="35"/>
                      <a:pt x="1799" y="0"/>
                      <a:pt x="175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Google Shape;1108;p35"/>
              <p:cNvSpPr/>
              <p:nvPr/>
            </p:nvSpPr>
            <p:spPr>
              <a:xfrm>
                <a:off x="6667396" y="590121"/>
                <a:ext cx="31657" cy="12251"/>
              </a:xfrm>
              <a:custGeom>
                <a:avLst/>
                <a:gdLst/>
                <a:ahLst/>
                <a:cxnLst/>
                <a:rect l="l" t="t" r="r" b="b"/>
                <a:pathLst>
                  <a:path w="1353" h="523" extrusionOk="0">
                    <a:moveTo>
                      <a:pt x="79" y="0"/>
                    </a:moveTo>
                    <a:cubicBezTo>
                      <a:pt x="35" y="0"/>
                      <a:pt x="0" y="35"/>
                      <a:pt x="0" y="78"/>
                    </a:cubicBezTo>
                    <a:lnTo>
                      <a:pt x="0" y="445"/>
                    </a:lnTo>
                    <a:cubicBezTo>
                      <a:pt x="0" y="488"/>
                      <a:pt x="35" y="522"/>
                      <a:pt x="79" y="522"/>
                    </a:cubicBezTo>
                    <a:lnTo>
                      <a:pt x="1274" y="522"/>
                    </a:lnTo>
                    <a:cubicBezTo>
                      <a:pt x="1317" y="522"/>
                      <a:pt x="1352" y="488"/>
                      <a:pt x="1352" y="445"/>
                    </a:cubicBezTo>
                    <a:lnTo>
                      <a:pt x="1352" y="78"/>
                    </a:lnTo>
                    <a:cubicBezTo>
                      <a:pt x="1352" y="35"/>
                      <a:pt x="1317" y="0"/>
                      <a:pt x="1274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Google Shape;1109;p35"/>
              <p:cNvSpPr/>
              <p:nvPr/>
            </p:nvSpPr>
            <p:spPr>
              <a:xfrm>
                <a:off x="6433913" y="603333"/>
                <a:ext cx="245674" cy="21059"/>
              </a:xfrm>
              <a:custGeom>
                <a:avLst/>
                <a:gdLst/>
                <a:ahLst/>
                <a:cxnLst/>
                <a:rect l="l" t="t" r="r" b="b"/>
                <a:pathLst>
                  <a:path w="10500" h="899" extrusionOk="0">
                    <a:moveTo>
                      <a:pt x="45" y="1"/>
                    </a:moveTo>
                    <a:cubicBezTo>
                      <a:pt x="13" y="1"/>
                      <a:pt x="1" y="43"/>
                      <a:pt x="28" y="60"/>
                    </a:cubicBezTo>
                    <a:cubicBezTo>
                      <a:pt x="914" y="609"/>
                      <a:pt x="1934" y="899"/>
                      <a:pt x="2977" y="899"/>
                    </a:cubicBezTo>
                    <a:lnTo>
                      <a:pt x="5736" y="899"/>
                    </a:lnTo>
                    <a:cubicBezTo>
                      <a:pt x="6069" y="899"/>
                      <a:pt x="6402" y="873"/>
                      <a:pt x="6732" y="821"/>
                    </a:cubicBezTo>
                    <a:lnTo>
                      <a:pt x="10398" y="241"/>
                    </a:lnTo>
                    <a:cubicBezTo>
                      <a:pt x="10455" y="231"/>
                      <a:pt x="10499" y="181"/>
                      <a:pt x="10499" y="123"/>
                    </a:cubicBezTo>
                    <a:cubicBezTo>
                      <a:pt x="10499" y="56"/>
                      <a:pt x="10444" y="1"/>
                      <a:pt x="1037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Google Shape;1110;p35"/>
              <p:cNvSpPr/>
              <p:nvPr/>
            </p:nvSpPr>
            <p:spPr>
              <a:xfrm>
                <a:off x="6710284" y="631490"/>
                <a:ext cx="319306" cy="189297"/>
              </a:xfrm>
              <a:custGeom>
                <a:avLst/>
                <a:gdLst/>
                <a:ahLst/>
                <a:cxnLst/>
                <a:rect l="l" t="t" r="r" b="b"/>
                <a:pathLst>
                  <a:path w="13647" h="8081" extrusionOk="0">
                    <a:moveTo>
                      <a:pt x="0" y="0"/>
                    </a:moveTo>
                    <a:lnTo>
                      <a:pt x="0" y="1312"/>
                    </a:lnTo>
                    <a:lnTo>
                      <a:pt x="13104" y="8034"/>
                    </a:lnTo>
                    <a:cubicBezTo>
                      <a:pt x="13166" y="8066"/>
                      <a:pt x="13232" y="8081"/>
                      <a:pt x="13294" y="8081"/>
                    </a:cubicBezTo>
                    <a:cubicBezTo>
                      <a:pt x="13436" y="8081"/>
                      <a:pt x="13569" y="8008"/>
                      <a:pt x="13646" y="7891"/>
                    </a:cubicBezTo>
                    <a:lnTo>
                      <a:pt x="1094" y="1557"/>
                    </a:lnTo>
                    <a:cubicBezTo>
                      <a:pt x="546" y="1280"/>
                      <a:pt x="200" y="718"/>
                      <a:pt x="200" y="103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Google Shape;1111;p35"/>
              <p:cNvSpPr/>
              <p:nvPr/>
            </p:nvSpPr>
            <p:spPr>
              <a:xfrm>
                <a:off x="7097442" y="603333"/>
                <a:ext cx="245650" cy="21059"/>
              </a:xfrm>
              <a:custGeom>
                <a:avLst/>
                <a:gdLst/>
                <a:ahLst/>
                <a:cxnLst/>
                <a:rect l="l" t="t" r="r" b="b"/>
                <a:pathLst>
                  <a:path w="10499" h="899" extrusionOk="0">
                    <a:moveTo>
                      <a:pt x="44" y="1"/>
                    </a:moveTo>
                    <a:cubicBezTo>
                      <a:pt x="12" y="1"/>
                      <a:pt x="0" y="43"/>
                      <a:pt x="27" y="60"/>
                    </a:cubicBezTo>
                    <a:cubicBezTo>
                      <a:pt x="913" y="609"/>
                      <a:pt x="1934" y="899"/>
                      <a:pt x="2976" y="899"/>
                    </a:cubicBezTo>
                    <a:lnTo>
                      <a:pt x="5734" y="899"/>
                    </a:lnTo>
                    <a:cubicBezTo>
                      <a:pt x="6068" y="899"/>
                      <a:pt x="6401" y="873"/>
                      <a:pt x="6730" y="821"/>
                    </a:cubicBezTo>
                    <a:lnTo>
                      <a:pt x="10397" y="241"/>
                    </a:lnTo>
                    <a:cubicBezTo>
                      <a:pt x="10455" y="231"/>
                      <a:pt x="10498" y="181"/>
                      <a:pt x="10498" y="123"/>
                    </a:cubicBezTo>
                    <a:cubicBezTo>
                      <a:pt x="10498" y="56"/>
                      <a:pt x="10444" y="1"/>
                      <a:pt x="1037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Google Shape;1112;p35"/>
              <p:cNvSpPr/>
              <p:nvPr/>
            </p:nvSpPr>
            <p:spPr>
              <a:xfrm>
                <a:off x="7008134" y="622448"/>
                <a:ext cx="350705" cy="198316"/>
              </a:xfrm>
              <a:custGeom>
                <a:avLst/>
                <a:gdLst/>
                <a:ahLst/>
                <a:cxnLst/>
                <a:rect l="l" t="t" r="r" b="b"/>
                <a:pathLst>
                  <a:path w="14989" h="8466" extrusionOk="0">
                    <a:moveTo>
                      <a:pt x="14570" y="0"/>
                    </a:moveTo>
                    <a:cubicBezTo>
                      <a:pt x="14507" y="0"/>
                      <a:pt x="14441" y="15"/>
                      <a:pt x="14379" y="47"/>
                    </a:cubicBezTo>
                    <a:lnTo>
                      <a:pt x="14203" y="137"/>
                    </a:lnTo>
                    <a:lnTo>
                      <a:pt x="13515" y="489"/>
                    </a:lnTo>
                    <a:lnTo>
                      <a:pt x="557" y="7135"/>
                    </a:lnTo>
                    <a:cubicBezTo>
                      <a:pt x="215" y="7312"/>
                      <a:pt x="0" y="7664"/>
                      <a:pt x="0" y="8046"/>
                    </a:cubicBezTo>
                    <a:cubicBezTo>
                      <a:pt x="0" y="8134"/>
                      <a:pt x="26" y="8211"/>
                      <a:pt x="69" y="8276"/>
                    </a:cubicBezTo>
                    <a:cubicBezTo>
                      <a:pt x="146" y="8393"/>
                      <a:pt x="279" y="8466"/>
                      <a:pt x="420" y="8466"/>
                    </a:cubicBezTo>
                    <a:cubicBezTo>
                      <a:pt x="484" y="8466"/>
                      <a:pt x="548" y="8451"/>
                      <a:pt x="611" y="8419"/>
                    </a:cubicBezTo>
                    <a:lnTo>
                      <a:pt x="14502" y="1294"/>
                    </a:lnTo>
                    <a:lnTo>
                      <a:pt x="14762" y="1161"/>
                    </a:lnTo>
                    <a:cubicBezTo>
                      <a:pt x="14902" y="1089"/>
                      <a:pt x="14989" y="945"/>
                      <a:pt x="14989" y="789"/>
                    </a:cubicBezTo>
                    <a:lnTo>
                      <a:pt x="14989" y="419"/>
                    </a:lnTo>
                    <a:cubicBezTo>
                      <a:pt x="14989" y="177"/>
                      <a:pt x="14790" y="0"/>
                      <a:pt x="1457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Google Shape;1113;p35"/>
              <p:cNvSpPr/>
              <p:nvPr/>
            </p:nvSpPr>
            <p:spPr>
              <a:xfrm>
                <a:off x="7329007" y="610525"/>
                <a:ext cx="42911" cy="58258"/>
              </a:xfrm>
              <a:custGeom>
                <a:avLst/>
                <a:gdLst/>
                <a:ahLst/>
                <a:cxnLst/>
                <a:rect l="l" t="t" r="r" b="b"/>
                <a:pathLst>
                  <a:path w="1834" h="2487" extrusionOk="0">
                    <a:moveTo>
                      <a:pt x="226" y="0"/>
                    </a:moveTo>
                    <a:cubicBezTo>
                      <a:pt x="101" y="1"/>
                      <a:pt x="0" y="101"/>
                      <a:pt x="0" y="226"/>
                    </a:cubicBezTo>
                    <a:lnTo>
                      <a:pt x="0" y="2261"/>
                    </a:lnTo>
                    <a:cubicBezTo>
                      <a:pt x="0" y="2385"/>
                      <a:pt x="100" y="2486"/>
                      <a:pt x="226" y="2486"/>
                    </a:cubicBezTo>
                    <a:lnTo>
                      <a:pt x="1608" y="2486"/>
                    </a:lnTo>
                    <a:cubicBezTo>
                      <a:pt x="1733" y="2486"/>
                      <a:pt x="1834" y="2385"/>
                      <a:pt x="1834" y="2261"/>
                    </a:cubicBezTo>
                    <a:lnTo>
                      <a:pt x="1834" y="226"/>
                    </a:lnTo>
                    <a:cubicBezTo>
                      <a:pt x="1834" y="101"/>
                      <a:pt x="1734" y="0"/>
                      <a:pt x="1608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Google Shape;1114;p35"/>
              <p:cNvSpPr/>
              <p:nvPr/>
            </p:nvSpPr>
            <p:spPr>
              <a:xfrm>
                <a:off x="7345573" y="610525"/>
                <a:ext cx="26392" cy="58258"/>
              </a:xfrm>
              <a:custGeom>
                <a:avLst/>
                <a:gdLst/>
                <a:ahLst/>
                <a:cxnLst/>
                <a:rect l="l" t="t" r="r" b="b"/>
                <a:pathLst>
                  <a:path w="1128" h="2487" extrusionOk="0">
                    <a:moveTo>
                      <a:pt x="226" y="0"/>
                    </a:moveTo>
                    <a:cubicBezTo>
                      <a:pt x="100" y="1"/>
                      <a:pt x="1" y="101"/>
                      <a:pt x="1" y="226"/>
                    </a:cubicBezTo>
                    <a:lnTo>
                      <a:pt x="1" y="2261"/>
                    </a:lnTo>
                    <a:cubicBezTo>
                      <a:pt x="1" y="2385"/>
                      <a:pt x="102" y="2486"/>
                      <a:pt x="226" y="2486"/>
                    </a:cubicBezTo>
                    <a:lnTo>
                      <a:pt x="902" y="2486"/>
                    </a:lnTo>
                    <a:cubicBezTo>
                      <a:pt x="1026" y="2486"/>
                      <a:pt x="1128" y="2385"/>
                      <a:pt x="1128" y="2261"/>
                    </a:cubicBezTo>
                    <a:lnTo>
                      <a:pt x="1128" y="226"/>
                    </a:lnTo>
                    <a:cubicBezTo>
                      <a:pt x="1128" y="101"/>
                      <a:pt x="1027" y="0"/>
                      <a:pt x="902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Google Shape;1115;p35"/>
              <p:cNvSpPr/>
              <p:nvPr/>
            </p:nvSpPr>
            <p:spPr>
              <a:xfrm>
                <a:off x="7335371" y="602373"/>
                <a:ext cx="30206" cy="8199"/>
              </a:xfrm>
              <a:custGeom>
                <a:avLst/>
                <a:gdLst/>
                <a:ahLst/>
                <a:cxnLst/>
                <a:rect l="l" t="t" r="r" b="b"/>
                <a:pathLst>
                  <a:path w="1291" h="350" extrusionOk="0">
                    <a:moveTo>
                      <a:pt x="1" y="1"/>
                    </a:moveTo>
                    <a:lnTo>
                      <a:pt x="1" y="349"/>
                    </a:lnTo>
                    <a:lnTo>
                      <a:pt x="1290" y="349"/>
                    </a:lnTo>
                    <a:lnTo>
                      <a:pt x="129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Google Shape;1116;p35"/>
              <p:cNvSpPr/>
              <p:nvPr/>
            </p:nvSpPr>
            <p:spPr>
              <a:xfrm>
                <a:off x="7329007" y="590121"/>
                <a:ext cx="42888" cy="12251"/>
              </a:xfrm>
              <a:custGeom>
                <a:avLst/>
                <a:gdLst/>
                <a:ahLst/>
                <a:cxnLst/>
                <a:rect l="l" t="t" r="r" b="b"/>
                <a:pathLst>
                  <a:path w="1833" h="523" extrusionOk="0">
                    <a:moveTo>
                      <a:pt x="78" y="0"/>
                    </a:moveTo>
                    <a:cubicBezTo>
                      <a:pt x="36" y="0"/>
                      <a:pt x="0" y="35"/>
                      <a:pt x="0" y="78"/>
                    </a:cubicBezTo>
                    <a:lnTo>
                      <a:pt x="0" y="445"/>
                    </a:lnTo>
                    <a:cubicBezTo>
                      <a:pt x="0" y="488"/>
                      <a:pt x="34" y="522"/>
                      <a:pt x="78" y="522"/>
                    </a:cubicBezTo>
                    <a:lnTo>
                      <a:pt x="1755" y="522"/>
                    </a:lnTo>
                    <a:cubicBezTo>
                      <a:pt x="1798" y="522"/>
                      <a:pt x="1833" y="488"/>
                      <a:pt x="1833" y="445"/>
                    </a:cubicBezTo>
                    <a:lnTo>
                      <a:pt x="1833" y="78"/>
                    </a:lnTo>
                    <a:cubicBezTo>
                      <a:pt x="1833" y="35"/>
                      <a:pt x="1798" y="0"/>
                      <a:pt x="175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Google Shape;1117;p35"/>
              <p:cNvSpPr/>
              <p:nvPr/>
            </p:nvSpPr>
            <p:spPr>
              <a:xfrm>
                <a:off x="7340262" y="590121"/>
                <a:ext cx="31633" cy="12251"/>
              </a:xfrm>
              <a:custGeom>
                <a:avLst/>
                <a:gdLst/>
                <a:ahLst/>
                <a:cxnLst/>
                <a:rect l="l" t="t" r="r" b="b"/>
                <a:pathLst>
                  <a:path w="1352" h="523" extrusionOk="0">
                    <a:moveTo>
                      <a:pt x="79" y="0"/>
                    </a:moveTo>
                    <a:cubicBezTo>
                      <a:pt x="37" y="0"/>
                      <a:pt x="0" y="35"/>
                      <a:pt x="0" y="78"/>
                    </a:cubicBezTo>
                    <a:lnTo>
                      <a:pt x="0" y="445"/>
                    </a:lnTo>
                    <a:cubicBezTo>
                      <a:pt x="0" y="488"/>
                      <a:pt x="35" y="522"/>
                      <a:pt x="79" y="522"/>
                    </a:cubicBezTo>
                    <a:lnTo>
                      <a:pt x="1274" y="522"/>
                    </a:lnTo>
                    <a:cubicBezTo>
                      <a:pt x="1317" y="522"/>
                      <a:pt x="1352" y="488"/>
                      <a:pt x="1352" y="445"/>
                    </a:cubicBezTo>
                    <a:lnTo>
                      <a:pt x="1352" y="78"/>
                    </a:lnTo>
                    <a:cubicBezTo>
                      <a:pt x="1352" y="35"/>
                      <a:pt x="1317" y="0"/>
                      <a:pt x="1274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Google Shape;1118;p35"/>
              <p:cNvSpPr/>
              <p:nvPr/>
            </p:nvSpPr>
            <p:spPr>
              <a:xfrm>
                <a:off x="7359728" y="603333"/>
                <a:ext cx="245650" cy="21059"/>
              </a:xfrm>
              <a:custGeom>
                <a:avLst/>
                <a:gdLst/>
                <a:ahLst/>
                <a:cxnLst/>
                <a:rect l="l" t="t" r="r" b="b"/>
                <a:pathLst>
                  <a:path w="10499" h="899" extrusionOk="0">
                    <a:moveTo>
                      <a:pt x="122" y="1"/>
                    </a:moveTo>
                    <a:cubicBezTo>
                      <a:pt x="54" y="1"/>
                      <a:pt x="1" y="56"/>
                      <a:pt x="1" y="123"/>
                    </a:cubicBezTo>
                    <a:cubicBezTo>
                      <a:pt x="2" y="181"/>
                      <a:pt x="44" y="231"/>
                      <a:pt x="102" y="241"/>
                    </a:cubicBezTo>
                    <a:lnTo>
                      <a:pt x="3769" y="821"/>
                    </a:lnTo>
                    <a:cubicBezTo>
                      <a:pt x="4098" y="873"/>
                      <a:pt x="4431" y="899"/>
                      <a:pt x="4765" y="899"/>
                    </a:cubicBezTo>
                    <a:lnTo>
                      <a:pt x="7523" y="899"/>
                    </a:lnTo>
                    <a:cubicBezTo>
                      <a:pt x="8565" y="899"/>
                      <a:pt x="9586" y="609"/>
                      <a:pt x="10472" y="60"/>
                    </a:cubicBezTo>
                    <a:cubicBezTo>
                      <a:pt x="10498" y="43"/>
                      <a:pt x="10487" y="1"/>
                      <a:pt x="1045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Google Shape;1119;p35"/>
              <p:cNvSpPr/>
              <p:nvPr/>
            </p:nvSpPr>
            <p:spPr>
              <a:xfrm>
                <a:off x="7009748" y="631490"/>
                <a:ext cx="319306" cy="189297"/>
              </a:xfrm>
              <a:custGeom>
                <a:avLst/>
                <a:gdLst/>
                <a:ahLst/>
                <a:cxnLst/>
                <a:rect l="l" t="t" r="r" b="b"/>
                <a:pathLst>
                  <a:path w="13647" h="8081" extrusionOk="0">
                    <a:moveTo>
                      <a:pt x="13646" y="0"/>
                    </a:moveTo>
                    <a:lnTo>
                      <a:pt x="13446" y="103"/>
                    </a:lnTo>
                    <a:cubicBezTo>
                      <a:pt x="13446" y="718"/>
                      <a:pt x="13099" y="1280"/>
                      <a:pt x="12551" y="1557"/>
                    </a:cubicBezTo>
                    <a:lnTo>
                      <a:pt x="0" y="7891"/>
                    </a:lnTo>
                    <a:cubicBezTo>
                      <a:pt x="77" y="8008"/>
                      <a:pt x="210" y="8081"/>
                      <a:pt x="351" y="8081"/>
                    </a:cubicBezTo>
                    <a:cubicBezTo>
                      <a:pt x="415" y="8081"/>
                      <a:pt x="479" y="8066"/>
                      <a:pt x="542" y="8034"/>
                    </a:cubicBezTo>
                    <a:lnTo>
                      <a:pt x="13646" y="1312"/>
                    </a:lnTo>
                    <a:lnTo>
                      <a:pt x="13646" y="0"/>
                    </a:ln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Google Shape;1120;p35"/>
              <p:cNvSpPr/>
              <p:nvPr/>
            </p:nvSpPr>
            <p:spPr>
              <a:xfrm>
                <a:off x="6804997" y="705419"/>
                <a:ext cx="866737" cy="271871"/>
              </a:xfrm>
              <a:custGeom>
                <a:avLst/>
                <a:gdLst/>
                <a:ahLst/>
                <a:cxnLst/>
                <a:rect l="l" t="t" r="r" b="b"/>
                <a:pathLst>
                  <a:path w="37044" h="11606" extrusionOk="0">
                    <a:moveTo>
                      <a:pt x="2759" y="0"/>
                    </a:moveTo>
                    <a:cubicBezTo>
                      <a:pt x="1235" y="0"/>
                      <a:pt x="0" y="1236"/>
                      <a:pt x="0" y="2759"/>
                    </a:cubicBezTo>
                    <a:lnTo>
                      <a:pt x="0" y="5770"/>
                    </a:lnTo>
                    <a:cubicBezTo>
                      <a:pt x="0" y="8993"/>
                      <a:pt x="2613" y="11605"/>
                      <a:pt x="5835" y="11605"/>
                    </a:cubicBezTo>
                    <a:lnTo>
                      <a:pt x="23230" y="11605"/>
                    </a:lnTo>
                    <a:cubicBezTo>
                      <a:pt x="25218" y="11605"/>
                      <a:pt x="27186" y="11214"/>
                      <a:pt x="29022" y="10452"/>
                    </a:cubicBezTo>
                    <a:lnTo>
                      <a:pt x="35520" y="7757"/>
                    </a:lnTo>
                    <a:cubicBezTo>
                      <a:pt x="36442" y="7375"/>
                      <a:pt x="37043" y="6475"/>
                      <a:pt x="37043" y="5478"/>
                    </a:cubicBezTo>
                    <a:cubicBezTo>
                      <a:pt x="37043" y="4503"/>
                      <a:pt x="36521" y="3601"/>
                      <a:pt x="35674" y="3114"/>
                    </a:cubicBezTo>
                    <a:lnTo>
                      <a:pt x="32841" y="1484"/>
                    </a:lnTo>
                    <a:cubicBezTo>
                      <a:pt x="31150" y="513"/>
                      <a:pt x="29232" y="0"/>
                      <a:pt x="2728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21" name="Google Shape;1121;p35"/>
              <p:cNvGrpSpPr/>
              <p:nvPr/>
            </p:nvGrpSpPr>
            <p:grpSpPr>
              <a:xfrm>
                <a:off x="6586301" y="705419"/>
                <a:ext cx="866784" cy="271871"/>
                <a:chOff x="6586301" y="705419"/>
                <a:chExt cx="866784" cy="271871"/>
              </a:xfrm>
            </p:grpSpPr>
            <p:sp>
              <p:nvSpPr>
                <p:cNvPr id="1122" name="Google Shape;1122;p35"/>
                <p:cNvSpPr/>
                <p:nvPr/>
              </p:nvSpPr>
              <p:spPr>
                <a:xfrm>
                  <a:off x="6586301" y="705419"/>
                  <a:ext cx="866784" cy="27187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046" h="11606" extrusionOk="0">
                      <a:moveTo>
                        <a:pt x="2759" y="0"/>
                      </a:moveTo>
                      <a:cubicBezTo>
                        <a:pt x="1235" y="0"/>
                        <a:pt x="0" y="1236"/>
                        <a:pt x="0" y="2759"/>
                      </a:cubicBezTo>
                      <a:lnTo>
                        <a:pt x="0" y="5770"/>
                      </a:lnTo>
                      <a:cubicBezTo>
                        <a:pt x="0" y="8993"/>
                        <a:pt x="2613" y="11605"/>
                        <a:pt x="5835" y="11605"/>
                      </a:cubicBezTo>
                      <a:lnTo>
                        <a:pt x="22557" y="11605"/>
                      </a:lnTo>
                      <a:cubicBezTo>
                        <a:pt x="24990" y="11605"/>
                        <a:pt x="27398" y="11126"/>
                        <a:pt x="29646" y="10194"/>
                      </a:cubicBezTo>
                      <a:lnTo>
                        <a:pt x="35521" y="7757"/>
                      </a:lnTo>
                      <a:cubicBezTo>
                        <a:pt x="36443" y="7375"/>
                        <a:pt x="37045" y="6475"/>
                        <a:pt x="37045" y="5478"/>
                      </a:cubicBezTo>
                      <a:cubicBezTo>
                        <a:pt x="37043" y="4503"/>
                        <a:pt x="36522" y="3601"/>
                        <a:pt x="35674" y="3114"/>
                      </a:cubicBezTo>
                      <a:lnTo>
                        <a:pt x="32841" y="1484"/>
                      </a:lnTo>
                      <a:cubicBezTo>
                        <a:pt x="31150" y="513"/>
                        <a:pt x="29233" y="0"/>
                        <a:pt x="2728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23" name="Google Shape;1123;p35"/>
                <p:cNvSpPr/>
                <p:nvPr/>
              </p:nvSpPr>
              <p:spPr>
                <a:xfrm>
                  <a:off x="6586301" y="705419"/>
                  <a:ext cx="866784" cy="27187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046" h="11606" extrusionOk="0">
                      <a:moveTo>
                        <a:pt x="2759" y="0"/>
                      </a:moveTo>
                      <a:cubicBezTo>
                        <a:pt x="1235" y="0"/>
                        <a:pt x="0" y="1236"/>
                        <a:pt x="0" y="2759"/>
                      </a:cubicBezTo>
                      <a:lnTo>
                        <a:pt x="0" y="5770"/>
                      </a:lnTo>
                      <a:cubicBezTo>
                        <a:pt x="0" y="8993"/>
                        <a:pt x="2613" y="11605"/>
                        <a:pt x="5835" y="11605"/>
                      </a:cubicBezTo>
                      <a:lnTo>
                        <a:pt x="22557" y="11605"/>
                      </a:lnTo>
                      <a:cubicBezTo>
                        <a:pt x="24990" y="11605"/>
                        <a:pt x="27398" y="11126"/>
                        <a:pt x="29646" y="10194"/>
                      </a:cubicBezTo>
                      <a:lnTo>
                        <a:pt x="35521" y="7757"/>
                      </a:lnTo>
                      <a:cubicBezTo>
                        <a:pt x="36443" y="7375"/>
                        <a:pt x="37045" y="6475"/>
                        <a:pt x="37045" y="5478"/>
                      </a:cubicBezTo>
                      <a:cubicBezTo>
                        <a:pt x="37043" y="4503"/>
                        <a:pt x="36522" y="3601"/>
                        <a:pt x="35674" y="3114"/>
                      </a:cubicBezTo>
                      <a:lnTo>
                        <a:pt x="32841" y="1484"/>
                      </a:lnTo>
                      <a:cubicBezTo>
                        <a:pt x="31150" y="513"/>
                        <a:pt x="29233" y="0"/>
                        <a:pt x="27282" y="0"/>
                      </a:cubicBezTo>
                      <a:close/>
                    </a:path>
                  </a:pathLst>
                </a:custGeom>
                <a:solidFill>
                  <a:srgbClr val="000000">
                    <a:alpha val="2024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24" name="Google Shape;1124;p35"/>
              <p:cNvSpPr/>
              <p:nvPr/>
            </p:nvSpPr>
            <p:spPr>
              <a:xfrm>
                <a:off x="6602632" y="717202"/>
                <a:ext cx="843199" cy="248328"/>
              </a:xfrm>
              <a:custGeom>
                <a:avLst/>
                <a:gdLst/>
                <a:ahLst/>
                <a:cxnLst/>
                <a:rect l="l" t="t" r="r" b="b"/>
                <a:pathLst>
                  <a:path w="36038" h="10601" extrusionOk="0">
                    <a:moveTo>
                      <a:pt x="2258" y="1"/>
                    </a:moveTo>
                    <a:cubicBezTo>
                      <a:pt x="1014" y="1"/>
                      <a:pt x="0" y="1014"/>
                      <a:pt x="0" y="2257"/>
                    </a:cubicBezTo>
                    <a:lnTo>
                      <a:pt x="0" y="5268"/>
                    </a:lnTo>
                    <a:cubicBezTo>
                      <a:pt x="0" y="8209"/>
                      <a:pt x="2393" y="10601"/>
                      <a:pt x="5334" y="10601"/>
                    </a:cubicBezTo>
                    <a:lnTo>
                      <a:pt x="22054" y="10601"/>
                    </a:lnTo>
                    <a:cubicBezTo>
                      <a:pt x="24432" y="10601"/>
                      <a:pt x="26753" y="10139"/>
                      <a:pt x="28950" y="9229"/>
                    </a:cubicBezTo>
                    <a:lnTo>
                      <a:pt x="34826" y="6791"/>
                    </a:lnTo>
                    <a:cubicBezTo>
                      <a:pt x="35563" y="6485"/>
                      <a:pt x="36038" y="5774"/>
                      <a:pt x="36038" y="4976"/>
                    </a:cubicBezTo>
                    <a:cubicBezTo>
                      <a:pt x="36038" y="4183"/>
                      <a:pt x="35610" y="3442"/>
                      <a:pt x="34922" y="3047"/>
                    </a:cubicBezTo>
                    <a:lnTo>
                      <a:pt x="32088" y="1417"/>
                    </a:lnTo>
                    <a:cubicBezTo>
                      <a:pt x="30476" y="491"/>
                      <a:pt x="28640" y="1"/>
                      <a:pt x="26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Google Shape;1125;p35"/>
              <p:cNvSpPr/>
              <p:nvPr/>
            </p:nvSpPr>
            <p:spPr>
              <a:xfrm>
                <a:off x="6596829" y="717202"/>
                <a:ext cx="843199" cy="248328"/>
              </a:xfrm>
              <a:custGeom>
                <a:avLst/>
                <a:gdLst/>
                <a:ahLst/>
                <a:cxnLst/>
                <a:rect l="l" t="t" r="r" b="b"/>
                <a:pathLst>
                  <a:path w="36038" h="10601" extrusionOk="0">
                    <a:moveTo>
                      <a:pt x="2257" y="1"/>
                    </a:moveTo>
                    <a:cubicBezTo>
                      <a:pt x="1012" y="1"/>
                      <a:pt x="0" y="1014"/>
                      <a:pt x="0" y="2257"/>
                    </a:cubicBezTo>
                    <a:lnTo>
                      <a:pt x="0" y="5268"/>
                    </a:lnTo>
                    <a:cubicBezTo>
                      <a:pt x="0" y="8209"/>
                      <a:pt x="2393" y="10601"/>
                      <a:pt x="5333" y="10601"/>
                    </a:cubicBezTo>
                    <a:lnTo>
                      <a:pt x="22055" y="10601"/>
                    </a:lnTo>
                    <a:cubicBezTo>
                      <a:pt x="24433" y="10601"/>
                      <a:pt x="26753" y="10139"/>
                      <a:pt x="28951" y="9229"/>
                    </a:cubicBezTo>
                    <a:lnTo>
                      <a:pt x="34826" y="6791"/>
                    </a:lnTo>
                    <a:cubicBezTo>
                      <a:pt x="35561" y="6485"/>
                      <a:pt x="36037" y="5774"/>
                      <a:pt x="36037" y="4976"/>
                    </a:cubicBezTo>
                    <a:cubicBezTo>
                      <a:pt x="36037" y="4183"/>
                      <a:pt x="35609" y="3442"/>
                      <a:pt x="34920" y="3047"/>
                    </a:cubicBezTo>
                    <a:lnTo>
                      <a:pt x="32088" y="1417"/>
                    </a:lnTo>
                    <a:cubicBezTo>
                      <a:pt x="30475" y="491"/>
                      <a:pt x="28639" y="1"/>
                      <a:pt x="2677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Google Shape;1126;p35"/>
              <p:cNvSpPr/>
              <p:nvPr/>
            </p:nvSpPr>
            <p:spPr>
              <a:xfrm>
                <a:off x="6259671" y="551658"/>
                <a:ext cx="309432" cy="26541"/>
              </a:xfrm>
              <a:custGeom>
                <a:avLst/>
                <a:gdLst/>
                <a:ahLst/>
                <a:cxnLst/>
                <a:rect l="l" t="t" r="r" b="b"/>
                <a:pathLst>
                  <a:path w="13225" h="1133" extrusionOk="0">
                    <a:moveTo>
                      <a:pt x="154" y="1"/>
                    </a:moveTo>
                    <a:cubicBezTo>
                      <a:pt x="69" y="1"/>
                      <a:pt x="0" y="69"/>
                      <a:pt x="0" y="154"/>
                    </a:cubicBezTo>
                    <a:cubicBezTo>
                      <a:pt x="1" y="228"/>
                      <a:pt x="56" y="292"/>
                      <a:pt x="128" y="303"/>
                    </a:cubicBezTo>
                    <a:lnTo>
                      <a:pt x="4745" y="1033"/>
                    </a:lnTo>
                    <a:cubicBezTo>
                      <a:pt x="5161" y="1099"/>
                      <a:pt x="5580" y="1133"/>
                      <a:pt x="6001" y="1133"/>
                    </a:cubicBezTo>
                    <a:lnTo>
                      <a:pt x="9476" y="1133"/>
                    </a:lnTo>
                    <a:cubicBezTo>
                      <a:pt x="10789" y="1133"/>
                      <a:pt x="12075" y="766"/>
                      <a:pt x="13190" y="74"/>
                    </a:cubicBezTo>
                    <a:cubicBezTo>
                      <a:pt x="13225" y="53"/>
                      <a:pt x="13209" y="1"/>
                      <a:pt x="1316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Google Shape;1127;p35"/>
              <p:cNvSpPr/>
              <p:nvPr/>
            </p:nvSpPr>
            <p:spPr>
              <a:xfrm>
                <a:off x="6651252" y="775366"/>
                <a:ext cx="74427" cy="81472"/>
              </a:xfrm>
              <a:custGeom>
                <a:avLst/>
                <a:gdLst/>
                <a:ahLst/>
                <a:cxnLst/>
                <a:rect l="l" t="t" r="r" b="b"/>
                <a:pathLst>
                  <a:path w="3181" h="3478" extrusionOk="0">
                    <a:moveTo>
                      <a:pt x="2700" y="1"/>
                    </a:moveTo>
                    <a:cubicBezTo>
                      <a:pt x="2700" y="1"/>
                      <a:pt x="2699" y="1"/>
                      <a:pt x="2699" y="1"/>
                    </a:cubicBezTo>
                    <a:lnTo>
                      <a:pt x="482" y="1"/>
                    </a:lnTo>
                    <a:cubicBezTo>
                      <a:pt x="216" y="1"/>
                      <a:pt x="0" y="216"/>
                      <a:pt x="0" y="483"/>
                    </a:cubicBezTo>
                    <a:lnTo>
                      <a:pt x="0" y="2995"/>
                    </a:lnTo>
                    <a:cubicBezTo>
                      <a:pt x="0" y="3262"/>
                      <a:pt x="216" y="3477"/>
                      <a:pt x="482" y="3477"/>
                    </a:cubicBezTo>
                    <a:lnTo>
                      <a:pt x="2699" y="3477"/>
                    </a:lnTo>
                    <a:cubicBezTo>
                      <a:pt x="2965" y="3477"/>
                      <a:pt x="3181" y="3262"/>
                      <a:pt x="3181" y="2995"/>
                    </a:cubicBezTo>
                    <a:lnTo>
                      <a:pt x="3181" y="483"/>
                    </a:lnTo>
                    <a:cubicBezTo>
                      <a:pt x="3181" y="217"/>
                      <a:pt x="2966" y="1"/>
                      <a:pt x="270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28" name="Google Shape;1128;p35"/>
              <p:cNvGrpSpPr/>
              <p:nvPr/>
            </p:nvGrpSpPr>
            <p:grpSpPr>
              <a:xfrm>
                <a:off x="6642174" y="775366"/>
                <a:ext cx="74427" cy="81472"/>
                <a:chOff x="6642174" y="775366"/>
                <a:chExt cx="74427" cy="81472"/>
              </a:xfrm>
            </p:grpSpPr>
            <p:sp>
              <p:nvSpPr>
                <p:cNvPr id="1129" name="Google Shape;1129;p35"/>
                <p:cNvSpPr/>
                <p:nvPr/>
              </p:nvSpPr>
              <p:spPr>
                <a:xfrm>
                  <a:off x="6642174" y="775366"/>
                  <a:ext cx="74427" cy="814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81" h="3478" extrusionOk="0">
                      <a:moveTo>
                        <a:pt x="2701" y="1"/>
                      </a:moveTo>
                      <a:cubicBezTo>
                        <a:pt x="2700" y="1"/>
                        <a:pt x="2699" y="1"/>
                        <a:pt x="2699" y="1"/>
                      </a:cubicBezTo>
                      <a:lnTo>
                        <a:pt x="483" y="1"/>
                      </a:lnTo>
                      <a:cubicBezTo>
                        <a:pt x="217" y="1"/>
                        <a:pt x="1" y="216"/>
                        <a:pt x="1" y="483"/>
                      </a:cubicBezTo>
                      <a:lnTo>
                        <a:pt x="1" y="2995"/>
                      </a:lnTo>
                      <a:cubicBezTo>
                        <a:pt x="1" y="3262"/>
                        <a:pt x="216" y="3477"/>
                        <a:pt x="483" y="3477"/>
                      </a:cubicBezTo>
                      <a:lnTo>
                        <a:pt x="2699" y="3477"/>
                      </a:lnTo>
                      <a:cubicBezTo>
                        <a:pt x="2965" y="3477"/>
                        <a:pt x="3181" y="3262"/>
                        <a:pt x="3181" y="2995"/>
                      </a:cubicBezTo>
                      <a:lnTo>
                        <a:pt x="3181" y="483"/>
                      </a:lnTo>
                      <a:cubicBezTo>
                        <a:pt x="3181" y="217"/>
                        <a:pt x="2967" y="1"/>
                        <a:pt x="270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30" name="Google Shape;1130;p35"/>
                <p:cNvSpPr/>
                <p:nvPr/>
              </p:nvSpPr>
              <p:spPr>
                <a:xfrm>
                  <a:off x="6642174" y="775366"/>
                  <a:ext cx="74427" cy="814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81" h="3478" extrusionOk="0">
                      <a:moveTo>
                        <a:pt x="2701" y="1"/>
                      </a:moveTo>
                      <a:cubicBezTo>
                        <a:pt x="2700" y="1"/>
                        <a:pt x="2699" y="1"/>
                        <a:pt x="2699" y="1"/>
                      </a:cubicBezTo>
                      <a:lnTo>
                        <a:pt x="483" y="1"/>
                      </a:lnTo>
                      <a:cubicBezTo>
                        <a:pt x="217" y="1"/>
                        <a:pt x="1" y="216"/>
                        <a:pt x="1" y="483"/>
                      </a:cubicBezTo>
                      <a:lnTo>
                        <a:pt x="1" y="2995"/>
                      </a:lnTo>
                      <a:cubicBezTo>
                        <a:pt x="1" y="3262"/>
                        <a:pt x="216" y="3477"/>
                        <a:pt x="483" y="3477"/>
                      </a:cubicBezTo>
                      <a:lnTo>
                        <a:pt x="2699" y="3477"/>
                      </a:lnTo>
                      <a:cubicBezTo>
                        <a:pt x="2965" y="3477"/>
                        <a:pt x="3181" y="3262"/>
                        <a:pt x="3181" y="2995"/>
                      </a:cubicBezTo>
                      <a:lnTo>
                        <a:pt x="3181" y="483"/>
                      </a:lnTo>
                      <a:cubicBezTo>
                        <a:pt x="3181" y="217"/>
                        <a:pt x="2967" y="1"/>
                        <a:pt x="2701" y="1"/>
                      </a:cubicBezTo>
                      <a:close/>
                    </a:path>
                  </a:pathLst>
                </a:custGeom>
                <a:solidFill>
                  <a:srgbClr val="000000">
                    <a:alpha val="124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31" name="Google Shape;1131;p35"/>
              <p:cNvSpPr/>
              <p:nvPr/>
            </p:nvSpPr>
            <p:spPr>
              <a:xfrm>
                <a:off x="6239807" y="575738"/>
                <a:ext cx="441721" cy="249781"/>
              </a:xfrm>
              <a:custGeom>
                <a:avLst/>
                <a:gdLst/>
                <a:ahLst/>
                <a:cxnLst/>
                <a:rect l="l" t="t" r="r" b="b"/>
                <a:pathLst>
                  <a:path w="18879" h="10663" extrusionOk="0">
                    <a:moveTo>
                      <a:pt x="527" y="1"/>
                    </a:moveTo>
                    <a:cubicBezTo>
                      <a:pt x="250" y="1"/>
                      <a:pt x="0" y="222"/>
                      <a:pt x="0" y="528"/>
                    </a:cubicBezTo>
                    <a:lnTo>
                      <a:pt x="0" y="994"/>
                    </a:lnTo>
                    <a:cubicBezTo>
                      <a:pt x="0" y="1192"/>
                      <a:pt x="112" y="1373"/>
                      <a:pt x="287" y="1464"/>
                    </a:cubicBezTo>
                    <a:lnTo>
                      <a:pt x="614" y="1631"/>
                    </a:lnTo>
                    <a:lnTo>
                      <a:pt x="18109" y="10603"/>
                    </a:lnTo>
                    <a:cubicBezTo>
                      <a:pt x="18188" y="10644"/>
                      <a:pt x="18270" y="10663"/>
                      <a:pt x="18350" y="10663"/>
                    </a:cubicBezTo>
                    <a:cubicBezTo>
                      <a:pt x="18529" y="10663"/>
                      <a:pt x="18695" y="10571"/>
                      <a:pt x="18792" y="10424"/>
                    </a:cubicBezTo>
                    <a:cubicBezTo>
                      <a:pt x="18847" y="10342"/>
                      <a:pt x="18878" y="10243"/>
                      <a:pt x="18878" y="10135"/>
                    </a:cubicBezTo>
                    <a:cubicBezTo>
                      <a:pt x="18878" y="9651"/>
                      <a:pt x="18608" y="9209"/>
                      <a:pt x="18176" y="8988"/>
                    </a:cubicBezTo>
                    <a:lnTo>
                      <a:pt x="1856" y="619"/>
                    </a:lnTo>
                    <a:lnTo>
                      <a:pt x="990" y="173"/>
                    </a:lnTo>
                    <a:lnTo>
                      <a:pt x="768" y="60"/>
                    </a:lnTo>
                    <a:cubicBezTo>
                      <a:pt x="689" y="19"/>
                      <a:pt x="607" y="1"/>
                      <a:pt x="52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Google Shape;1132;p35"/>
              <p:cNvSpPr/>
              <p:nvPr/>
            </p:nvSpPr>
            <p:spPr>
              <a:xfrm>
                <a:off x="6223358" y="560723"/>
                <a:ext cx="54072" cy="73344"/>
              </a:xfrm>
              <a:custGeom>
                <a:avLst/>
                <a:gdLst/>
                <a:ahLst/>
                <a:cxnLst/>
                <a:rect l="l" t="t" r="r" b="b"/>
                <a:pathLst>
                  <a:path w="2311" h="3131" extrusionOk="0">
                    <a:moveTo>
                      <a:pt x="285" y="0"/>
                    </a:moveTo>
                    <a:cubicBezTo>
                      <a:pt x="128" y="0"/>
                      <a:pt x="1" y="127"/>
                      <a:pt x="1" y="284"/>
                    </a:cubicBezTo>
                    <a:lnTo>
                      <a:pt x="1" y="2846"/>
                    </a:lnTo>
                    <a:cubicBezTo>
                      <a:pt x="1" y="3003"/>
                      <a:pt x="128" y="3130"/>
                      <a:pt x="285" y="3130"/>
                    </a:cubicBezTo>
                    <a:lnTo>
                      <a:pt x="2026" y="3130"/>
                    </a:lnTo>
                    <a:cubicBezTo>
                      <a:pt x="2183" y="3130"/>
                      <a:pt x="2310" y="3003"/>
                      <a:pt x="2310" y="2846"/>
                    </a:cubicBezTo>
                    <a:lnTo>
                      <a:pt x="2310" y="284"/>
                    </a:lnTo>
                    <a:cubicBezTo>
                      <a:pt x="2310" y="127"/>
                      <a:pt x="2183" y="0"/>
                      <a:pt x="202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Google Shape;1133;p35"/>
              <p:cNvSpPr/>
              <p:nvPr/>
            </p:nvSpPr>
            <p:spPr>
              <a:xfrm>
                <a:off x="6223358" y="560723"/>
                <a:ext cx="33178" cy="73344"/>
              </a:xfrm>
              <a:custGeom>
                <a:avLst/>
                <a:gdLst/>
                <a:ahLst/>
                <a:cxnLst/>
                <a:rect l="l" t="t" r="r" b="b"/>
                <a:pathLst>
                  <a:path w="1418" h="3131" extrusionOk="0">
                    <a:moveTo>
                      <a:pt x="285" y="0"/>
                    </a:moveTo>
                    <a:cubicBezTo>
                      <a:pt x="128" y="0"/>
                      <a:pt x="1" y="127"/>
                      <a:pt x="1" y="284"/>
                    </a:cubicBezTo>
                    <a:lnTo>
                      <a:pt x="1" y="2846"/>
                    </a:lnTo>
                    <a:cubicBezTo>
                      <a:pt x="1" y="3003"/>
                      <a:pt x="128" y="3130"/>
                      <a:pt x="285" y="3130"/>
                    </a:cubicBezTo>
                    <a:lnTo>
                      <a:pt x="1134" y="3130"/>
                    </a:lnTo>
                    <a:cubicBezTo>
                      <a:pt x="1291" y="3130"/>
                      <a:pt x="1418" y="3003"/>
                      <a:pt x="1418" y="2846"/>
                    </a:cubicBezTo>
                    <a:lnTo>
                      <a:pt x="1418" y="284"/>
                    </a:lnTo>
                    <a:cubicBezTo>
                      <a:pt x="1418" y="127"/>
                      <a:pt x="1291" y="0"/>
                      <a:pt x="1134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Google Shape;1134;p35"/>
              <p:cNvSpPr/>
              <p:nvPr/>
            </p:nvSpPr>
            <p:spPr>
              <a:xfrm>
                <a:off x="6231384" y="550416"/>
                <a:ext cx="38044" cy="10330"/>
              </a:xfrm>
              <a:custGeom>
                <a:avLst/>
                <a:gdLst/>
                <a:ahLst/>
                <a:cxnLst/>
                <a:rect l="l" t="t" r="r" b="b"/>
                <a:pathLst>
                  <a:path w="1626" h="441" extrusionOk="0">
                    <a:moveTo>
                      <a:pt x="0" y="0"/>
                    </a:moveTo>
                    <a:lnTo>
                      <a:pt x="0" y="440"/>
                    </a:lnTo>
                    <a:lnTo>
                      <a:pt x="1626" y="440"/>
                    </a:lnTo>
                    <a:lnTo>
                      <a:pt x="16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Google Shape;1135;p35"/>
              <p:cNvSpPr/>
              <p:nvPr/>
            </p:nvSpPr>
            <p:spPr>
              <a:xfrm>
                <a:off x="6223335" y="535002"/>
                <a:ext cx="54095" cy="15484"/>
              </a:xfrm>
              <a:custGeom>
                <a:avLst/>
                <a:gdLst/>
                <a:ahLst/>
                <a:cxnLst/>
                <a:rect l="l" t="t" r="r" b="b"/>
                <a:pathLst>
                  <a:path w="2312" h="661" extrusionOk="0">
                    <a:moveTo>
                      <a:pt x="99" y="1"/>
                    </a:moveTo>
                    <a:cubicBezTo>
                      <a:pt x="45" y="1"/>
                      <a:pt x="1" y="45"/>
                      <a:pt x="1" y="100"/>
                    </a:cubicBezTo>
                    <a:lnTo>
                      <a:pt x="1" y="562"/>
                    </a:lnTo>
                    <a:cubicBezTo>
                      <a:pt x="1" y="616"/>
                      <a:pt x="45" y="660"/>
                      <a:pt x="99" y="660"/>
                    </a:cubicBezTo>
                    <a:lnTo>
                      <a:pt x="2212" y="660"/>
                    </a:lnTo>
                    <a:cubicBezTo>
                      <a:pt x="2267" y="660"/>
                      <a:pt x="2311" y="615"/>
                      <a:pt x="2311" y="562"/>
                    </a:cubicBezTo>
                    <a:lnTo>
                      <a:pt x="2311" y="100"/>
                    </a:lnTo>
                    <a:cubicBezTo>
                      <a:pt x="2311" y="45"/>
                      <a:pt x="2267" y="1"/>
                      <a:pt x="221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Google Shape;1136;p35"/>
              <p:cNvSpPr/>
              <p:nvPr/>
            </p:nvSpPr>
            <p:spPr>
              <a:xfrm>
                <a:off x="6223335" y="535002"/>
                <a:ext cx="39846" cy="15484"/>
              </a:xfrm>
              <a:custGeom>
                <a:avLst/>
                <a:gdLst/>
                <a:ahLst/>
                <a:cxnLst/>
                <a:rect l="l" t="t" r="r" b="b"/>
                <a:pathLst>
                  <a:path w="1703" h="661" extrusionOk="0">
                    <a:moveTo>
                      <a:pt x="99" y="1"/>
                    </a:moveTo>
                    <a:cubicBezTo>
                      <a:pt x="45" y="1"/>
                      <a:pt x="1" y="45"/>
                      <a:pt x="1" y="100"/>
                    </a:cubicBezTo>
                    <a:lnTo>
                      <a:pt x="1" y="562"/>
                    </a:lnTo>
                    <a:cubicBezTo>
                      <a:pt x="1" y="616"/>
                      <a:pt x="45" y="660"/>
                      <a:pt x="99" y="660"/>
                    </a:cubicBezTo>
                    <a:lnTo>
                      <a:pt x="1604" y="660"/>
                    </a:lnTo>
                    <a:cubicBezTo>
                      <a:pt x="1660" y="660"/>
                      <a:pt x="1703" y="615"/>
                      <a:pt x="1703" y="562"/>
                    </a:cubicBezTo>
                    <a:lnTo>
                      <a:pt x="1703" y="100"/>
                    </a:lnTo>
                    <a:cubicBezTo>
                      <a:pt x="1703" y="45"/>
                      <a:pt x="1660" y="1"/>
                      <a:pt x="1604" y="1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Google Shape;1137;p35"/>
              <p:cNvSpPr/>
              <p:nvPr/>
            </p:nvSpPr>
            <p:spPr>
              <a:xfrm>
                <a:off x="5929275" y="551658"/>
                <a:ext cx="309385" cy="26541"/>
              </a:xfrm>
              <a:custGeom>
                <a:avLst/>
                <a:gdLst/>
                <a:ahLst/>
                <a:cxnLst/>
                <a:rect l="l" t="t" r="r" b="b"/>
                <a:pathLst>
                  <a:path w="13223" h="1133" extrusionOk="0">
                    <a:moveTo>
                      <a:pt x="56" y="1"/>
                    </a:moveTo>
                    <a:cubicBezTo>
                      <a:pt x="16" y="1"/>
                      <a:pt x="0" y="53"/>
                      <a:pt x="35" y="74"/>
                    </a:cubicBezTo>
                    <a:cubicBezTo>
                      <a:pt x="1150" y="766"/>
                      <a:pt x="2436" y="1133"/>
                      <a:pt x="3749" y="1133"/>
                    </a:cubicBezTo>
                    <a:lnTo>
                      <a:pt x="7224" y="1133"/>
                    </a:lnTo>
                    <a:cubicBezTo>
                      <a:pt x="7645" y="1133"/>
                      <a:pt x="8064" y="1099"/>
                      <a:pt x="8479" y="1033"/>
                    </a:cubicBezTo>
                    <a:lnTo>
                      <a:pt x="13097" y="303"/>
                    </a:lnTo>
                    <a:cubicBezTo>
                      <a:pt x="13169" y="292"/>
                      <a:pt x="13222" y="228"/>
                      <a:pt x="13223" y="154"/>
                    </a:cubicBezTo>
                    <a:cubicBezTo>
                      <a:pt x="13223" y="69"/>
                      <a:pt x="13153" y="1"/>
                      <a:pt x="1306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Google Shape;1138;p35"/>
              <p:cNvSpPr/>
              <p:nvPr/>
            </p:nvSpPr>
            <p:spPr>
              <a:xfrm>
                <a:off x="6277360" y="587146"/>
                <a:ext cx="402156" cy="238373"/>
              </a:xfrm>
              <a:custGeom>
                <a:avLst/>
                <a:gdLst/>
                <a:ahLst/>
                <a:cxnLst/>
                <a:rect l="l" t="t" r="r" b="b"/>
                <a:pathLst>
                  <a:path w="17188" h="10176" extrusionOk="0">
                    <a:moveTo>
                      <a:pt x="0" y="0"/>
                    </a:moveTo>
                    <a:lnTo>
                      <a:pt x="0" y="1651"/>
                    </a:lnTo>
                    <a:lnTo>
                      <a:pt x="16504" y="10116"/>
                    </a:lnTo>
                    <a:cubicBezTo>
                      <a:pt x="16583" y="10157"/>
                      <a:pt x="16665" y="10176"/>
                      <a:pt x="16745" y="10176"/>
                    </a:cubicBezTo>
                    <a:cubicBezTo>
                      <a:pt x="16924" y="10176"/>
                      <a:pt x="17090" y="10084"/>
                      <a:pt x="17187" y="9937"/>
                    </a:cubicBezTo>
                    <a:lnTo>
                      <a:pt x="1378" y="1962"/>
                    </a:lnTo>
                    <a:cubicBezTo>
                      <a:pt x="687" y="1614"/>
                      <a:pt x="251" y="905"/>
                      <a:pt x="251" y="13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Google Shape;1139;p35"/>
              <p:cNvSpPr/>
              <p:nvPr/>
            </p:nvSpPr>
            <p:spPr>
              <a:xfrm>
                <a:off x="7425756" y="551658"/>
                <a:ext cx="309432" cy="26541"/>
              </a:xfrm>
              <a:custGeom>
                <a:avLst/>
                <a:gdLst/>
                <a:ahLst/>
                <a:cxnLst/>
                <a:rect l="l" t="t" r="r" b="b"/>
                <a:pathLst>
                  <a:path w="13225" h="1133" extrusionOk="0">
                    <a:moveTo>
                      <a:pt x="56" y="1"/>
                    </a:moveTo>
                    <a:cubicBezTo>
                      <a:pt x="16" y="1"/>
                      <a:pt x="0" y="53"/>
                      <a:pt x="35" y="74"/>
                    </a:cubicBezTo>
                    <a:cubicBezTo>
                      <a:pt x="1150" y="766"/>
                      <a:pt x="2436" y="1133"/>
                      <a:pt x="3749" y="1133"/>
                    </a:cubicBezTo>
                    <a:lnTo>
                      <a:pt x="7224" y="1133"/>
                    </a:lnTo>
                    <a:cubicBezTo>
                      <a:pt x="7645" y="1133"/>
                      <a:pt x="8064" y="1099"/>
                      <a:pt x="8479" y="1033"/>
                    </a:cubicBezTo>
                    <a:lnTo>
                      <a:pt x="13096" y="303"/>
                    </a:lnTo>
                    <a:cubicBezTo>
                      <a:pt x="13169" y="292"/>
                      <a:pt x="13224" y="228"/>
                      <a:pt x="13225" y="154"/>
                    </a:cubicBezTo>
                    <a:cubicBezTo>
                      <a:pt x="13225" y="69"/>
                      <a:pt x="13156" y="1"/>
                      <a:pt x="1307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Google Shape;1140;p35"/>
              <p:cNvSpPr/>
              <p:nvPr/>
            </p:nvSpPr>
            <p:spPr>
              <a:xfrm>
                <a:off x="7286003" y="775366"/>
                <a:ext cx="74451" cy="81472"/>
              </a:xfrm>
              <a:custGeom>
                <a:avLst/>
                <a:gdLst/>
                <a:ahLst/>
                <a:cxnLst/>
                <a:rect l="l" t="t" r="r" b="b"/>
                <a:pathLst>
                  <a:path w="3182" h="3478" extrusionOk="0">
                    <a:moveTo>
                      <a:pt x="480" y="1"/>
                    </a:moveTo>
                    <a:cubicBezTo>
                      <a:pt x="215" y="1"/>
                      <a:pt x="0" y="217"/>
                      <a:pt x="0" y="483"/>
                    </a:cubicBezTo>
                    <a:lnTo>
                      <a:pt x="0" y="2995"/>
                    </a:lnTo>
                    <a:cubicBezTo>
                      <a:pt x="0" y="3262"/>
                      <a:pt x="216" y="3477"/>
                      <a:pt x="482" y="3477"/>
                    </a:cubicBezTo>
                    <a:lnTo>
                      <a:pt x="2700" y="3477"/>
                    </a:lnTo>
                    <a:cubicBezTo>
                      <a:pt x="2966" y="3477"/>
                      <a:pt x="3182" y="3262"/>
                      <a:pt x="3182" y="2995"/>
                    </a:cubicBezTo>
                    <a:lnTo>
                      <a:pt x="3182" y="483"/>
                    </a:lnTo>
                    <a:cubicBezTo>
                      <a:pt x="3182" y="216"/>
                      <a:pt x="2966" y="1"/>
                      <a:pt x="2700" y="1"/>
                    </a:cubicBezTo>
                    <a:lnTo>
                      <a:pt x="482" y="1"/>
                    </a:lnTo>
                    <a:cubicBezTo>
                      <a:pt x="482" y="1"/>
                      <a:pt x="481" y="1"/>
                      <a:pt x="48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41" name="Google Shape;1141;p35"/>
              <p:cNvGrpSpPr/>
              <p:nvPr/>
            </p:nvGrpSpPr>
            <p:grpSpPr>
              <a:xfrm>
                <a:off x="7278258" y="775366"/>
                <a:ext cx="74427" cy="81472"/>
                <a:chOff x="7278258" y="775366"/>
                <a:chExt cx="74427" cy="81472"/>
              </a:xfrm>
            </p:grpSpPr>
            <p:sp>
              <p:nvSpPr>
                <p:cNvPr id="1142" name="Google Shape;1142;p35"/>
                <p:cNvSpPr/>
                <p:nvPr/>
              </p:nvSpPr>
              <p:spPr>
                <a:xfrm>
                  <a:off x="7278258" y="775366"/>
                  <a:ext cx="74427" cy="814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81" h="3478" extrusionOk="0">
                      <a:moveTo>
                        <a:pt x="480" y="1"/>
                      </a:moveTo>
                      <a:cubicBezTo>
                        <a:pt x="213" y="1"/>
                        <a:pt x="0" y="217"/>
                        <a:pt x="0" y="483"/>
                      </a:cubicBezTo>
                      <a:lnTo>
                        <a:pt x="0" y="2995"/>
                      </a:lnTo>
                      <a:cubicBezTo>
                        <a:pt x="0" y="3262"/>
                        <a:pt x="216" y="3477"/>
                        <a:pt x="482" y="3477"/>
                      </a:cubicBezTo>
                      <a:lnTo>
                        <a:pt x="2698" y="3477"/>
                      </a:lnTo>
                      <a:cubicBezTo>
                        <a:pt x="2965" y="3477"/>
                        <a:pt x="3180" y="3262"/>
                        <a:pt x="3180" y="2995"/>
                      </a:cubicBezTo>
                      <a:lnTo>
                        <a:pt x="3180" y="483"/>
                      </a:lnTo>
                      <a:cubicBezTo>
                        <a:pt x="3180" y="216"/>
                        <a:pt x="2965" y="1"/>
                        <a:pt x="2698" y="1"/>
                      </a:cubicBezTo>
                      <a:lnTo>
                        <a:pt x="482" y="1"/>
                      </a:lnTo>
                      <a:cubicBezTo>
                        <a:pt x="481" y="1"/>
                        <a:pt x="481" y="1"/>
                        <a:pt x="48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43" name="Google Shape;1143;p35"/>
                <p:cNvSpPr/>
                <p:nvPr/>
              </p:nvSpPr>
              <p:spPr>
                <a:xfrm>
                  <a:off x="7278258" y="775366"/>
                  <a:ext cx="74427" cy="814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81" h="3478" extrusionOk="0">
                      <a:moveTo>
                        <a:pt x="480" y="1"/>
                      </a:moveTo>
                      <a:cubicBezTo>
                        <a:pt x="213" y="1"/>
                        <a:pt x="0" y="217"/>
                        <a:pt x="0" y="483"/>
                      </a:cubicBezTo>
                      <a:lnTo>
                        <a:pt x="0" y="2995"/>
                      </a:lnTo>
                      <a:cubicBezTo>
                        <a:pt x="0" y="3262"/>
                        <a:pt x="216" y="3477"/>
                        <a:pt x="482" y="3477"/>
                      </a:cubicBezTo>
                      <a:lnTo>
                        <a:pt x="2698" y="3477"/>
                      </a:lnTo>
                      <a:cubicBezTo>
                        <a:pt x="2965" y="3477"/>
                        <a:pt x="3180" y="3262"/>
                        <a:pt x="3180" y="2995"/>
                      </a:cubicBezTo>
                      <a:lnTo>
                        <a:pt x="3180" y="483"/>
                      </a:lnTo>
                      <a:cubicBezTo>
                        <a:pt x="3180" y="216"/>
                        <a:pt x="2965" y="1"/>
                        <a:pt x="2698" y="1"/>
                      </a:cubicBezTo>
                      <a:lnTo>
                        <a:pt x="482" y="1"/>
                      </a:lnTo>
                      <a:cubicBezTo>
                        <a:pt x="481" y="1"/>
                        <a:pt x="481" y="1"/>
                        <a:pt x="480" y="1"/>
                      </a:cubicBezTo>
                      <a:close/>
                    </a:path>
                  </a:pathLst>
                </a:custGeom>
                <a:solidFill>
                  <a:srgbClr val="000000">
                    <a:alpha val="124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44" name="Google Shape;1144;p35"/>
              <p:cNvSpPr/>
              <p:nvPr/>
            </p:nvSpPr>
            <p:spPr>
              <a:xfrm>
                <a:off x="7313331" y="575738"/>
                <a:ext cx="441721" cy="249781"/>
              </a:xfrm>
              <a:custGeom>
                <a:avLst/>
                <a:gdLst/>
                <a:ahLst/>
                <a:cxnLst/>
                <a:rect l="l" t="t" r="r" b="b"/>
                <a:pathLst>
                  <a:path w="18879" h="10663" extrusionOk="0">
                    <a:moveTo>
                      <a:pt x="18352" y="1"/>
                    </a:moveTo>
                    <a:cubicBezTo>
                      <a:pt x="18272" y="1"/>
                      <a:pt x="18189" y="19"/>
                      <a:pt x="18111" y="60"/>
                    </a:cubicBezTo>
                    <a:lnTo>
                      <a:pt x="17889" y="173"/>
                    </a:lnTo>
                    <a:lnTo>
                      <a:pt x="17023" y="619"/>
                    </a:lnTo>
                    <a:lnTo>
                      <a:pt x="703" y="8988"/>
                    </a:lnTo>
                    <a:cubicBezTo>
                      <a:pt x="272" y="9209"/>
                      <a:pt x="0" y="9651"/>
                      <a:pt x="0" y="10135"/>
                    </a:cubicBezTo>
                    <a:cubicBezTo>
                      <a:pt x="0" y="10243"/>
                      <a:pt x="32" y="10342"/>
                      <a:pt x="87" y="10424"/>
                    </a:cubicBezTo>
                    <a:cubicBezTo>
                      <a:pt x="184" y="10571"/>
                      <a:pt x="350" y="10663"/>
                      <a:pt x="529" y="10663"/>
                    </a:cubicBezTo>
                    <a:cubicBezTo>
                      <a:pt x="609" y="10663"/>
                      <a:pt x="691" y="10644"/>
                      <a:pt x="770" y="10603"/>
                    </a:cubicBezTo>
                    <a:lnTo>
                      <a:pt x="18265" y="1631"/>
                    </a:lnTo>
                    <a:lnTo>
                      <a:pt x="18592" y="1464"/>
                    </a:lnTo>
                    <a:cubicBezTo>
                      <a:pt x="18767" y="1373"/>
                      <a:pt x="18879" y="1192"/>
                      <a:pt x="18879" y="994"/>
                    </a:cubicBezTo>
                    <a:lnTo>
                      <a:pt x="18879" y="528"/>
                    </a:lnTo>
                    <a:cubicBezTo>
                      <a:pt x="18879" y="222"/>
                      <a:pt x="18628" y="1"/>
                      <a:pt x="1835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Google Shape;1145;p35"/>
              <p:cNvSpPr/>
              <p:nvPr/>
            </p:nvSpPr>
            <p:spPr>
              <a:xfrm>
                <a:off x="7717429" y="560723"/>
                <a:ext cx="54072" cy="73344"/>
              </a:xfrm>
              <a:custGeom>
                <a:avLst/>
                <a:gdLst/>
                <a:ahLst/>
                <a:cxnLst/>
                <a:rect l="l" t="t" r="r" b="b"/>
                <a:pathLst>
                  <a:path w="2311" h="3131" extrusionOk="0">
                    <a:moveTo>
                      <a:pt x="285" y="0"/>
                    </a:moveTo>
                    <a:cubicBezTo>
                      <a:pt x="128" y="0"/>
                      <a:pt x="1" y="127"/>
                      <a:pt x="1" y="284"/>
                    </a:cubicBezTo>
                    <a:lnTo>
                      <a:pt x="1" y="2846"/>
                    </a:lnTo>
                    <a:cubicBezTo>
                      <a:pt x="1" y="3003"/>
                      <a:pt x="128" y="3130"/>
                      <a:pt x="285" y="3130"/>
                    </a:cubicBezTo>
                    <a:lnTo>
                      <a:pt x="2026" y="3130"/>
                    </a:lnTo>
                    <a:cubicBezTo>
                      <a:pt x="2183" y="3130"/>
                      <a:pt x="2310" y="3003"/>
                      <a:pt x="2310" y="2846"/>
                    </a:cubicBezTo>
                    <a:lnTo>
                      <a:pt x="2310" y="284"/>
                    </a:lnTo>
                    <a:cubicBezTo>
                      <a:pt x="2310" y="127"/>
                      <a:pt x="2183" y="0"/>
                      <a:pt x="202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Google Shape;1146;p35"/>
              <p:cNvSpPr/>
              <p:nvPr/>
            </p:nvSpPr>
            <p:spPr>
              <a:xfrm>
                <a:off x="7738323" y="560723"/>
                <a:ext cx="33178" cy="73344"/>
              </a:xfrm>
              <a:custGeom>
                <a:avLst/>
                <a:gdLst/>
                <a:ahLst/>
                <a:cxnLst/>
                <a:rect l="l" t="t" r="r" b="b"/>
                <a:pathLst>
                  <a:path w="1418" h="3131" extrusionOk="0">
                    <a:moveTo>
                      <a:pt x="284" y="0"/>
                    </a:moveTo>
                    <a:cubicBezTo>
                      <a:pt x="127" y="0"/>
                      <a:pt x="0" y="127"/>
                      <a:pt x="0" y="284"/>
                    </a:cubicBezTo>
                    <a:lnTo>
                      <a:pt x="0" y="2846"/>
                    </a:lnTo>
                    <a:cubicBezTo>
                      <a:pt x="0" y="3003"/>
                      <a:pt x="127" y="3130"/>
                      <a:pt x="284" y="3130"/>
                    </a:cubicBezTo>
                    <a:lnTo>
                      <a:pt x="1133" y="3130"/>
                    </a:lnTo>
                    <a:cubicBezTo>
                      <a:pt x="1290" y="3130"/>
                      <a:pt x="1417" y="3003"/>
                      <a:pt x="1417" y="2846"/>
                    </a:cubicBezTo>
                    <a:lnTo>
                      <a:pt x="1417" y="284"/>
                    </a:lnTo>
                    <a:cubicBezTo>
                      <a:pt x="1417" y="127"/>
                      <a:pt x="1290" y="0"/>
                      <a:pt x="1133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Google Shape;1147;p35"/>
              <p:cNvSpPr/>
              <p:nvPr/>
            </p:nvSpPr>
            <p:spPr>
              <a:xfrm>
                <a:off x="7725455" y="550439"/>
                <a:ext cx="38044" cy="10330"/>
              </a:xfrm>
              <a:custGeom>
                <a:avLst/>
                <a:gdLst/>
                <a:ahLst/>
                <a:cxnLst/>
                <a:rect l="l" t="t" r="r" b="b"/>
                <a:pathLst>
                  <a:path w="1626" h="441" extrusionOk="0">
                    <a:moveTo>
                      <a:pt x="0" y="0"/>
                    </a:moveTo>
                    <a:lnTo>
                      <a:pt x="0" y="440"/>
                    </a:lnTo>
                    <a:lnTo>
                      <a:pt x="1626" y="440"/>
                    </a:lnTo>
                    <a:lnTo>
                      <a:pt x="16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Google Shape;1148;p35"/>
              <p:cNvSpPr/>
              <p:nvPr/>
            </p:nvSpPr>
            <p:spPr>
              <a:xfrm>
                <a:off x="7717429" y="535002"/>
                <a:ext cx="54095" cy="15484"/>
              </a:xfrm>
              <a:custGeom>
                <a:avLst/>
                <a:gdLst/>
                <a:ahLst/>
                <a:cxnLst/>
                <a:rect l="l" t="t" r="r" b="b"/>
                <a:pathLst>
                  <a:path w="2312" h="661" extrusionOk="0">
                    <a:moveTo>
                      <a:pt x="100" y="1"/>
                    </a:moveTo>
                    <a:cubicBezTo>
                      <a:pt x="46" y="1"/>
                      <a:pt x="1" y="45"/>
                      <a:pt x="1" y="100"/>
                    </a:cubicBezTo>
                    <a:lnTo>
                      <a:pt x="1" y="562"/>
                    </a:lnTo>
                    <a:cubicBezTo>
                      <a:pt x="1" y="615"/>
                      <a:pt x="45" y="660"/>
                      <a:pt x="100" y="660"/>
                    </a:cubicBezTo>
                    <a:lnTo>
                      <a:pt x="2213" y="660"/>
                    </a:lnTo>
                    <a:cubicBezTo>
                      <a:pt x="2267" y="660"/>
                      <a:pt x="2311" y="616"/>
                      <a:pt x="2311" y="562"/>
                    </a:cubicBezTo>
                    <a:lnTo>
                      <a:pt x="2311" y="100"/>
                    </a:lnTo>
                    <a:cubicBezTo>
                      <a:pt x="2311" y="45"/>
                      <a:pt x="2267" y="1"/>
                      <a:pt x="221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Google Shape;1149;p35"/>
              <p:cNvSpPr/>
              <p:nvPr/>
            </p:nvSpPr>
            <p:spPr>
              <a:xfrm>
                <a:off x="7731655" y="535002"/>
                <a:ext cx="39869" cy="15484"/>
              </a:xfrm>
              <a:custGeom>
                <a:avLst/>
                <a:gdLst/>
                <a:ahLst/>
                <a:cxnLst/>
                <a:rect l="l" t="t" r="r" b="b"/>
                <a:pathLst>
                  <a:path w="1704" h="661" extrusionOk="0">
                    <a:moveTo>
                      <a:pt x="99" y="1"/>
                    </a:moveTo>
                    <a:cubicBezTo>
                      <a:pt x="44" y="1"/>
                      <a:pt x="1" y="45"/>
                      <a:pt x="1" y="100"/>
                    </a:cubicBezTo>
                    <a:lnTo>
                      <a:pt x="1" y="562"/>
                    </a:lnTo>
                    <a:cubicBezTo>
                      <a:pt x="1" y="615"/>
                      <a:pt x="44" y="660"/>
                      <a:pt x="99" y="660"/>
                    </a:cubicBezTo>
                    <a:lnTo>
                      <a:pt x="1605" y="660"/>
                    </a:lnTo>
                    <a:cubicBezTo>
                      <a:pt x="1659" y="660"/>
                      <a:pt x="1703" y="616"/>
                      <a:pt x="1703" y="562"/>
                    </a:cubicBezTo>
                    <a:lnTo>
                      <a:pt x="1703" y="100"/>
                    </a:lnTo>
                    <a:cubicBezTo>
                      <a:pt x="1703" y="45"/>
                      <a:pt x="1659" y="1"/>
                      <a:pt x="1605" y="1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Google Shape;1150;p35"/>
              <p:cNvSpPr/>
              <p:nvPr/>
            </p:nvSpPr>
            <p:spPr>
              <a:xfrm>
                <a:off x="7756176" y="551658"/>
                <a:ext cx="309432" cy="26541"/>
              </a:xfrm>
              <a:custGeom>
                <a:avLst/>
                <a:gdLst/>
                <a:ahLst/>
                <a:cxnLst/>
                <a:rect l="l" t="t" r="r" b="b"/>
                <a:pathLst>
                  <a:path w="13225" h="1133" extrusionOk="0">
                    <a:moveTo>
                      <a:pt x="154" y="1"/>
                    </a:moveTo>
                    <a:cubicBezTo>
                      <a:pt x="70" y="1"/>
                      <a:pt x="0" y="69"/>
                      <a:pt x="0" y="154"/>
                    </a:cubicBezTo>
                    <a:cubicBezTo>
                      <a:pt x="1" y="228"/>
                      <a:pt x="55" y="292"/>
                      <a:pt x="128" y="303"/>
                    </a:cubicBezTo>
                    <a:lnTo>
                      <a:pt x="4746" y="1033"/>
                    </a:lnTo>
                    <a:cubicBezTo>
                      <a:pt x="5162" y="1099"/>
                      <a:pt x="5580" y="1133"/>
                      <a:pt x="6001" y="1133"/>
                    </a:cubicBezTo>
                    <a:lnTo>
                      <a:pt x="9476" y="1133"/>
                    </a:lnTo>
                    <a:cubicBezTo>
                      <a:pt x="10789" y="1133"/>
                      <a:pt x="12075" y="766"/>
                      <a:pt x="13190" y="74"/>
                    </a:cubicBezTo>
                    <a:cubicBezTo>
                      <a:pt x="13225" y="53"/>
                      <a:pt x="13209" y="1"/>
                      <a:pt x="1316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35"/>
              <p:cNvSpPr/>
              <p:nvPr/>
            </p:nvSpPr>
            <p:spPr>
              <a:xfrm>
                <a:off x="7315343" y="587146"/>
                <a:ext cx="402156" cy="238373"/>
              </a:xfrm>
              <a:custGeom>
                <a:avLst/>
                <a:gdLst/>
                <a:ahLst/>
                <a:cxnLst/>
                <a:rect l="l" t="t" r="r" b="b"/>
                <a:pathLst>
                  <a:path w="17188" h="10176" extrusionOk="0">
                    <a:moveTo>
                      <a:pt x="17188" y="0"/>
                    </a:moveTo>
                    <a:lnTo>
                      <a:pt x="16937" y="131"/>
                    </a:lnTo>
                    <a:cubicBezTo>
                      <a:pt x="16937" y="905"/>
                      <a:pt x="16501" y="1614"/>
                      <a:pt x="15810" y="1962"/>
                    </a:cubicBezTo>
                    <a:lnTo>
                      <a:pt x="1" y="9937"/>
                    </a:lnTo>
                    <a:cubicBezTo>
                      <a:pt x="98" y="10084"/>
                      <a:pt x="264" y="10176"/>
                      <a:pt x="443" y="10176"/>
                    </a:cubicBezTo>
                    <a:cubicBezTo>
                      <a:pt x="523" y="10176"/>
                      <a:pt x="605" y="10157"/>
                      <a:pt x="684" y="10116"/>
                    </a:cubicBezTo>
                    <a:lnTo>
                      <a:pt x="17188" y="1651"/>
                    </a:lnTo>
                    <a:lnTo>
                      <a:pt x="17188" y="0"/>
                    </a:ln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Google Shape;1152;p35"/>
              <p:cNvSpPr/>
              <p:nvPr/>
            </p:nvSpPr>
            <p:spPr>
              <a:xfrm>
                <a:off x="6895943" y="846695"/>
                <a:ext cx="38816" cy="60530"/>
              </a:xfrm>
              <a:custGeom>
                <a:avLst/>
                <a:gdLst/>
                <a:ahLst/>
                <a:cxnLst/>
                <a:rect l="l" t="t" r="r" b="b"/>
                <a:pathLst>
                  <a:path w="1659" h="2584" extrusionOk="0">
                    <a:moveTo>
                      <a:pt x="252" y="0"/>
                    </a:moveTo>
                    <a:cubicBezTo>
                      <a:pt x="174" y="0"/>
                      <a:pt x="101" y="38"/>
                      <a:pt x="56" y="103"/>
                    </a:cubicBezTo>
                    <a:cubicBezTo>
                      <a:pt x="11" y="169"/>
                      <a:pt x="1" y="251"/>
                      <a:pt x="30" y="323"/>
                    </a:cubicBezTo>
                    <a:lnTo>
                      <a:pt x="821" y="2428"/>
                    </a:lnTo>
                    <a:cubicBezTo>
                      <a:pt x="857" y="2522"/>
                      <a:pt x="947" y="2584"/>
                      <a:pt x="1046" y="2584"/>
                    </a:cubicBezTo>
                    <a:lnTo>
                      <a:pt x="1408" y="2584"/>
                    </a:lnTo>
                    <a:cubicBezTo>
                      <a:pt x="1486" y="2584"/>
                      <a:pt x="1559" y="2545"/>
                      <a:pt x="1604" y="2481"/>
                    </a:cubicBezTo>
                    <a:cubicBezTo>
                      <a:pt x="1649" y="2417"/>
                      <a:pt x="1658" y="2334"/>
                      <a:pt x="1630" y="2261"/>
                    </a:cubicBezTo>
                    <a:lnTo>
                      <a:pt x="840" y="155"/>
                    </a:lnTo>
                    <a:cubicBezTo>
                      <a:pt x="804" y="63"/>
                      <a:pt x="714" y="0"/>
                      <a:pt x="61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Google Shape;1153;p35"/>
              <p:cNvSpPr/>
              <p:nvPr/>
            </p:nvSpPr>
            <p:spPr>
              <a:xfrm>
                <a:off x="6898540" y="849460"/>
                <a:ext cx="33716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441" h="2348" extrusionOk="0">
                    <a:moveTo>
                      <a:pt x="144" y="0"/>
                    </a:moveTo>
                    <a:cubicBezTo>
                      <a:pt x="58" y="0"/>
                      <a:pt x="1" y="84"/>
                      <a:pt x="30" y="164"/>
                    </a:cubicBezTo>
                    <a:lnTo>
                      <a:pt x="821" y="2270"/>
                    </a:lnTo>
                    <a:cubicBezTo>
                      <a:pt x="839" y="2317"/>
                      <a:pt x="885" y="2348"/>
                      <a:pt x="935" y="2348"/>
                    </a:cubicBezTo>
                    <a:lnTo>
                      <a:pt x="1298" y="2348"/>
                    </a:lnTo>
                    <a:cubicBezTo>
                      <a:pt x="1382" y="2348"/>
                      <a:pt x="1441" y="2263"/>
                      <a:pt x="1412" y="2184"/>
                    </a:cubicBezTo>
                    <a:lnTo>
                      <a:pt x="621" y="78"/>
                    </a:lnTo>
                    <a:cubicBezTo>
                      <a:pt x="603" y="31"/>
                      <a:pt x="556" y="0"/>
                      <a:pt x="50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Google Shape;1154;p35"/>
              <p:cNvSpPr/>
              <p:nvPr/>
            </p:nvSpPr>
            <p:spPr>
              <a:xfrm>
                <a:off x="6898540" y="849460"/>
                <a:ext cx="26088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115" h="2348" extrusionOk="0">
                    <a:moveTo>
                      <a:pt x="144" y="0"/>
                    </a:moveTo>
                    <a:cubicBezTo>
                      <a:pt x="58" y="0"/>
                      <a:pt x="1" y="84"/>
                      <a:pt x="30" y="164"/>
                    </a:cubicBezTo>
                    <a:lnTo>
                      <a:pt x="821" y="2270"/>
                    </a:lnTo>
                    <a:cubicBezTo>
                      <a:pt x="839" y="2317"/>
                      <a:pt x="885" y="2348"/>
                      <a:pt x="935" y="2348"/>
                    </a:cubicBezTo>
                    <a:lnTo>
                      <a:pt x="971" y="2348"/>
                    </a:lnTo>
                    <a:cubicBezTo>
                      <a:pt x="1056" y="2348"/>
                      <a:pt x="1114" y="2263"/>
                      <a:pt x="1088" y="2184"/>
                    </a:cubicBezTo>
                    <a:lnTo>
                      <a:pt x="295" y="78"/>
                    </a:lnTo>
                    <a:cubicBezTo>
                      <a:pt x="278" y="31"/>
                      <a:pt x="231" y="0"/>
                      <a:pt x="181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Google Shape;1155;p35"/>
              <p:cNvSpPr/>
              <p:nvPr/>
            </p:nvSpPr>
            <p:spPr>
              <a:xfrm>
                <a:off x="6934175" y="846695"/>
                <a:ext cx="38793" cy="60530"/>
              </a:xfrm>
              <a:custGeom>
                <a:avLst/>
                <a:gdLst/>
                <a:ahLst/>
                <a:cxnLst/>
                <a:rect l="l" t="t" r="r" b="b"/>
                <a:pathLst>
                  <a:path w="1658" h="2584" extrusionOk="0">
                    <a:moveTo>
                      <a:pt x="252" y="0"/>
                    </a:moveTo>
                    <a:cubicBezTo>
                      <a:pt x="174" y="0"/>
                      <a:pt x="100" y="38"/>
                      <a:pt x="56" y="103"/>
                    </a:cubicBezTo>
                    <a:cubicBezTo>
                      <a:pt x="11" y="169"/>
                      <a:pt x="1" y="251"/>
                      <a:pt x="28" y="323"/>
                    </a:cubicBezTo>
                    <a:lnTo>
                      <a:pt x="820" y="2428"/>
                    </a:lnTo>
                    <a:cubicBezTo>
                      <a:pt x="856" y="2522"/>
                      <a:pt x="945" y="2584"/>
                      <a:pt x="1044" y="2584"/>
                    </a:cubicBezTo>
                    <a:lnTo>
                      <a:pt x="1407" y="2584"/>
                    </a:lnTo>
                    <a:cubicBezTo>
                      <a:pt x="1485" y="2584"/>
                      <a:pt x="1558" y="2545"/>
                      <a:pt x="1603" y="2481"/>
                    </a:cubicBezTo>
                    <a:cubicBezTo>
                      <a:pt x="1648" y="2417"/>
                      <a:pt x="1658" y="2334"/>
                      <a:pt x="1630" y="2261"/>
                    </a:cubicBezTo>
                    <a:lnTo>
                      <a:pt x="838" y="155"/>
                    </a:lnTo>
                    <a:cubicBezTo>
                      <a:pt x="803" y="63"/>
                      <a:pt x="713" y="0"/>
                      <a:pt x="61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Google Shape;1156;p35"/>
              <p:cNvSpPr/>
              <p:nvPr/>
            </p:nvSpPr>
            <p:spPr>
              <a:xfrm>
                <a:off x="6936725" y="849460"/>
                <a:ext cx="33739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442" h="2348" extrusionOk="0">
                    <a:moveTo>
                      <a:pt x="144" y="0"/>
                    </a:moveTo>
                    <a:cubicBezTo>
                      <a:pt x="58" y="0"/>
                      <a:pt x="0" y="84"/>
                      <a:pt x="30" y="164"/>
                    </a:cubicBezTo>
                    <a:lnTo>
                      <a:pt x="821" y="2270"/>
                    </a:lnTo>
                    <a:cubicBezTo>
                      <a:pt x="838" y="2317"/>
                      <a:pt x="884" y="2348"/>
                      <a:pt x="935" y="2348"/>
                    </a:cubicBezTo>
                    <a:lnTo>
                      <a:pt x="1298" y="2348"/>
                    </a:lnTo>
                    <a:cubicBezTo>
                      <a:pt x="1383" y="2348"/>
                      <a:pt x="1441" y="2263"/>
                      <a:pt x="1411" y="2184"/>
                    </a:cubicBezTo>
                    <a:lnTo>
                      <a:pt x="621" y="78"/>
                    </a:lnTo>
                    <a:cubicBezTo>
                      <a:pt x="603" y="31"/>
                      <a:pt x="557" y="0"/>
                      <a:pt x="50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Google Shape;1157;p35"/>
              <p:cNvSpPr/>
              <p:nvPr/>
            </p:nvSpPr>
            <p:spPr>
              <a:xfrm>
                <a:off x="6936725" y="849460"/>
                <a:ext cx="26088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115" h="2348" extrusionOk="0">
                    <a:moveTo>
                      <a:pt x="144" y="0"/>
                    </a:moveTo>
                    <a:cubicBezTo>
                      <a:pt x="58" y="0"/>
                      <a:pt x="0" y="84"/>
                      <a:pt x="30" y="164"/>
                    </a:cubicBezTo>
                    <a:lnTo>
                      <a:pt x="821" y="2270"/>
                    </a:lnTo>
                    <a:cubicBezTo>
                      <a:pt x="839" y="2317"/>
                      <a:pt x="885" y="2348"/>
                      <a:pt x="935" y="2348"/>
                    </a:cubicBezTo>
                    <a:lnTo>
                      <a:pt x="973" y="2348"/>
                    </a:lnTo>
                    <a:cubicBezTo>
                      <a:pt x="1057" y="2348"/>
                      <a:pt x="1114" y="2263"/>
                      <a:pt x="1087" y="2184"/>
                    </a:cubicBezTo>
                    <a:lnTo>
                      <a:pt x="296" y="78"/>
                    </a:lnTo>
                    <a:cubicBezTo>
                      <a:pt x="277" y="31"/>
                      <a:pt x="231" y="0"/>
                      <a:pt x="181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Google Shape;1158;p35"/>
              <p:cNvSpPr/>
              <p:nvPr/>
            </p:nvSpPr>
            <p:spPr>
              <a:xfrm>
                <a:off x="6972359" y="846695"/>
                <a:ext cx="38793" cy="60530"/>
              </a:xfrm>
              <a:custGeom>
                <a:avLst/>
                <a:gdLst/>
                <a:ahLst/>
                <a:cxnLst/>
                <a:rect l="l" t="t" r="r" b="b"/>
                <a:pathLst>
                  <a:path w="1658" h="2584" extrusionOk="0">
                    <a:moveTo>
                      <a:pt x="252" y="0"/>
                    </a:moveTo>
                    <a:cubicBezTo>
                      <a:pt x="174" y="0"/>
                      <a:pt x="100" y="38"/>
                      <a:pt x="56" y="103"/>
                    </a:cubicBezTo>
                    <a:cubicBezTo>
                      <a:pt x="11" y="169"/>
                      <a:pt x="0" y="251"/>
                      <a:pt x="28" y="323"/>
                    </a:cubicBezTo>
                    <a:lnTo>
                      <a:pt x="821" y="2428"/>
                    </a:lnTo>
                    <a:cubicBezTo>
                      <a:pt x="856" y="2522"/>
                      <a:pt x="945" y="2584"/>
                      <a:pt x="1044" y="2584"/>
                    </a:cubicBezTo>
                    <a:lnTo>
                      <a:pt x="1406" y="2584"/>
                    </a:lnTo>
                    <a:cubicBezTo>
                      <a:pt x="1485" y="2584"/>
                      <a:pt x="1558" y="2545"/>
                      <a:pt x="1603" y="2481"/>
                    </a:cubicBezTo>
                    <a:cubicBezTo>
                      <a:pt x="1647" y="2417"/>
                      <a:pt x="1658" y="2334"/>
                      <a:pt x="1630" y="2261"/>
                    </a:cubicBezTo>
                    <a:lnTo>
                      <a:pt x="839" y="155"/>
                    </a:lnTo>
                    <a:cubicBezTo>
                      <a:pt x="802" y="63"/>
                      <a:pt x="713" y="0"/>
                      <a:pt x="61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Google Shape;1159;p35"/>
              <p:cNvSpPr/>
              <p:nvPr/>
            </p:nvSpPr>
            <p:spPr>
              <a:xfrm>
                <a:off x="6974886" y="849460"/>
                <a:ext cx="33739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442" h="2348" extrusionOk="0">
                    <a:moveTo>
                      <a:pt x="145" y="0"/>
                    </a:moveTo>
                    <a:cubicBezTo>
                      <a:pt x="59" y="0"/>
                      <a:pt x="1" y="84"/>
                      <a:pt x="31" y="164"/>
                    </a:cubicBezTo>
                    <a:lnTo>
                      <a:pt x="821" y="2270"/>
                    </a:lnTo>
                    <a:cubicBezTo>
                      <a:pt x="840" y="2317"/>
                      <a:pt x="886" y="2348"/>
                      <a:pt x="936" y="2348"/>
                    </a:cubicBezTo>
                    <a:lnTo>
                      <a:pt x="1298" y="2348"/>
                    </a:lnTo>
                    <a:cubicBezTo>
                      <a:pt x="1383" y="2348"/>
                      <a:pt x="1442" y="2263"/>
                      <a:pt x="1413" y="2184"/>
                    </a:cubicBezTo>
                    <a:lnTo>
                      <a:pt x="621" y="78"/>
                    </a:lnTo>
                    <a:cubicBezTo>
                      <a:pt x="604" y="31"/>
                      <a:pt x="558" y="0"/>
                      <a:pt x="50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Google Shape;1160;p35"/>
              <p:cNvSpPr/>
              <p:nvPr/>
            </p:nvSpPr>
            <p:spPr>
              <a:xfrm>
                <a:off x="6974886" y="849460"/>
                <a:ext cx="26135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2348" extrusionOk="0">
                    <a:moveTo>
                      <a:pt x="145" y="0"/>
                    </a:moveTo>
                    <a:cubicBezTo>
                      <a:pt x="59" y="0"/>
                      <a:pt x="1" y="84"/>
                      <a:pt x="31" y="164"/>
                    </a:cubicBezTo>
                    <a:lnTo>
                      <a:pt x="821" y="2270"/>
                    </a:lnTo>
                    <a:cubicBezTo>
                      <a:pt x="840" y="2317"/>
                      <a:pt x="886" y="2348"/>
                      <a:pt x="936" y="2348"/>
                    </a:cubicBezTo>
                    <a:lnTo>
                      <a:pt x="973" y="2348"/>
                    </a:lnTo>
                    <a:cubicBezTo>
                      <a:pt x="1057" y="2348"/>
                      <a:pt x="1117" y="2263"/>
                      <a:pt x="1088" y="2184"/>
                    </a:cubicBezTo>
                    <a:lnTo>
                      <a:pt x="296" y="78"/>
                    </a:lnTo>
                    <a:cubicBezTo>
                      <a:pt x="278" y="31"/>
                      <a:pt x="232" y="0"/>
                      <a:pt x="182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Google Shape;1161;p35"/>
              <p:cNvSpPr/>
              <p:nvPr/>
            </p:nvSpPr>
            <p:spPr>
              <a:xfrm>
                <a:off x="7010567" y="846695"/>
                <a:ext cx="38816" cy="60530"/>
              </a:xfrm>
              <a:custGeom>
                <a:avLst/>
                <a:gdLst/>
                <a:ahLst/>
                <a:cxnLst/>
                <a:rect l="l" t="t" r="r" b="b"/>
                <a:pathLst>
                  <a:path w="1659" h="2584" extrusionOk="0">
                    <a:moveTo>
                      <a:pt x="252" y="0"/>
                    </a:moveTo>
                    <a:cubicBezTo>
                      <a:pt x="173" y="0"/>
                      <a:pt x="100" y="38"/>
                      <a:pt x="55" y="103"/>
                    </a:cubicBezTo>
                    <a:cubicBezTo>
                      <a:pt x="11" y="169"/>
                      <a:pt x="1" y="251"/>
                      <a:pt x="29" y="323"/>
                    </a:cubicBezTo>
                    <a:lnTo>
                      <a:pt x="819" y="2428"/>
                    </a:lnTo>
                    <a:cubicBezTo>
                      <a:pt x="854" y="2522"/>
                      <a:pt x="944" y="2584"/>
                      <a:pt x="1043" y="2584"/>
                    </a:cubicBezTo>
                    <a:lnTo>
                      <a:pt x="1407" y="2584"/>
                    </a:lnTo>
                    <a:cubicBezTo>
                      <a:pt x="1485" y="2584"/>
                      <a:pt x="1558" y="2545"/>
                      <a:pt x="1603" y="2481"/>
                    </a:cubicBezTo>
                    <a:cubicBezTo>
                      <a:pt x="1648" y="2417"/>
                      <a:pt x="1658" y="2334"/>
                      <a:pt x="1630" y="2261"/>
                    </a:cubicBezTo>
                    <a:lnTo>
                      <a:pt x="839" y="155"/>
                    </a:lnTo>
                    <a:cubicBezTo>
                      <a:pt x="803" y="63"/>
                      <a:pt x="714" y="0"/>
                      <a:pt x="61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Google Shape;1162;p35"/>
              <p:cNvSpPr/>
              <p:nvPr/>
            </p:nvSpPr>
            <p:spPr>
              <a:xfrm>
                <a:off x="7013094" y="849460"/>
                <a:ext cx="33739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442" h="2348" extrusionOk="0">
                    <a:moveTo>
                      <a:pt x="144" y="0"/>
                    </a:moveTo>
                    <a:cubicBezTo>
                      <a:pt x="58" y="0"/>
                      <a:pt x="1" y="84"/>
                      <a:pt x="29" y="164"/>
                    </a:cubicBezTo>
                    <a:lnTo>
                      <a:pt x="821" y="2270"/>
                    </a:lnTo>
                    <a:cubicBezTo>
                      <a:pt x="839" y="2317"/>
                      <a:pt x="885" y="2348"/>
                      <a:pt x="935" y="2348"/>
                    </a:cubicBezTo>
                    <a:lnTo>
                      <a:pt x="1298" y="2348"/>
                    </a:lnTo>
                    <a:cubicBezTo>
                      <a:pt x="1382" y="2348"/>
                      <a:pt x="1442" y="2263"/>
                      <a:pt x="1412" y="2184"/>
                    </a:cubicBezTo>
                    <a:lnTo>
                      <a:pt x="621" y="78"/>
                    </a:lnTo>
                    <a:cubicBezTo>
                      <a:pt x="603" y="31"/>
                      <a:pt x="557" y="0"/>
                      <a:pt x="50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Google Shape;1163;p35"/>
              <p:cNvSpPr/>
              <p:nvPr/>
            </p:nvSpPr>
            <p:spPr>
              <a:xfrm>
                <a:off x="7013094" y="849460"/>
                <a:ext cx="26112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116" h="2348" extrusionOk="0">
                    <a:moveTo>
                      <a:pt x="144" y="0"/>
                    </a:moveTo>
                    <a:cubicBezTo>
                      <a:pt x="58" y="0"/>
                      <a:pt x="1" y="84"/>
                      <a:pt x="29" y="164"/>
                    </a:cubicBezTo>
                    <a:lnTo>
                      <a:pt x="821" y="2270"/>
                    </a:lnTo>
                    <a:cubicBezTo>
                      <a:pt x="839" y="2317"/>
                      <a:pt x="885" y="2348"/>
                      <a:pt x="935" y="2348"/>
                    </a:cubicBezTo>
                    <a:lnTo>
                      <a:pt x="972" y="2348"/>
                    </a:lnTo>
                    <a:cubicBezTo>
                      <a:pt x="1057" y="2348"/>
                      <a:pt x="1115" y="2263"/>
                      <a:pt x="1085" y="2184"/>
                    </a:cubicBezTo>
                    <a:lnTo>
                      <a:pt x="294" y="78"/>
                    </a:lnTo>
                    <a:cubicBezTo>
                      <a:pt x="275" y="31"/>
                      <a:pt x="229" y="0"/>
                      <a:pt x="180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Google Shape;1164;p35"/>
              <p:cNvSpPr/>
              <p:nvPr/>
            </p:nvSpPr>
            <p:spPr>
              <a:xfrm>
                <a:off x="7480249" y="816079"/>
                <a:ext cx="164204" cy="25346"/>
              </a:xfrm>
              <a:custGeom>
                <a:avLst/>
                <a:gdLst/>
                <a:ahLst/>
                <a:cxnLst/>
                <a:rect l="l" t="t" r="r" b="b"/>
                <a:pathLst>
                  <a:path w="7018" h="1082" extrusionOk="0">
                    <a:moveTo>
                      <a:pt x="361" y="1"/>
                    </a:moveTo>
                    <a:cubicBezTo>
                      <a:pt x="162" y="1"/>
                      <a:pt x="0" y="163"/>
                      <a:pt x="0" y="361"/>
                    </a:cubicBezTo>
                    <a:lnTo>
                      <a:pt x="0" y="722"/>
                    </a:lnTo>
                    <a:cubicBezTo>
                      <a:pt x="0" y="749"/>
                      <a:pt x="3" y="774"/>
                      <a:pt x="9" y="800"/>
                    </a:cubicBezTo>
                    <a:cubicBezTo>
                      <a:pt x="45" y="962"/>
                      <a:pt x="189" y="1082"/>
                      <a:pt x="360" y="1082"/>
                    </a:cubicBezTo>
                    <a:lnTo>
                      <a:pt x="6477" y="1082"/>
                    </a:lnTo>
                    <a:cubicBezTo>
                      <a:pt x="6626" y="1082"/>
                      <a:pt x="6762" y="1020"/>
                      <a:pt x="6859" y="923"/>
                    </a:cubicBezTo>
                    <a:cubicBezTo>
                      <a:pt x="6957" y="825"/>
                      <a:pt x="7017" y="690"/>
                      <a:pt x="7017" y="541"/>
                    </a:cubicBezTo>
                    <a:cubicBezTo>
                      <a:pt x="7017" y="295"/>
                      <a:pt x="6854" y="88"/>
                      <a:pt x="6629" y="22"/>
                    </a:cubicBezTo>
                    <a:cubicBezTo>
                      <a:pt x="6581" y="9"/>
                      <a:pt x="6530" y="1"/>
                      <a:pt x="647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Google Shape;1165;p35"/>
              <p:cNvSpPr/>
              <p:nvPr/>
            </p:nvSpPr>
            <p:spPr>
              <a:xfrm>
                <a:off x="7480296" y="816079"/>
                <a:ext cx="156365" cy="18740"/>
              </a:xfrm>
              <a:custGeom>
                <a:avLst/>
                <a:gdLst/>
                <a:ahLst/>
                <a:cxnLst/>
                <a:rect l="l" t="t" r="r" b="b"/>
                <a:pathLst>
                  <a:path w="6683" h="800" extrusionOk="0">
                    <a:moveTo>
                      <a:pt x="360" y="1"/>
                    </a:moveTo>
                    <a:cubicBezTo>
                      <a:pt x="161" y="1"/>
                      <a:pt x="0" y="163"/>
                      <a:pt x="0" y="361"/>
                    </a:cubicBezTo>
                    <a:lnTo>
                      <a:pt x="0" y="722"/>
                    </a:lnTo>
                    <a:cubicBezTo>
                      <a:pt x="0" y="749"/>
                      <a:pt x="2" y="774"/>
                      <a:pt x="8" y="800"/>
                    </a:cubicBezTo>
                    <a:lnTo>
                      <a:pt x="6143" y="800"/>
                    </a:lnTo>
                    <a:cubicBezTo>
                      <a:pt x="6292" y="800"/>
                      <a:pt x="6426" y="738"/>
                      <a:pt x="6525" y="641"/>
                    </a:cubicBezTo>
                    <a:cubicBezTo>
                      <a:pt x="6622" y="543"/>
                      <a:pt x="6683" y="408"/>
                      <a:pt x="6683" y="259"/>
                    </a:cubicBezTo>
                    <a:cubicBezTo>
                      <a:pt x="6683" y="174"/>
                      <a:pt x="6663" y="93"/>
                      <a:pt x="6628" y="22"/>
                    </a:cubicBezTo>
                    <a:cubicBezTo>
                      <a:pt x="6580" y="9"/>
                      <a:pt x="6529" y="1"/>
                      <a:pt x="647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Google Shape;1166;p35"/>
              <p:cNvSpPr/>
              <p:nvPr/>
            </p:nvSpPr>
            <p:spPr>
              <a:xfrm>
                <a:off x="6878418" y="775366"/>
                <a:ext cx="173025" cy="40736"/>
              </a:xfrm>
              <a:custGeom>
                <a:avLst/>
                <a:gdLst/>
                <a:ahLst/>
                <a:cxnLst/>
                <a:rect l="l" t="t" r="r" b="b"/>
                <a:pathLst>
                  <a:path w="7395" h="1739" extrusionOk="0">
                    <a:moveTo>
                      <a:pt x="31" y="1"/>
                    </a:moveTo>
                    <a:cubicBezTo>
                      <a:pt x="15" y="1"/>
                      <a:pt x="0" y="15"/>
                      <a:pt x="0" y="31"/>
                    </a:cubicBezTo>
                    <a:lnTo>
                      <a:pt x="0" y="1708"/>
                    </a:lnTo>
                    <a:cubicBezTo>
                      <a:pt x="0" y="1726"/>
                      <a:pt x="15" y="1739"/>
                      <a:pt x="31" y="1739"/>
                    </a:cubicBezTo>
                    <a:lnTo>
                      <a:pt x="7364" y="1739"/>
                    </a:lnTo>
                    <a:cubicBezTo>
                      <a:pt x="7382" y="1739"/>
                      <a:pt x="7394" y="1726"/>
                      <a:pt x="7394" y="1708"/>
                    </a:cubicBezTo>
                    <a:lnTo>
                      <a:pt x="7394" y="31"/>
                    </a:lnTo>
                    <a:cubicBezTo>
                      <a:pt x="7394" y="15"/>
                      <a:pt x="7380" y="1"/>
                      <a:pt x="7364" y="1"/>
                    </a:cubicBezTo>
                    <a:close/>
                  </a:path>
                </a:pathLst>
              </a:custGeom>
              <a:solidFill>
                <a:srgbClr val="8BAAD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Google Shape;1167;p35"/>
              <p:cNvSpPr/>
              <p:nvPr/>
            </p:nvSpPr>
            <p:spPr>
              <a:xfrm>
                <a:off x="6874277" y="775343"/>
                <a:ext cx="173048" cy="40760"/>
              </a:xfrm>
              <a:custGeom>
                <a:avLst/>
                <a:gdLst/>
                <a:ahLst/>
                <a:cxnLst/>
                <a:rect l="l" t="t" r="r" b="b"/>
                <a:pathLst>
                  <a:path w="7396" h="1740" extrusionOk="0">
                    <a:moveTo>
                      <a:pt x="467" y="1"/>
                    </a:moveTo>
                    <a:cubicBezTo>
                      <a:pt x="209" y="1"/>
                      <a:pt x="1" y="210"/>
                      <a:pt x="1" y="467"/>
                    </a:cubicBezTo>
                    <a:lnTo>
                      <a:pt x="1" y="1273"/>
                    </a:lnTo>
                    <a:cubicBezTo>
                      <a:pt x="1" y="1532"/>
                      <a:pt x="209" y="1740"/>
                      <a:pt x="467" y="1740"/>
                    </a:cubicBezTo>
                    <a:lnTo>
                      <a:pt x="6928" y="1740"/>
                    </a:lnTo>
                    <a:cubicBezTo>
                      <a:pt x="7186" y="1740"/>
                      <a:pt x="7395" y="1532"/>
                      <a:pt x="7395" y="1273"/>
                    </a:cubicBezTo>
                    <a:lnTo>
                      <a:pt x="7395" y="467"/>
                    </a:lnTo>
                    <a:cubicBezTo>
                      <a:pt x="7395" y="210"/>
                      <a:pt x="7186" y="1"/>
                      <a:pt x="692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Google Shape;1168;p35"/>
              <p:cNvSpPr/>
              <p:nvPr/>
            </p:nvSpPr>
            <p:spPr>
              <a:xfrm>
                <a:off x="6874277" y="775343"/>
                <a:ext cx="158963" cy="27267"/>
              </a:xfrm>
              <a:custGeom>
                <a:avLst/>
                <a:gdLst/>
                <a:ahLst/>
                <a:cxnLst/>
                <a:rect l="l" t="t" r="r" b="b"/>
                <a:pathLst>
                  <a:path w="6794" h="1164" extrusionOk="0">
                    <a:moveTo>
                      <a:pt x="467" y="1"/>
                    </a:moveTo>
                    <a:cubicBezTo>
                      <a:pt x="209" y="1"/>
                      <a:pt x="1" y="210"/>
                      <a:pt x="1" y="467"/>
                    </a:cubicBezTo>
                    <a:lnTo>
                      <a:pt x="1" y="708"/>
                    </a:lnTo>
                    <a:cubicBezTo>
                      <a:pt x="1" y="959"/>
                      <a:pt x="204" y="1164"/>
                      <a:pt x="455" y="1164"/>
                    </a:cubicBezTo>
                    <a:lnTo>
                      <a:pt x="6326" y="1164"/>
                    </a:lnTo>
                    <a:cubicBezTo>
                      <a:pt x="6584" y="1164"/>
                      <a:pt x="6793" y="954"/>
                      <a:pt x="6793" y="697"/>
                    </a:cubicBezTo>
                    <a:lnTo>
                      <a:pt x="6793" y="514"/>
                    </a:lnTo>
                    <a:cubicBezTo>
                      <a:pt x="6793" y="230"/>
                      <a:pt x="6562" y="1"/>
                      <a:pt x="6279" y="1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69" name="Google Shape;1169;p35"/>
              <p:cNvGrpSpPr/>
              <p:nvPr/>
            </p:nvGrpSpPr>
            <p:grpSpPr>
              <a:xfrm>
                <a:off x="6586020" y="1067968"/>
                <a:ext cx="773287" cy="33310"/>
                <a:chOff x="6586020" y="1067968"/>
                <a:chExt cx="773287" cy="33310"/>
              </a:xfrm>
            </p:grpSpPr>
            <p:sp>
              <p:nvSpPr>
                <p:cNvPr id="1170" name="Google Shape;1170;p35"/>
                <p:cNvSpPr/>
                <p:nvPr/>
              </p:nvSpPr>
              <p:spPr>
                <a:xfrm>
                  <a:off x="6586020" y="1067968"/>
                  <a:ext cx="773287" cy="3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050" h="1422" extrusionOk="0">
                      <a:moveTo>
                        <a:pt x="710" y="1"/>
                      </a:moveTo>
                      <a:cubicBezTo>
                        <a:pt x="319" y="1"/>
                        <a:pt x="1" y="319"/>
                        <a:pt x="1" y="712"/>
                      </a:cubicBezTo>
                      <a:cubicBezTo>
                        <a:pt x="1" y="1103"/>
                        <a:pt x="319" y="1421"/>
                        <a:pt x="710" y="1421"/>
                      </a:cubicBezTo>
                      <a:lnTo>
                        <a:pt x="32339" y="1421"/>
                      </a:lnTo>
                      <a:cubicBezTo>
                        <a:pt x="32731" y="1421"/>
                        <a:pt x="33049" y="1103"/>
                        <a:pt x="33049" y="712"/>
                      </a:cubicBezTo>
                      <a:cubicBezTo>
                        <a:pt x="33049" y="319"/>
                        <a:pt x="32731" y="1"/>
                        <a:pt x="3233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1" name="Google Shape;1171;p35"/>
                <p:cNvSpPr/>
                <p:nvPr/>
              </p:nvSpPr>
              <p:spPr>
                <a:xfrm>
                  <a:off x="6586020" y="1067968"/>
                  <a:ext cx="773287" cy="3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050" h="1422" extrusionOk="0">
                      <a:moveTo>
                        <a:pt x="710" y="1"/>
                      </a:moveTo>
                      <a:cubicBezTo>
                        <a:pt x="319" y="1"/>
                        <a:pt x="1" y="319"/>
                        <a:pt x="1" y="712"/>
                      </a:cubicBezTo>
                      <a:cubicBezTo>
                        <a:pt x="1" y="1103"/>
                        <a:pt x="319" y="1421"/>
                        <a:pt x="710" y="1421"/>
                      </a:cubicBezTo>
                      <a:lnTo>
                        <a:pt x="32339" y="1421"/>
                      </a:lnTo>
                      <a:cubicBezTo>
                        <a:pt x="32731" y="1421"/>
                        <a:pt x="33049" y="1103"/>
                        <a:pt x="33049" y="712"/>
                      </a:cubicBezTo>
                      <a:cubicBezTo>
                        <a:pt x="33049" y="319"/>
                        <a:pt x="32731" y="1"/>
                        <a:pt x="32339" y="1"/>
                      </a:cubicBezTo>
                      <a:close/>
                    </a:path>
                  </a:pathLst>
                </a:custGeom>
                <a:solidFill>
                  <a:srgbClr val="000000">
                    <a:alpha val="2024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172" name="Google Shape;1172;p35"/>
              <p:cNvGrpSpPr/>
              <p:nvPr/>
            </p:nvGrpSpPr>
            <p:grpSpPr>
              <a:xfrm>
                <a:off x="6584452" y="921163"/>
                <a:ext cx="776516" cy="180115"/>
                <a:chOff x="6584452" y="921163"/>
                <a:chExt cx="776516" cy="180115"/>
              </a:xfrm>
            </p:grpSpPr>
            <p:sp>
              <p:nvSpPr>
                <p:cNvPr id="1173" name="Google Shape;1173;p35"/>
                <p:cNvSpPr/>
                <p:nvPr/>
              </p:nvSpPr>
              <p:spPr>
                <a:xfrm>
                  <a:off x="6584452" y="921163"/>
                  <a:ext cx="776516" cy="1801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188" h="7689" extrusionOk="0">
                      <a:moveTo>
                        <a:pt x="8891" y="1"/>
                      </a:moveTo>
                      <a:cubicBezTo>
                        <a:pt x="7501" y="1"/>
                        <a:pt x="6194" y="543"/>
                        <a:pt x="5211" y="1525"/>
                      </a:cubicBezTo>
                      <a:lnTo>
                        <a:pt x="277" y="6459"/>
                      </a:lnTo>
                      <a:cubicBezTo>
                        <a:pt x="0" y="6738"/>
                        <a:pt x="0" y="7187"/>
                        <a:pt x="277" y="7464"/>
                      </a:cubicBezTo>
                      <a:cubicBezTo>
                        <a:pt x="415" y="7602"/>
                        <a:pt x="597" y="7671"/>
                        <a:pt x="779" y="7671"/>
                      </a:cubicBezTo>
                      <a:cubicBezTo>
                        <a:pt x="961" y="7671"/>
                        <a:pt x="1143" y="7602"/>
                        <a:pt x="1281" y="7464"/>
                      </a:cubicBezTo>
                      <a:lnTo>
                        <a:pt x="6215" y="2530"/>
                      </a:lnTo>
                      <a:cubicBezTo>
                        <a:pt x="6929" y="1816"/>
                        <a:pt x="7878" y="1422"/>
                        <a:pt x="8889" y="1422"/>
                      </a:cubicBezTo>
                      <a:lnTo>
                        <a:pt x="24395" y="1422"/>
                      </a:lnTo>
                      <a:cubicBezTo>
                        <a:pt x="25329" y="1422"/>
                        <a:pt x="26209" y="1786"/>
                        <a:pt x="26871" y="2448"/>
                      </a:cubicBezTo>
                      <a:lnTo>
                        <a:pt x="31904" y="7481"/>
                      </a:lnTo>
                      <a:cubicBezTo>
                        <a:pt x="32043" y="7620"/>
                        <a:pt x="32224" y="7688"/>
                        <a:pt x="32406" y="7688"/>
                      </a:cubicBezTo>
                      <a:cubicBezTo>
                        <a:pt x="32588" y="7688"/>
                        <a:pt x="32771" y="7620"/>
                        <a:pt x="32910" y="7479"/>
                      </a:cubicBezTo>
                      <a:cubicBezTo>
                        <a:pt x="33187" y="7203"/>
                        <a:pt x="33187" y="6753"/>
                        <a:pt x="32910" y="6476"/>
                      </a:cubicBezTo>
                      <a:lnTo>
                        <a:pt x="27876" y="1442"/>
                      </a:lnTo>
                      <a:cubicBezTo>
                        <a:pt x="26947" y="512"/>
                        <a:pt x="25711" y="1"/>
                        <a:pt x="2439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4" name="Google Shape;1174;p35"/>
                <p:cNvSpPr/>
                <p:nvPr/>
              </p:nvSpPr>
              <p:spPr>
                <a:xfrm>
                  <a:off x="6584452" y="921163"/>
                  <a:ext cx="776516" cy="1801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188" h="7689" extrusionOk="0">
                      <a:moveTo>
                        <a:pt x="8891" y="1"/>
                      </a:moveTo>
                      <a:cubicBezTo>
                        <a:pt x="7501" y="1"/>
                        <a:pt x="6194" y="543"/>
                        <a:pt x="5211" y="1525"/>
                      </a:cubicBezTo>
                      <a:lnTo>
                        <a:pt x="277" y="6459"/>
                      </a:lnTo>
                      <a:cubicBezTo>
                        <a:pt x="0" y="6738"/>
                        <a:pt x="0" y="7187"/>
                        <a:pt x="277" y="7464"/>
                      </a:cubicBezTo>
                      <a:cubicBezTo>
                        <a:pt x="415" y="7602"/>
                        <a:pt x="597" y="7671"/>
                        <a:pt x="779" y="7671"/>
                      </a:cubicBezTo>
                      <a:cubicBezTo>
                        <a:pt x="961" y="7671"/>
                        <a:pt x="1143" y="7602"/>
                        <a:pt x="1281" y="7464"/>
                      </a:cubicBezTo>
                      <a:lnTo>
                        <a:pt x="6215" y="2530"/>
                      </a:lnTo>
                      <a:cubicBezTo>
                        <a:pt x="6929" y="1816"/>
                        <a:pt x="7878" y="1422"/>
                        <a:pt x="8889" y="1422"/>
                      </a:cubicBezTo>
                      <a:lnTo>
                        <a:pt x="24395" y="1422"/>
                      </a:lnTo>
                      <a:cubicBezTo>
                        <a:pt x="25329" y="1422"/>
                        <a:pt x="26209" y="1786"/>
                        <a:pt x="26871" y="2448"/>
                      </a:cubicBezTo>
                      <a:lnTo>
                        <a:pt x="31904" y="7481"/>
                      </a:lnTo>
                      <a:cubicBezTo>
                        <a:pt x="32043" y="7620"/>
                        <a:pt x="32224" y="7688"/>
                        <a:pt x="32406" y="7688"/>
                      </a:cubicBezTo>
                      <a:cubicBezTo>
                        <a:pt x="32588" y="7688"/>
                        <a:pt x="32771" y="7620"/>
                        <a:pt x="32910" y="7479"/>
                      </a:cubicBezTo>
                      <a:cubicBezTo>
                        <a:pt x="33187" y="7203"/>
                        <a:pt x="33187" y="6753"/>
                        <a:pt x="32910" y="6476"/>
                      </a:cubicBezTo>
                      <a:lnTo>
                        <a:pt x="27876" y="1442"/>
                      </a:lnTo>
                      <a:cubicBezTo>
                        <a:pt x="26947" y="512"/>
                        <a:pt x="25711" y="1"/>
                        <a:pt x="24397" y="1"/>
                      </a:cubicBezTo>
                      <a:close/>
                    </a:path>
                  </a:pathLst>
                </a:custGeom>
                <a:solidFill>
                  <a:srgbClr val="000000">
                    <a:alpha val="124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1175" name="Google Shape;1175;p35"/>
          <p:cNvGrpSpPr/>
          <p:nvPr/>
        </p:nvGrpSpPr>
        <p:grpSpPr>
          <a:xfrm flipH="1">
            <a:off x="-49312" y="4040425"/>
            <a:ext cx="10436575" cy="1197200"/>
            <a:chOff x="-646237" y="3946300"/>
            <a:chExt cx="10436575" cy="1197200"/>
          </a:xfrm>
        </p:grpSpPr>
        <p:grpSp>
          <p:nvGrpSpPr>
            <p:cNvPr id="1176" name="Google Shape;1176;p35"/>
            <p:cNvGrpSpPr/>
            <p:nvPr/>
          </p:nvGrpSpPr>
          <p:grpSpPr>
            <a:xfrm>
              <a:off x="-646237" y="4340034"/>
              <a:ext cx="10436575" cy="803466"/>
              <a:chOff x="0" y="4340034"/>
              <a:chExt cx="10436575" cy="803466"/>
            </a:xfrm>
          </p:grpSpPr>
          <p:sp>
            <p:nvSpPr>
              <p:cNvPr id="1177" name="Google Shape;1177;p35"/>
              <p:cNvSpPr/>
              <p:nvPr/>
            </p:nvSpPr>
            <p:spPr>
              <a:xfrm rot="10800000">
                <a:off x="2007684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Google Shape;1178;p35"/>
              <p:cNvSpPr/>
              <p:nvPr/>
            </p:nvSpPr>
            <p:spPr>
              <a:xfrm rot="10800000" flipH="1">
                <a:off x="0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Google Shape;1179;p35"/>
              <p:cNvSpPr/>
              <p:nvPr/>
            </p:nvSpPr>
            <p:spPr>
              <a:xfrm rot="10800000">
                <a:off x="5184834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Google Shape;1180;p35"/>
              <p:cNvSpPr/>
              <p:nvPr/>
            </p:nvSpPr>
            <p:spPr>
              <a:xfrm rot="10800000" flipH="1">
                <a:off x="3177150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Google Shape;1181;p35"/>
              <p:cNvSpPr/>
              <p:nvPr/>
            </p:nvSpPr>
            <p:spPr>
              <a:xfrm rot="10800000">
                <a:off x="8428909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Google Shape;1182;p35"/>
              <p:cNvSpPr/>
              <p:nvPr/>
            </p:nvSpPr>
            <p:spPr>
              <a:xfrm rot="10800000" flipH="1">
                <a:off x="6421225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83" name="Google Shape;1183;p35"/>
            <p:cNvGrpSpPr/>
            <p:nvPr/>
          </p:nvGrpSpPr>
          <p:grpSpPr>
            <a:xfrm>
              <a:off x="3964812" y="4033230"/>
              <a:ext cx="1307895" cy="575273"/>
              <a:chOff x="2161713" y="3315239"/>
              <a:chExt cx="607984" cy="267420"/>
            </a:xfrm>
          </p:grpSpPr>
          <p:sp>
            <p:nvSpPr>
              <p:cNvPr id="1184" name="Google Shape;1184;p35"/>
              <p:cNvSpPr/>
              <p:nvPr/>
            </p:nvSpPr>
            <p:spPr>
              <a:xfrm>
                <a:off x="2161713" y="3351361"/>
                <a:ext cx="191789" cy="231298"/>
              </a:xfrm>
              <a:custGeom>
                <a:avLst/>
                <a:gdLst/>
                <a:ahLst/>
                <a:cxnLst/>
                <a:rect l="l" t="t" r="r" b="b"/>
                <a:pathLst>
                  <a:path w="8197" h="9874" extrusionOk="0">
                    <a:moveTo>
                      <a:pt x="7172" y="1"/>
                    </a:moveTo>
                    <a:lnTo>
                      <a:pt x="7172" y="1"/>
                    </a:lnTo>
                    <a:cubicBezTo>
                      <a:pt x="4099" y="1599"/>
                      <a:pt x="3892" y="4964"/>
                      <a:pt x="3523" y="7464"/>
                    </a:cubicBezTo>
                    <a:cubicBezTo>
                      <a:pt x="3359" y="5580"/>
                      <a:pt x="2090" y="985"/>
                      <a:pt x="0" y="616"/>
                    </a:cubicBezTo>
                    <a:lnTo>
                      <a:pt x="0" y="616"/>
                    </a:lnTo>
                    <a:cubicBezTo>
                      <a:pt x="2705" y="2746"/>
                      <a:pt x="1844" y="9874"/>
                      <a:pt x="1844" y="9874"/>
                    </a:cubicBezTo>
                    <a:lnTo>
                      <a:pt x="7909" y="9874"/>
                    </a:lnTo>
                    <a:cubicBezTo>
                      <a:pt x="8196" y="7044"/>
                      <a:pt x="7172" y="3279"/>
                      <a:pt x="7172" y="3278"/>
                    </a:cubicBezTo>
                    <a:lnTo>
                      <a:pt x="7172" y="3278"/>
                    </a:lnTo>
                    <a:cubicBezTo>
                      <a:pt x="7172" y="3279"/>
                      <a:pt x="7295" y="6966"/>
                      <a:pt x="5819" y="7704"/>
                    </a:cubicBezTo>
                    <a:cubicBezTo>
                      <a:pt x="5123" y="6351"/>
                      <a:pt x="5328" y="2131"/>
                      <a:pt x="7172" y="1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Google Shape;1185;p35"/>
              <p:cNvSpPr/>
              <p:nvPr/>
            </p:nvSpPr>
            <p:spPr>
              <a:xfrm>
                <a:off x="2378304" y="3315239"/>
                <a:ext cx="217878" cy="267420"/>
              </a:xfrm>
              <a:custGeom>
                <a:avLst/>
                <a:gdLst/>
                <a:ahLst/>
                <a:cxnLst/>
                <a:rect l="l" t="t" r="r" b="b"/>
                <a:pathLst>
                  <a:path w="9312" h="11416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5510" y="2559"/>
                      <a:pt x="2346" y="11416"/>
                      <a:pt x="2346" y="11416"/>
                    </a:cubicBezTo>
                    <a:lnTo>
                      <a:pt x="7642" y="11416"/>
                    </a:lnTo>
                    <a:cubicBezTo>
                      <a:pt x="7642" y="11416"/>
                      <a:pt x="5118" y="3709"/>
                      <a:pt x="9312" y="1102"/>
                    </a:cubicBezTo>
                    <a:lnTo>
                      <a:pt x="9312" y="1102"/>
                    </a:lnTo>
                    <a:cubicBezTo>
                      <a:pt x="6368" y="1913"/>
                      <a:pt x="5407" y="4656"/>
                      <a:pt x="5300" y="9241"/>
                    </a:cubicBezTo>
                    <a:cubicBezTo>
                      <a:pt x="4768" y="2950"/>
                      <a:pt x="2098" y="533"/>
                      <a:pt x="1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Google Shape;1186;p35"/>
              <p:cNvSpPr/>
              <p:nvPr/>
            </p:nvSpPr>
            <p:spPr>
              <a:xfrm>
                <a:off x="2587220" y="3358716"/>
                <a:ext cx="182477" cy="223943"/>
              </a:xfrm>
              <a:custGeom>
                <a:avLst/>
                <a:gdLst/>
                <a:ahLst/>
                <a:cxnLst/>
                <a:rect l="l" t="t" r="r" b="b"/>
                <a:pathLst>
                  <a:path w="7799" h="9560" extrusionOk="0">
                    <a:moveTo>
                      <a:pt x="7799" y="0"/>
                    </a:moveTo>
                    <a:lnTo>
                      <a:pt x="7799" y="0"/>
                    </a:lnTo>
                    <a:cubicBezTo>
                      <a:pt x="6042" y="447"/>
                      <a:pt x="3806" y="2471"/>
                      <a:pt x="3360" y="7739"/>
                    </a:cubicBezTo>
                    <a:cubicBezTo>
                      <a:pt x="3271" y="3901"/>
                      <a:pt x="2466" y="1603"/>
                      <a:pt x="0" y="923"/>
                    </a:cubicBezTo>
                    <a:lnTo>
                      <a:pt x="0" y="923"/>
                    </a:lnTo>
                    <a:cubicBezTo>
                      <a:pt x="3513" y="3107"/>
                      <a:pt x="1399" y="9560"/>
                      <a:pt x="1399" y="9560"/>
                    </a:cubicBezTo>
                    <a:lnTo>
                      <a:pt x="5835" y="9560"/>
                    </a:lnTo>
                    <a:cubicBezTo>
                      <a:pt x="5835" y="9560"/>
                      <a:pt x="3186" y="2144"/>
                      <a:pt x="7799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Google Shape;1187;p35"/>
              <p:cNvSpPr/>
              <p:nvPr/>
            </p:nvSpPr>
            <p:spPr>
              <a:xfrm>
                <a:off x="2321682" y="3399054"/>
                <a:ext cx="152388" cy="183605"/>
              </a:xfrm>
              <a:custGeom>
                <a:avLst/>
                <a:gdLst/>
                <a:ahLst/>
                <a:cxnLst/>
                <a:rect l="l" t="t" r="r" b="b"/>
                <a:pathLst>
                  <a:path w="6513" h="7838" extrusionOk="0">
                    <a:moveTo>
                      <a:pt x="6513" y="0"/>
                    </a:moveTo>
                    <a:lnTo>
                      <a:pt x="6513" y="0"/>
                    </a:lnTo>
                    <a:cubicBezTo>
                      <a:pt x="2237" y="1667"/>
                      <a:pt x="2572" y="6951"/>
                      <a:pt x="2572" y="6951"/>
                    </a:cubicBezTo>
                    <a:cubicBezTo>
                      <a:pt x="2572" y="6951"/>
                      <a:pt x="1771" y="2944"/>
                      <a:pt x="3140" y="1174"/>
                    </a:cubicBezTo>
                    <a:lnTo>
                      <a:pt x="3140" y="1174"/>
                    </a:lnTo>
                    <a:cubicBezTo>
                      <a:pt x="1" y="2977"/>
                      <a:pt x="1069" y="7838"/>
                      <a:pt x="1069" y="7838"/>
                    </a:cubicBezTo>
                    <a:lnTo>
                      <a:pt x="1069" y="7837"/>
                    </a:lnTo>
                    <a:lnTo>
                      <a:pt x="5578" y="7837"/>
                    </a:lnTo>
                    <a:cubicBezTo>
                      <a:pt x="5578" y="7837"/>
                      <a:pt x="3707" y="3277"/>
                      <a:pt x="6513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Google Shape;1188;p35"/>
              <p:cNvSpPr/>
              <p:nvPr/>
            </p:nvSpPr>
            <p:spPr>
              <a:xfrm>
                <a:off x="2514150" y="3328451"/>
                <a:ext cx="164414" cy="254208"/>
              </a:xfrm>
              <a:custGeom>
                <a:avLst/>
                <a:gdLst/>
                <a:ahLst/>
                <a:cxnLst/>
                <a:rect l="l" t="t" r="r" b="b"/>
                <a:pathLst>
                  <a:path w="7027" h="10852" extrusionOk="0">
                    <a:moveTo>
                      <a:pt x="7027" y="0"/>
                    </a:moveTo>
                    <a:lnTo>
                      <a:pt x="7027" y="0"/>
                    </a:lnTo>
                    <a:cubicBezTo>
                      <a:pt x="3755" y="1988"/>
                      <a:pt x="2954" y="9623"/>
                      <a:pt x="2954" y="9623"/>
                    </a:cubicBezTo>
                    <a:cubicBezTo>
                      <a:pt x="2954" y="9623"/>
                      <a:pt x="1950" y="2100"/>
                      <a:pt x="1" y="1563"/>
                    </a:cubicBezTo>
                    <a:lnTo>
                      <a:pt x="1" y="1563"/>
                    </a:lnTo>
                    <a:cubicBezTo>
                      <a:pt x="2751" y="6649"/>
                      <a:pt x="831" y="10852"/>
                      <a:pt x="831" y="10852"/>
                    </a:cubicBezTo>
                    <a:lnTo>
                      <a:pt x="5468" y="10852"/>
                    </a:lnTo>
                    <a:cubicBezTo>
                      <a:pt x="5468" y="10852"/>
                      <a:pt x="2924" y="5144"/>
                      <a:pt x="7027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89" name="Google Shape;1189;p35"/>
            <p:cNvGrpSpPr/>
            <p:nvPr/>
          </p:nvGrpSpPr>
          <p:grpSpPr>
            <a:xfrm>
              <a:off x="218815" y="3946300"/>
              <a:ext cx="767639" cy="575285"/>
              <a:chOff x="1286413" y="3306853"/>
              <a:chExt cx="450519" cy="337648"/>
            </a:xfrm>
          </p:grpSpPr>
          <p:sp>
            <p:nvSpPr>
              <p:cNvPr id="1190" name="Google Shape;1190;p35"/>
              <p:cNvSpPr/>
              <p:nvPr/>
            </p:nvSpPr>
            <p:spPr>
              <a:xfrm>
                <a:off x="1357869" y="3306853"/>
                <a:ext cx="275108" cy="337625"/>
              </a:xfrm>
              <a:custGeom>
                <a:avLst/>
                <a:gdLst/>
                <a:ahLst/>
                <a:cxnLst/>
                <a:rect l="l" t="t" r="r" b="b"/>
                <a:pathLst>
                  <a:path w="11758" h="14413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6955" y="3231"/>
                      <a:pt x="2962" y="14412"/>
                      <a:pt x="2962" y="14412"/>
                    </a:cubicBezTo>
                    <a:lnTo>
                      <a:pt x="9648" y="14412"/>
                    </a:lnTo>
                    <a:cubicBezTo>
                      <a:pt x="9648" y="14412"/>
                      <a:pt x="6461" y="4682"/>
                      <a:pt x="11757" y="1391"/>
                    </a:cubicBezTo>
                    <a:lnTo>
                      <a:pt x="11757" y="1391"/>
                    </a:lnTo>
                    <a:cubicBezTo>
                      <a:pt x="8039" y="2415"/>
                      <a:pt x="6825" y="5880"/>
                      <a:pt x="6691" y="11668"/>
                    </a:cubicBezTo>
                    <a:cubicBezTo>
                      <a:pt x="6018" y="3724"/>
                      <a:pt x="2648" y="673"/>
                      <a:pt x="0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Google Shape;1191;p35"/>
              <p:cNvSpPr/>
              <p:nvPr/>
            </p:nvSpPr>
            <p:spPr>
              <a:xfrm>
                <a:off x="1286413" y="3412664"/>
                <a:ext cx="192374" cy="231814"/>
              </a:xfrm>
              <a:custGeom>
                <a:avLst/>
                <a:gdLst/>
                <a:ahLst/>
                <a:cxnLst/>
                <a:rect l="l" t="t" r="r" b="b"/>
                <a:pathLst>
                  <a:path w="8222" h="9896" extrusionOk="0">
                    <a:moveTo>
                      <a:pt x="8222" y="1"/>
                    </a:moveTo>
                    <a:lnTo>
                      <a:pt x="8222" y="1"/>
                    </a:lnTo>
                    <a:cubicBezTo>
                      <a:pt x="2825" y="2105"/>
                      <a:pt x="3247" y="8774"/>
                      <a:pt x="3247" y="8774"/>
                    </a:cubicBezTo>
                    <a:cubicBezTo>
                      <a:pt x="3247" y="8774"/>
                      <a:pt x="2235" y="3716"/>
                      <a:pt x="3963" y="1482"/>
                    </a:cubicBezTo>
                    <a:lnTo>
                      <a:pt x="3963" y="1482"/>
                    </a:lnTo>
                    <a:cubicBezTo>
                      <a:pt x="1" y="3758"/>
                      <a:pt x="1350" y="9895"/>
                      <a:pt x="1350" y="9895"/>
                    </a:cubicBezTo>
                    <a:lnTo>
                      <a:pt x="1350" y="9894"/>
                    </a:lnTo>
                    <a:lnTo>
                      <a:pt x="7041" y="9894"/>
                    </a:lnTo>
                    <a:cubicBezTo>
                      <a:pt x="7041" y="9894"/>
                      <a:pt x="4682" y="4138"/>
                      <a:pt x="8222" y="1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Google Shape;1192;p35"/>
              <p:cNvSpPr/>
              <p:nvPr/>
            </p:nvSpPr>
            <p:spPr>
              <a:xfrm>
                <a:off x="1529349" y="3323555"/>
                <a:ext cx="207583" cy="320946"/>
              </a:xfrm>
              <a:custGeom>
                <a:avLst/>
                <a:gdLst/>
                <a:ahLst/>
                <a:cxnLst/>
                <a:rect l="l" t="t" r="r" b="b"/>
                <a:pathLst>
                  <a:path w="8872" h="13701" extrusionOk="0">
                    <a:moveTo>
                      <a:pt x="8872" y="0"/>
                    </a:moveTo>
                    <a:lnTo>
                      <a:pt x="8872" y="0"/>
                    </a:lnTo>
                    <a:cubicBezTo>
                      <a:pt x="4741" y="2510"/>
                      <a:pt x="3730" y="12147"/>
                      <a:pt x="3730" y="12147"/>
                    </a:cubicBezTo>
                    <a:cubicBezTo>
                      <a:pt x="3730" y="12147"/>
                      <a:pt x="2463" y="2651"/>
                      <a:pt x="1" y="1973"/>
                    </a:cubicBezTo>
                    <a:lnTo>
                      <a:pt x="1" y="1973"/>
                    </a:lnTo>
                    <a:cubicBezTo>
                      <a:pt x="3473" y="8392"/>
                      <a:pt x="1049" y="13699"/>
                      <a:pt x="1049" y="13699"/>
                    </a:cubicBezTo>
                    <a:lnTo>
                      <a:pt x="6905" y="13700"/>
                    </a:lnTo>
                    <a:cubicBezTo>
                      <a:pt x="6905" y="13700"/>
                      <a:pt x="3693" y="6494"/>
                      <a:pt x="8872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93" name="Google Shape;1193;p35"/>
            <p:cNvGrpSpPr/>
            <p:nvPr/>
          </p:nvGrpSpPr>
          <p:grpSpPr>
            <a:xfrm>
              <a:off x="8251040" y="3946300"/>
              <a:ext cx="767639" cy="575285"/>
              <a:chOff x="1286413" y="3306853"/>
              <a:chExt cx="450519" cy="337648"/>
            </a:xfrm>
          </p:grpSpPr>
          <p:sp>
            <p:nvSpPr>
              <p:cNvPr id="1194" name="Google Shape;1194;p35"/>
              <p:cNvSpPr/>
              <p:nvPr/>
            </p:nvSpPr>
            <p:spPr>
              <a:xfrm>
                <a:off x="1357869" y="3306853"/>
                <a:ext cx="275108" cy="337625"/>
              </a:xfrm>
              <a:custGeom>
                <a:avLst/>
                <a:gdLst/>
                <a:ahLst/>
                <a:cxnLst/>
                <a:rect l="l" t="t" r="r" b="b"/>
                <a:pathLst>
                  <a:path w="11758" h="14413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6955" y="3231"/>
                      <a:pt x="2962" y="14412"/>
                      <a:pt x="2962" y="14412"/>
                    </a:cubicBezTo>
                    <a:lnTo>
                      <a:pt x="9648" y="14412"/>
                    </a:lnTo>
                    <a:cubicBezTo>
                      <a:pt x="9648" y="14412"/>
                      <a:pt x="6461" y="4682"/>
                      <a:pt x="11757" y="1391"/>
                    </a:cubicBezTo>
                    <a:lnTo>
                      <a:pt x="11757" y="1391"/>
                    </a:lnTo>
                    <a:cubicBezTo>
                      <a:pt x="8039" y="2415"/>
                      <a:pt x="6825" y="5880"/>
                      <a:pt x="6691" y="11668"/>
                    </a:cubicBezTo>
                    <a:cubicBezTo>
                      <a:pt x="6018" y="3724"/>
                      <a:pt x="2648" y="673"/>
                      <a:pt x="0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Google Shape;1195;p35"/>
              <p:cNvSpPr/>
              <p:nvPr/>
            </p:nvSpPr>
            <p:spPr>
              <a:xfrm>
                <a:off x="1286413" y="3412664"/>
                <a:ext cx="192374" cy="231814"/>
              </a:xfrm>
              <a:custGeom>
                <a:avLst/>
                <a:gdLst/>
                <a:ahLst/>
                <a:cxnLst/>
                <a:rect l="l" t="t" r="r" b="b"/>
                <a:pathLst>
                  <a:path w="8222" h="9896" extrusionOk="0">
                    <a:moveTo>
                      <a:pt x="8222" y="1"/>
                    </a:moveTo>
                    <a:lnTo>
                      <a:pt x="8222" y="1"/>
                    </a:lnTo>
                    <a:cubicBezTo>
                      <a:pt x="2825" y="2105"/>
                      <a:pt x="3247" y="8774"/>
                      <a:pt x="3247" y="8774"/>
                    </a:cubicBezTo>
                    <a:cubicBezTo>
                      <a:pt x="3247" y="8774"/>
                      <a:pt x="2235" y="3716"/>
                      <a:pt x="3963" y="1482"/>
                    </a:cubicBezTo>
                    <a:lnTo>
                      <a:pt x="3963" y="1482"/>
                    </a:lnTo>
                    <a:cubicBezTo>
                      <a:pt x="1" y="3758"/>
                      <a:pt x="1350" y="9895"/>
                      <a:pt x="1350" y="9895"/>
                    </a:cubicBezTo>
                    <a:lnTo>
                      <a:pt x="1350" y="9894"/>
                    </a:lnTo>
                    <a:lnTo>
                      <a:pt x="7041" y="9894"/>
                    </a:lnTo>
                    <a:cubicBezTo>
                      <a:pt x="7041" y="9894"/>
                      <a:pt x="4682" y="4138"/>
                      <a:pt x="8222" y="1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Google Shape;1196;p35"/>
              <p:cNvSpPr/>
              <p:nvPr/>
            </p:nvSpPr>
            <p:spPr>
              <a:xfrm>
                <a:off x="1529349" y="3323555"/>
                <a:ext cx="207583" cy="320946"/>
              </a:xfrm>
              <a:custGeom>
                <a:avLst/>
                <a:gdLst/>
                <a:ahLst/>
                <a:cxnLst/>
                <a:rect l="l" t="t" r="r" b="b"/>
                <a:pathLst>
                  <a:path w="8872" h="13701" extrusionOk="0">
                    <a:moveTo>
                      <a:pt x="8872" y="0"/>
                    </a:moveTo>
                    <a:lnTo>
                      <a:pt x="8872" y="0"/>
                    </a:lnTo>
                    <a:cubicBezTo>
                      <a:pt x="4741" y="2510"/>
                      <a:pt x="3730" y="12147"/>
                      <a:pt x="3730" y="12147"/>
                    </a:cubicBezTo>
                    <a:cubicBezTo>
                      <a:pt x="3730" y="12147"/>
                      <a:pt x="2463" y="2651"/>
                      <a:pt x="1" y="1973"/>
                    </a:cubicBezTo>
                    <a:lnTo>
                      <a:pt x="1" y="1973"/>
                    </a:lnTo>
                    <a:cubicBezTo>
                      <a:pt x="3473" y="8392"/>
                      <a:pt x="1049" y="13699"/>
                      <a:pt x="1049" y="13699"/>
                    </a:cubicBezTo>
                    <a:lnTo>
                      <a:pt x="6905" y="13700"/>
                    </a:lnTo>
                    <a:cubicBezTo>
                      <a:pt x="6905" y="13700"/>
                      <a:pt x="3693" y="6494"/>
                      <a:pt x="8872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97" name="Google Shape;1197;p35"/>
          <p:cNvGrpSpPr/>
          <p:nvPr/>
        </p:nvGrpSpPr>
        <p:grpSpPr>
          <a:xfrm flipH="1">
            <a:off x="7002022" y="1019193"/>
            <a:ext cx="1875013" cy="3823907"/>
            <a:chOff x="640550" y="1023118"/>
            <a:chExt cx="1875013" cy="3823907"/>
          </a:xfrm>
        </p:grpSpPr>
        <p:sp>
          <p:nvSpPr>
            <p:cNvPr id="1198" name="Google Shape;1198;p35"/>
            <p:cNvSpPr/>
            <p:nvPr/>
          </p:nvSpPr>
          <p:spPr>
            <a:xfrm>
              <a:off x="640550" y="4655925"/>
              <a:ext cx="1653900" cy="191100"/>
            </a:xfrm>
            <a:prstGeom prst="ellipse">
              <a:avLst/>
            </a:prstGeom>
            <a:solidFill>
              <a:srgbClr val="000000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Google Shape;1199;p35"/>
            <p:cNvSpPr/>
            <p:nvPr/>
          </p:nvSpPr>
          <p:spPr>
            <a:xfrm>
              <a:off x="1864567" y="2322841"/>
              <a:ext cx="469048" cy="249437"/>
            </a:xfrm>
            <a:custGeom>
              <a:avLst/>
              <a:gdLst/>
              <a:ahLst/>
              <a:cxnLst/>
              <a:rect l="l" t="t" r="r" b="b"/>
              <a:pathLst>
                <a:path w="8404" h="4464" extrusionOk="0">
                  <a:moveTo>
                    <a:pt x="1604" y="1"/>
                  </a:moveTo>
                  <a:lnTo>
                    <a:pt x="1" y="1219"/>
                  </a:lnTo>
                  <a:lnTo>
                    <a:pt x="5898" y="4464"/>
                  </a:lnTo>
                  <a:lnTo>
                    <a:pt x="8403" y="3410"/>
                  </a:lnTo>
                  <a:lnTo>
                    <a:pt x="1604" y="1"/>
                  </a:lnTo>
                  <a:close/>
                </a:path>
              </a:pathLst>
            </a:custGeom>
            <a:solidFill>
              <a:srgbClr val="FCA3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Google Shape;1200;p35"/>
            <p:cNvSpPr/>
            <p:nvPr/>
          </p:nvSpPr>
          <p:spPr>
            <a:xfrm>
              <a:off x="1794801" y="2093238"/>
              <a:ext cx="251938" cy="351693"/>
            </a:xfrm>
            <a:custGeom>
              <a:avLst/>
              <a:gdLst/>
              <a:ahLst/>
              <a:cxnLst/>
              <a:rect l="l" t="t" r="r" b="b"/>
              <a:pathLst>
                <a:path w="4514" h="6294" extrusionOk="0">
                  <a:moveTo>
                    <a:pt x="1314" y="0"/>
                  </a:moveTo>
                  <a:cubicBezTo>
                    <a:pt x="1039" y="0"/>
                    <a:pt x="795" y="37"/>
                    <a:pt x="608" y="88"/>
                  </a:cubicBezTo>
                  <a:cubicBezTo>
                    <a:pt x="572" y="238"/>
                    <a:pt x="538" y="391"/>
                    <a:pt x="504" y="544"/>
                  </a:cubicBezTo>
                  <a:cubicBezTo>
                    <a:pt x="468" y="703"/>
                    <a:pt x="433" y="864"/>
                    <a:pt x="401" y="1024"/>
                  </a:cubicBezTo>
                  <a:cubicBezTo>
                    <a:pt x="61" y="2639"/>
                    <a:pt x="85" y="3596"/>
                    <a:pt x="1" y="4861"/>
                  </a:cubicBezTo>
                  <a:lnTo>
                    <a:pt x="2478" y="6293"/>
                  </a:lnTo>
                  <a:cubicBezTo>
                    <a:pt x="2478" y="6293"/>
                    <a:pt x="3259" y="4355"/>
                    <a:pt x="4207" y="1652"/>
                  </a:cubicBezTo>
                  <a:cubicBezTo>
                    <a:pt x="4288" y="1422"/>
                    <a:pt x="4368" y="1192"/>
                    <a:pt x="4446" y="962"/>
                  </a:cubicBezTo>
                  <a:cubicBezTo>
                    <a:pt x="4468" y="896"/>
                    <a:pt x="4492" y="831"/>
                    <a:pt x="4513" y="764"/>
                  </a:cubicBezTo>
                  <a:cubicBezTo>
                    <a:pt x="4257" y="659"/>
                    <a:pt x="3405" y="628"/>
                    <a:pt x="2510" y="242"/>
                  </a:cubicBezTo>
                  <a:cubicBezTo>
                    <a:pt x="2096" y="64"/>
                    <a:pt x="1678" y="0"/>
                    <a:pt x="1314" y="0"/>
                  </a:cubicBezTo>
                  <a:close/>
                </a:path>
              </a:pathLst>
            </a:custGeom>
            <a:solidFill>
              <a:srgbClr val="FCA3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Google Shape;1201;p35"/>
            <p:cNvSpPr/>
            <p:nvPr/>
          </p:nvSpPr>
          <p:spPr>
            <a:xfrm>
              <a:off x="1806857" y="1762720"/>
              <a:ext cx="321368" cy="377732"/>
            </a:xfrm>
            <a:custGeom>
              <a:avLst/>
              <a:gdLst/>
              <a:ahLst/>
              <a:cxnLst/>
              <a:rect l="l" t="t" r="r" b="b"/>
              <a:pathLst>
                <a:path w="5758" h="6760" extrusionOk="0">
                  <a:moveTo>
                    <a:pt x="4120" y="1"/>
                  </a:moveTo>
                  <a:cubicBezTo>
                    <a:pt x="4034" y="1"/>
                    <a:pt x="3946" y="5"/>
                    <a:pt x="3855" y="13"/>
                  </a:cubicBezTo>
                  <a:cubicBezTo>
                    <a:pt x="1123" y="250"/>
                    <a:pt x="36" y="6028"/>
                    <a:pt x="1" y="6213"/>
                  </a:cubicBezTo>
                  <a:cubicBezTo>
                    <a:pt x="9" y="6178"/>
                    <a:pt x="56" y="6136"/>
                    <a:pt x="135" y="6095"/>
                  </a:cubicBezTo>
                  <a:cubicBezTo>
                    <a:pt x="201" y="6062"/>
                    <a:pt x="288" y="6030"/>
                    <a:pt x="391" y="6003"/>
                  </a:cubicBezTo>
                  <a:cubicBezTo>
                    <a:pt x="578" y="5952"/>
                    <a:pt x="821" y="5915"/>
                    <a:pt x="1096" y="5915"/>
                  </a:cubicBezTo>
                  <a:cubicBezTo>
                    <a:pt x="1392" y="5915"/>
                    <a:pt x="1725" y="5958"/>
                    <a:pt x="2062" y="6070"/>
                  </a:cubicBezTo>
                  <a:cubicBezTo>
                    <a:pt x="2139" y="6096"/>
                    <a:pt x="2216" y="6124"/>
                    <a:pt x="2293" y="6157"/>
                  </a:cubicBezTo>
                  <a:cubicBezTo>
                    <a:pt x="3188" y="6543"/>
                    <a:pt x="4040" y="6575"/>
                    <a:pt x="4296" y="6680"/>
                  </a:cubicBezTo>
                  <a:cubicBezTo>
                    <a:pt x="4343" y="6700"/>
                    <a:pt x="4370" y="6721"/>
                    <a:pt x="4374" y="6747"/>
                  </a:cubicBezTo>
                  <a:cubicBezTo>
                    <a:pt x="4375" y="6751"/>
                    <a:pt x="4375" y="6754"/>
                    <a:pt x="4375" y="6759"/>
                  </a:cubicBezTo>
                  <a:cubicBezTo>
                    <a:pt x="5386" y="4210"/>
                    <a:pt x="5757" y="2861"/>
                    <a:pt x="5609" y="1555"/>
                  </a:cubicBezTo>
                  <a:cubicBezTo>
                    <a:pt x="5493" y="519"/>
                    <a:pt x="5048" y="108"/>
                    <a:pt x="4409" y="19"/>
                  </a:cubicBezTo>
                  <a:cubicBezTo>
                    <a:pt x="4316" y="7"/>
                    <a:pt x="4220" y="1"/>
                    <a:pt x="41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35"/>
            <p:cNvSpPr/>
            <p:nvPr/>
          </p:nvSpPr>
          <p:spPr>
            <a:xfrm>
              <a:off x="1817126" y="2093294"/>
              <a:ext cx="229613" cy="92254"/>
            </a:xfrm>
            <a:custGeom>
              <a:avLst/>
              <a:gdLst/>
              <a:ahLst/>
              <a:cxnLst/>
              <a:rect l="l" t="t" r="r" b="b"/>
              <a:pathLst>
                <a:path w="4114" h="1651" extrusionOk="0">
                  <a:moveTo>
                    <a:pt x="915" y="0"/>
                  </a:moveTo>
                  <a:cubicBezTo>
                    <a:pt x="640" y="0"/>
                    <a:pt x="395" y="37"/>
                    <a:pt x="208" y="88"/>
                  </a:cubicBezTo>
                  <a:cubicBezTo>
                    <a:pt x="172" y="240"/>
                    <a:pt x="138" y="391"/>
                    <a:pt x="104" y="544"/>
                  </a:cubicBezTo>
                  <a:cubicBezTo>
                    <a:pt x="68" y="703"/>
                    <a:pt x="33" y="864"/>
                    <a:pt x="1" y="1025"/>
                  </a:cubicBezTo>
                  <a:cubicBezTo>
                    <a:pt x="199" y="952"/>
                    <a:pt x="488" y="876"/>
                    <a:pt x="831" y="876"/>
                  </a:cubicBezTo>
                  <a:cubicBezTo>
                    <a:pt x="1187" y="876"/>
                    <a:pt x="1602" y="958"/>
                    <a:pt x="2035" y="1211"/>
                  </a:cubicBezTo>
                  <a:cubicBezTo>
                    <a:pt x="2638" y="1562"/>
                    <a:pt x="3282" y="1651"/>
                    <a:pt x="3781" y="1651"/>
                  </a:cubicBezTo>
                  <a:cubicBezTo>
                    <a:pt x="3790" y="1651"/>
                    <a:pt x="3799" y="1651"/>
                    <a:pt x="3807" y="1651"/>
                  </a:cubicBezTo>
                  <a:cubicBezTo>
                    <a:pt x="3888" y="1421"/>
                    <a:pt x="3968" y="1191"/>
                    <a:pt x="4046" y="961"/>
                  </a:cubicBezTo>
                  <a:cubicBezTo>
                    <a:pt x="4068" y="895"/>
                    <a:pt x="4092" y="830"/>
                    <a:pt x="4113" y="763"/>
                  </a:cubicBezTo>
                  <a:cubicBezTo>
                    <a:pt x="3857" y="658"/>
                    <a:pt x="3005" y="627"/>
                    <a:pt x="2110" y="242"/>
                  </a:cubicBezTo>
                  <a:cubicBezTo>
                    <a:pt x="1697" y="64"/>
                    <a:pt x="1279" y="0"/>
                    <a:pt x="915" y="0"/>
                  </a:cubicBezTo>
                  <a:close/>
                </a:path>
              </a:pathLst>
            </a:custGeom>
            <a:solidFill>
              <a:srgbClr val="FC97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Google Shape;1203;p35"/>
            <p:cNvSpPr/>
            <p:nvPr/>
          </p:nvSpPr>
          <p:spPr>
            <a:xfrm>
              <a:off x="1806968" y="1762831"/>
              <a:ext cx="246022" cy="347335"/>
            </a:xfrm>
            <a:custGeom>
              <a:avLst/>
              <a:gdLst/>
              <a:ahLst/>
              <a:cxnLst/>
              <a:rect l="l" t="t" r="r" b="b"/>
              <a:pathLst>
                <a:path w="4408" h="6216" extrusionOk="0">
                  <a:moveTo>
                    <a:pt x="4118" y="1"/>
                  </a:moveTo>
                  <a:cubicBezTo>
                    <a:pt x="4033" y="1"/>
                    <a:pt x="3945" y="5"/>
                    <a:pt x="3854" y="12"/>
                  </a:cubicBezTo>
                  <a:cubicBezTo>
                    <a:pt x="1119" y="250"/>
                    <a:pt x="33" y="6035"/>
                    <a:pt x="1" y="6212"/>
                  </a:cubicBezTo>
                  <a:lnTo>
                    <a:pt x="1" y="6212"/>
                  </a:lnTo>
                  <a:cubicBezTo>
                    <a:pt x="15" y="6147"/>
                    <a:pt x="161" y="6062"/>
                    <a:pt x="390" y="6001"/>
                  </a:cubicBezTo>
                  <a:cubicBezTo>
                    <a:pt x="577" y="5949"/>
                    <a:pt x="822" y="5912"/>
                    <a:pt x="1097" y="5912"/>
                  </a:cubicBezTo>
                  <a:cubicBezTo>
                    <a:pt x="1393" y="5912"/>
                    <a:pt x="1725" y="5955"/>
                    <a:pt x="2061" y="6067"/>
                  </a:cubicBezTo>
                  <a:cubicBezTo>
                    <a:pt x="1798" y="984"/>
                    <a:pt x="4373" y="38"/>
                    <a:pt x="4408" y="18"/>
                  </a:cubicBezTo>
                  <a:cubicBezTo>
                    <a:pt x="4315" y="6"/>
                    <a:pt x="4218" y="1"/>
                    <a:pt x="4118" y="1"/>
                  </a:cubicBezTo>
                  <a:close/>
                  <a:moveTo>
                    <a:pt x="1" y="6212"/>
                  </a:moveTo>
                  <a:cubicBezTo>
                    <a:pt x="0" y="6213"/>
                    <a:pt x="0" y="6215"/>
                    <a:pt x="0" y="6216"/>
                  </a:cubicBezTo>
                  <a:cubicBezTo>
                    <a:pt x="0" y="6216"/>
                    <a:pt x="0" y="6215"/>
                    <a:pt x="1" y="6212"/>
                  </a:cubicBezTo>
                  <a:close/>
                </a:path>
              </a:pathLst>
            </a:custGeom>
            <a:solidFill>
              <a:srgbClr val="6D768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1204;p35"/>
            <p:cNvSpPr/>
            <p:nvPr/>
          </p:nvSpPr>
          <p:spPr>
            <a:xfrm>
              <a:off x="1722915" y="4573830"/>
              <a:ext cx="359656" cy="168582"/>
            </a:xfrm>
            <a:custGeom>
              <a:avLst/>
              <a:gdLst/>
              <a:ahLst/>
              <a:cxnLst/>
              <a:rect l="l" t="t" r="r" b="b"/>
              <a:pathLst>
                <a:path w="6444" h="3017" extrusionOk="0">
                  <a:moveTo>
                    <a:pt x="2685" y="0"/>
                  </a:moveTo>
                  <a:cubicBezTo>
                    <a:pt x="2096" y="0"/>
                    <a:pt x="1253" y="349"/>
                    <a:pt x="295" y="349"/>
                  </a:cubicBezTo>
                  <a:cubicBezTo>
                    <a:pt x="271" y="349"/>
                    <a:pt x="247" y="349"/>
                    <a:pt x="223" y="348"/>
                  </a:cubicBezTo>
                  <a:cubicBezTo>
                    <a:pt x="0" y="856"/>
                    <a:pt x="18" y="1227"/>
                    <a:pt x="18" y="1774"/>
                  </a:cubicBezTo>
                  <a:cubicBezTo>
                    <a:pt x="18" y="2319"/>
                    <a:pt x="305" y="3017"/>
                    <a:pt x="305" y="3017"/>
                  </a:cubicBezTo>
                  <a:lnTo>
                    <a:pt x="5874" y="3017"/>
                  </a:lnTo>
                  <a:cubicBezTo>
                    <a:pt x="6044" y="3017"/>
                    <a:pt x="6196" y="2909"/>
                    <a:pt x="6252" y="2749"/>
                  </a:cubicBezTo>
                  <a:lnTo>
                    <a:pt x="6316" y="2568"/>
                  </a:lnTo>
                  <a:cubicBezTo>
                    <a:pt x="6443" y="2209"/>
                    <a:pt x="6249" y="1815"/>
                    <a:pt x="5888" y="1694"/>
                  </a:cubicBezTo>
                  <a:cubicBezTo>
                    <a:pt x="5067" y="1422"/>
                    <a:pt x="3734" y="1114"/>
                    <a:pt x="3395" y="412"/>
                  </a:cubicBezTo>
                  <a:cubicBezTo>
                    <a:pt x="3246" y="101"/>
                    <a:pt x="3002" y="0"/>
                    <a:pt x="268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1205;p35"/>
            <p:cNvSpPr/>
            <p:nvPr/>
          </p:nvSpPr>
          <p:spPr>
            <a:xfrm>
              <a:off x="1433751" y="2724994"/>
              <a:ext cx="607463" cy="954555"/>
            </a:xfrm>
            <a:custGeom>
              <a:avLst/>
              <a:gdLst/>
              <a:ahLst/>
              <a:cxnLst/>
              <a:rect l="l" t="t" r="r" b="b"/>
              <a:pathLst>
                <a:path w="10884" h="17083" extrusionOk="0">
                  <a:moveTo>
                    <a:pt x="0" y="0"/>
                  </a:moveTo>
                  <a:cubicBezTo>
                    <a:pt x="0" y="391"/>
                    <a:pt x="29" y="808"/>
                    <a:pt x="79" y="1250"/>
                  </a:cubicBezTo>
                  <a:cubicBezTo>
                    <a:pt x="117" y="1580"/>
                    <a:pt x="169" y="1922"/>
                    <a:pt x="230" y="2275"/>
                  </a:cubicBezTo>
                  <a:cubicBezTo>
                    <a:pt x="420" y="3355"/>
                    <a:pt x="717" y="4531"/>
                    <a:pt x="1076" y="5735"/>
                  </a:cubicBezTo>
                  <a:cubicBezTo>
                    <a:pt x="2081" y="9110"/>
                    <a:pt x="3571" y="12693"/>
                    <a:pt x="4549" y="14910"/>
                  </a:cubicBezTo>
                  <a:cubicBezTo>
                    <a:pt x="4552" y="14915"/>
                    <a:pt x="4553" y="14919"/>
                    <a:pt x="4554" y="14921"/>
                  </a:cubicBezTo>
                  <a:cubicBezTo>
                    <a:pt x="4554" y="14924"/>
                    <a:pt x="4556" y="14926"/>
                    <a:pt x="4557" y="14929"/>
                  </a:cubicBezTo>
                  <a:cubicBezTo>
                    <a:pt x="5140" y="16252"/>
                    <a:pt x="5538" y="17083"/>
                    <a:pt x="5538" y="17083"/>
                  </a:cubicBezTo>
                  <a:lnTo>
                    <a:pt x="10884" y="17083"/>
                  </a:lnTo>
                  <a:cubicBezTo>
                    <a:pt x="10884" y="17083"/>
                    <a:pt x="10150" y="9100"/>
                    <a:pt x="7875" y="850"/>
                  </a:cubicBezTo>
                  <a:cubicBezTo>
                    <a:pt x="7797" y="567"/>
                    <a:pt x="7717" y="284"/>
                    <a:pt x="7635" y="0"/>
                  </a:cubicBezTo>
                  <a:close/>
                </a:path>
              </a:pathLst>
            </a:custGeom>
            <a:solidFill>
              <a:srgbClr val="EC983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1206;p35"/>
            <p:cNvSpPr/>
            <p:nvPr/>
          </p:nvSpPr>
          <p:spPr>
            <a:xfrm>
              <a:off x="892761" y="2724994"/>
              <a:ext cx="645192" cy="954499"/>
            </a:xfrm>
            <a:custGeom>
              <a:avLst/>
              <a:gdLst/>
              <a:ahLst/>
              <a:cxnLst/>
              <a:rect l="l" t="t" r="r" b="b"/>
              <a:pathLst>
                <a:path w="11560" h="17082" extrusionOk="0">
                  <a:moveTo>
                    <a:pt x="3517" y="0"/>
                  </a:moveTo>
                  <a:cubicBezTo>
                    <a:pt x="3512" y="20"/>
                    <a:pt x="3507" y="39"/>
                    <a:pt x="3502" y="58"/>
                  </a:cubicBezTo>
                  <a:cubicBezTo>
                    <a:pt x="3391" y="479"/>
                    <a:pt x="3284" y="895"/>
                    <a:pt x="3180" y="1308"/>
                  </a:cubicBezTo>
                  <a:cubicBezTo>
                    <a:pt x="872" y="10432"/>
                    <a:pt x="1" y="17082"/>
                    <a:pt x="1" y="17082"/>
                  </a:cubicBezTo>
                  <a:lnTo>
                    <a:pt x="6200" y="17082"/>
                  </a:lnTo>
                  <a:cubicBezTo>
                    <a:pt x="6200" y="17082"/>
                    <a:pt x="10251" y="7043"/>
                    <a:pt x="10726" y="5840"/>
                  </a:cubicBezTo>
                  <a:cubicBezTo>
                    <a:pt x="11180" y="4686"/>
                    <a:pt x="11452" y="3470"/>
                    <a:pt x="11533" y="2235"/>
                  </a:cubicBezTo>
                  <a:cubicBezTo>
                    <a:pt x="11538" y="2161"/>
                    <a:pt x="11542" y="2085"/>
                    <a:pt x="11547" y="2009"/>
                  </a:cubicBezTo>
                  <a:cubicBezTo>
                    <a:pt x="11555" y="1819"/>
                    <a:pt x="11560" y="1630"/>
                    <a:pt x="11560" y="1440"/>
                  </a:cubicBezTo>
                  <a:lnTo>
                    <a:pt x="11560" y="2"/>
                  </a:lnTo>
                  <a:lnTo>
                    <a:pt x="11560" y="0"/>
                  </a:lnTo>
                  <a:close/>
                </a:path>
              </a:pathLst>
            </a:custGeom>
            <a:solidFill>
              <a:srgbClr val="EC983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Google Shape;1207;p35"/>
            <p:cNvSpPr/>
            <p:nvPr/>
          </p:nvSpPr>
          <p:spPr>
            <a:xfrm>
              <a:off x="1678097" y="3677751"/>
              <a:ext cx="363116" cy="922593"/>
            </a:xfrm>
            <a:custGeom>
              <a:avLst/>
              <a:gdLst/>
              <a:ahLst/>
              <a:cxnLst/>
              <a:rect l="l" t="t" r="r" b="b"/>
              <a:pathLst>
                <a:path w="6506" h="16511" extrusionOk="0">
                  <a:moveTo>
                    <a:pt x="1160" y="1"/>
                  </a:moveTo>
                  <a:cubicBezTo>
                    <a:pt x="1160" y="1"/>
                    <a:pt x="630" y="1346"/>
                    <a:pt x="630" y="3791"/>
                  </a:cubicBezTo>
                  <a:cubicBezTo>
                    <a:pt x="630" y="6237"/>
                    <a:pt x="0" y="8349"/>
                    <a:pt x="630" y="16353"/>
                  </a:cubicBezTo>
                  <a:cubicBezTo>
                    <a:pt x="630" y="16353"/>
                    <a:pt x="1263" y="16510"/>
                    <a:pt x="2342" y="16510"/>
                  </a:cubicBezTo>
                  <a:cubicBezTo>
                    <a:pt x="2881" y="16510"/>
                    <a:pt x="3532" y="16471"/>
                    <a:pt x="4271" y="16353"/>
                  </a:cubicBezTo>
                  <a:cubicBezTo>
                    <a:pt x="4400" y="14432"/>
                    <a:pt x="5222" y="5235"/>
                    <a:pt x="6506" y="1"/>
                  </a:cubicBezTo>
                  <a:close/>
                </a:path>
              </a:pathLst>
            </a:custGeom>
            <a:solidFill>
              <a:srgbClr val="EC983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Google Shape;1208;p35"/>
            <p:cNvSpPr/>
            <p:nvPr/>
          </p:nvSpPr>
          <p:spPr>
            <a:xfrm>
              <a:off x="1088216" y="1556977"/>
              <a:ext cx="1024271" cy="1237966"/>
            </a:xfrm>
            <a:custGeom>
              <a:avLst/>
              <a:gdLst/>
              <a:ahLst/>
              <a:cxnLst/>
              <a:rect l="l" t="t" r="r" b="b"/>
              <a:pathLst>
                <a:path w="18352" h="22155" extrusionOk="0">
                  <a:moveTo>
                    <a:pt x="12014" y="0"/>
                  </a:moveTo>
                  <a:cubicBezTo>
                    <a:pt x="9568" y="0"/>
                    <a:pt x="7314" y="470"/>
                    <a:pt x="7314" y="470"/>
                  </a:cubicBezTo>
                  <a:lnTo>
                    <a:pt x="5354" y="2985"/>
                  </a:lnTo>
                  <a:lnTo>
                    <a:pt x="5152" y="3185"/>
                  </a:lnTo>
                  <a:cubicBezTo>
                    <a:pt x="5152" y="3185"/>
                    <a:pt x="4954" y="3814"/>
                    <a:pt x="4632" y="4859"/>
                  </a:cubicBezTo>
                  <a:cubicBezTo>
                    <a:pt x="4175" y="6336"/>
                    <a:pt x="3471" y="8642"/>
                    <a:pt x="2723" y="11170"/>
                  </a:cubicBezTo>
                  <a:lnTo>
                    <a:pt x="2720" y="11175"/>
                  </a:lnTo>
                  <a:cubicBezTo>
                    <a:pt x="2312" y="12556"/>
                    <a:pt x="1889" y="14002"/>
                    <a:pt x="1488" y="15415"/>
                  </a:cubicBezTo>
                  <a:cubicBezTo>
                    <a:pt x="919" y="17424"/>
                    <a:pt x="391" y="19367"/>
                    <a:pt x="0" y="20961"/>
                  </a:cubicBezTo>
                  <a:cubicBezTo>
                    <a:pt x="0" y="20961"/>
                    <a:pt x="400" y="21102"/>
                    <a:pt x="1273" y="21341"/>
                  </a:cubicBezTo>
                  <a:cubicBezTo>
                    <a:pt x="2596" y="21700"/>
                    <a:pt x="4623" y="22155"/>
                    <a:pt x="6447" y="22155"/>
                  </a:cubicBezTo>
                  <a:cubicBezTo>
                    <a:pt x="6793" y="22155"/>
                    <a:pt x="7132" y="22138"/>
                    <a:pt x="7457" y="22102"/>
                  </a:cubicBezTo>
                  <a:cubicBezTo>
                    <a:pt x="10568" y="21753"/>
                    <a:pt x="13710" y="20935"/>
                    <a:pt x="13822" y="20905"/>
                  </a:cubicBezTo>
                  <a:lnTo>
                    <a:pt x="13825" y="20904"/>
                  </a:lnTo>
                  <a:cubicBezTo>
                    <a:pt x="13825" y="20904"/>
                    <a:pt x="13825" y="20901"/>
                    <a:pt x="13824" y="20899"/>
                  </a:cubicBezTo>
                  <a:cubicBezTo>
                    <a:pt x="13683" y="20245"/>
                    <a:pt x="13263" y="18805"/>
                    <a:pt x="13140" y="17392"/>
                  </a:cubicBezTo>
                  <a:cubicBezTo>
                    <a:pt x="13109" y="17030"/>
                    <a:pt x="13107" y="16653"/>
                    <a:pt x="13132" y="16259"/>
                  </a:cubicBezTo>
                  <a:cubicBezTo>
                    <a:pt x="13157" y="15895"/>
                    <a:pt x="13206" y="15517"/>
                    <a:pt x="13285" y="15126"/>
                  </a:cubicBezTo>
                  <a:cubicBezTo>
                    <a:pt x="13295" y="15075"/>
                    <a:pt x="13307" y="15024"/>
                    <a:pt x="13318" y="14972"/>
                  </a:cubicBezTo>
                  <a:cubicBezTo>
                    <a:pt x="13619" y="13592"/>
                    <a:pt x="14312" y="12039"/>
                    <a:pt x="15683" y="10301"/>
                  </a:cubicBezTo>
                  <a:cubicBezTo>
                    <a:pt x="15968" y="9941"/>
                    <a:pt x="16221" y="9590"/>
                    <a:pt x="16447" y="9251"/>
                  </a:cubicBezTo>
                  <a:cubicBezTo>
                    <a:pt x="18226" y="6590"/>
                    <a:pt x="18351" y="4640"/>
                    <a:pt x="18351" y="4640"/>
                  </a:cubicBezTo>
                  <a:cubicBezTo>
                    <a:pt x="18351" y="4640"/>
                    <a:pt x="18234" y="4420"/>
                    <a:pt x="18008" y="4080"/>
                  </a:cubicBezTo>
                  <a:cubicBezTo>
                    <a:pt x="17883" y="3895"/>
                    <a:pt x="17729" y="3677"/>
                    <a:pt x="17542" y="3439"/>
                  </a:cubicBezTo>
                  <a:cubicBezTo>
                    <a:pt x="17542" y="3437"/>
                    <a:pt x="17541" y="3437"/>
                    <a:pt x="17541" y="3437"/>
                  </a:cubicBezTo>
                  <a:cubicBezTo>
                    <a:pt x="17507" y="3396"/>
                    <a:pt x="17476" y="3354"/>
                    <a:pt x="17441" y="3312"/>
                  </a:cubicBezTo>
                  <a:cubicBezTo>
                    <a:pt x="17347" y="3196"/>
                    <a:pt x="17246" y="3077"/>
                    <a:pt x="17138" y="2955"/>
                  </a:cubicBezTo>
                  <a:lnTo>
                    <a:pt x="17138" y="2954"/>
                  </a:lnTo>
                  <a:cubicBezTo>
                    <a:pt x="17032" y="2834"/>
                    <a:pt x="16921" y="2713"/>
                    <a:pt x="16803" y="2590"/>
                  </a:cubicBezTo>
                  <a:cubicBezTo>
                    <a:pt x="16712" y="2496"/>
                    <a:pt x="16618" y="2403"/>
                    <a:pt x="16519" y="2309"/>
                  </a:cubicBezTo>
                  <a:cubicBezTo>
                    <a:pt x="16040" y="1851"/>
                    <a:pt x="15470" y="1400"/>
                    <a:pt x="14813" y="1035"/>
                  </a:cubicBezTo>
                  <a:cubicBezTo>
                    <a:pt x="14108" y="642"/>
                    <a:pt x="13198" y="323"/>
                    <a:pt x="12273" y="70"/>
                  </a:cubicBezTo>
                  <a:cubicBezTo>
                    <a:pt x="12188" y="45"/>
                    <a:pt x="12101" y="22"/>
                    <a:pt x="1201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Google Shape;1209;p35"/>
            <p:cNvSpPr/>
            <p:nvPr/>
          </p:nvSpPr>
          <p:spPr>
            <a:xfrm>
              <a:off x="1327372" y="1892077"/>
              <a:ext cx="245910" cy="52581"/>
            </a:xfrm>
            <a:custGeom>
              <a:avLst/>
              <a:gdLst/>
              <a:ahLst/>
              <a:cxnLst/>
              <a:rect l="l" t="t" r="r" b="b"/>
              <a:pathLst>
                <a:path w="4406" h="941" extrusionOk="0">
                  <a:moveTo>
                    <a:pt x="1437" y="0"/>
                  </a:moveTo>
                  <a:cubicBezTo>
                    <a:pt x="1002" y="0"/>
                    <a:pt x="621" y="91"/>
                    <a:pt x="361" y="198"/>
                  </a:cubicBezTo>
                  <a:lnTo>
                    <a:pt x="360" y="198"/>
                  </a:lnTo>
                  <a:cubicBezTo>
                    <a:pt x="135" y="290"/>
                    <a:pt x="1" y="392"/>
                    <a:pt x="1" y="459"/>
                  </a:cubicBezTo>
                  <a:cubicBezTo>
                    <a:pt x="1" y="521"/>
                    <a:pt x="116" y="592"/>
                    <a:pt x="313" y="663"/>
                  </a:cubicBezTo>
                  <a:cubicBezTo>
                    <a:pt x="722" y="808"/>
                    <a:pt x="1480" y="940"/>
                    <a:pt x="2276" y="940"/>
                  </a:cubicBezTo>
                  <a:cubicBezTo>
                    <a:pt x="3199" y="940"/>
                    <a:pt x="3977" y="763"/>
                    <a:pt x="4275" y="595"/>
                  </a:cubicBezTo>
                  <a:cubicBezTo>
                    <a:pt x="4361" y="546"/>
                    <a:pt x="4406" y="500"/>
                    <a:pt x="4406" y="459"/>
                  </a:cubicBezTo>
                  <a:cubicBezTo>
                    <a:pt x="4406" y="426"/>
                    <a:pt x="4375" y="403"/>
                    <a:pt x="4318" y="388"/>
                  </a:cubicBezTo>
                  <a:cubicBezTo>
                    <a:pt x="4052" y="317"/>
                    <a:pt x="3203" y="390"/>
                    <a:pt x="2267" y="117"/>
                  </a:cubicBezTo>
                  <a:cubicBezTo>
                    <a:pt x="1981" y="34"/>
                    <a:pt x="1699" y="0"/>
                    <a:pt x="1437" y="0"/>
                  </a:cubicBezTo>
                  <a:close/>
                </a:path>
              </a:pathLst>
            </a:custGeom>
            <a:solidFill>
              <a:srgbClr val="292F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Google Shape;1210;p35"/>
            <p:cNvSpPr/>
            <p:nvPr/>
          </p:nvSpPr>
          <p:spPr>
            <a:xfrm>
              <a:off x="715110" y="4577127"/>
              <a:ext cx="305685" cy="157686"/>
            </a:xfrm>
            <a:custGeom>
              <a:avLst/>
              <a:gdLst/>
              <a:ahLst/>
              <a:cxnLst/>
              <a:rect l="l" t="t" r="r" b="b"/>
              <a:pathLst>
                <a:path w="5477" h="2822" extrusionOk="0">
                  <a:moveTo>
                    <a:pt x="2852" y="0"/>
                  </a:moveTo>
                  <a:cubicBezTo>
                    <a:pt x="2801" y="0"/>
                    <a:pt x="2743" y="9"/>
                    <a:pt x="2676" y="29"/>
                  </a:cubicBezTo>
                  <a:cubicBezTo>
                    <a:pt x="2084" y="205"/>
                    <a:pt x="1302" y="254"/>
                    <a:pt x="790" y="267"/>
                  </a:cubicBezTo>
                  <a:cubicBezTo>
                    <a:pt x="462" y="276"/>
                    <a:pt x="188" y="519"/>
                    <a:pt x="137" y="843"/>
                  </a:cubicBezTo>
                  <a:cubicBezTo>
                    <a:pt x="56" y="1353"/>
                    <a:pt x="1" y="2125"/>
                    <a:pt x="220" y="2821"/>
                  </a:cubicBezTo>
                  <a:lnTo>
                    <a:pt x="4964" y="2821"/>
                  </a:lnTo>
                  <a:cubicBezTo>
                    <a:pt x="5130" y="2821"/>
                    <a:pt x="5277" y="2717"/>
                    <a:pt x="5332" y="2561"/>
                  </a:cubicBezTo>
                  <a:cubicBezTo>
                    <a:pt x="5361" y="2483"/>
                    <a:pt x="5388" y="2391"/>
                    <a:pt x="5405" y="2283"/>
                  </a:cubicBezTo>
                  <a:cubicBezTo>
                    <a:pt x="5477" y="1873"/>
                    <a:pt x="5209" y="1406"/>
                    <a:pt x="4821" y="1253"/>
                  </a:cubicBezTo>
                  <a:cubicBezTo>
                    <a:pt x="4563" y="1152"/>
                    <a:pt x="4331" y="1050"/>
                    <a:pt x="4127" y="955"/>
                  </a:cubicBezTo>
                  <a:cubicBezTo>
                    <a:pt x="3722" y="763"/>
                    <a:pt x="3384" y="464"/>
                    <a:pt x="3105" y="113"/>
                  </a:cubicBezTo>
                  <a:cubicBezTo>
                    <a:pt x="3052" y="49"/>
                    <a:pt x="2973" y="0"/>
                    <a:pt x="285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1211;p35"/>
            <p:cNvSpPr/>
            <p:nvPr/>
          </p:nvSpPr>
          <p:spPr>
            <a:xfrm>
              <a:off x="723650" y="3677751"/>
              <a:ext cx="515261" cy="944218"/>
            </a:xfrm>
            <a:custGeom>
              <a:avLst/>
              <a:gdLst/>
              <a:ahLst/>
              <a:cxnLst/>
              <a:rect l="l" t="t" r="r" b="b"/>
              <a:pathLst>
                <a:path w="9232" h="16898" extrusionOk="0">
                  <a:moveTo>
                    <a:pt x="3031" y="1"/>
                  </a:moveTo>
                  <a:cubicBezTo>
                    <a:pt x="3031" y="1"/>
                    <a:pt x="2481" y="2644"/>
                    <a:pt x="2150" y="5066"/>
                  </a:cubicBezTo>
                  <a:cubicBezTo>
                    <a:pt x="1468" y="10055"/>
                    <a:pt x="251" y="14898"/>
                    <a:pt x="0" y="16447"/>
                  </a:cubicBezTo>
                  <a:cubicBezTo>
                    <a:pt x="728" y="16733"/>
                    <a:pt x="1525" y="16897"/>
                    <a:pt x="2341" y="16897"/>
                  </a:cubicBezTo>
                  <a:cubicBezTo>
                    <a:pt x="2895" y="16897"/>
                    <a:pt x="3457" y="16821"/>
                    <a:pt x="4011" y="16656"/>
                  </a:cubicBezTo>
                  <a:cubicBezTo>
                    <a:pt x="5194" y="13770"/>
                    <a:pt x="6804" y="7374"/>
                    <a:pt x="9231" y="1"/>
                  </a:cubicBezTo>
                  <a:close/>
                </a:path>
              </a:pathLst>
            </a:custGeom>
            <a:solidFill>
              <a:srgbClr val="EC983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35"/>
            <p:cNvSpPr/>
            <p:nvPr/>
          </p:nvSpPr>
          <p:spPr>
            <a:xfrm>
              <a:off x="1751044" y="1556977"/>
              <a:ext cx="275323" cy="249772"/>
            </a:xfrm>
            <a:custGeom>
              <a:avLst/>
              <a:gdLst/>
              <a:ahLst/>
              <a:cxnLst/>
              <a:rect l="l" t="t" r="r" b="b"/>
              <a:pathLst>
                <a:path w="4933" h="4470" extrusionOk="0">
                  <a:moveTo>
                    <a:pt x="137" y="0"/>
                  </a:moveTo>
                  <a:lnTo>
                    <a:pt x="134" y="55"/>
                  </a:lnTo>
                  <a:cubicBezTo>
                    <a:pt x="128" y="154"/>
                    <a:pt x="0" y="2512"/>
                    <a:pt x="1115" y="3741"/>
                  </a:cubicBezTo>
                  <a:cubicBezTo>
                    <a:pt x="1530" y="4199"/>
                    <a:pt x="2063" y="4444"/>
                    <a:pt x="2698" y="4466"/>
                  </a:cubicBezTo>
                  <a:cubicBezTo>
                    <a:pt x="2753" y="4468"/>
                    <a:pt x="2806" y="4470"/>
                    <a:pt x="2857" y="4470"/>
                  </a:cubicBezTo>
                  <a:cubicBezTo>
                    <a:pt x="3604" y="4470"/>
                    <a:pt x="4161" y="4265"/>
                    <a:pt x="4515" y="3862"/>
                  </a:cubicBezTo>
                  <a:cubicBezTo>
                    <a:pt x="4858" y="3472"/>
                    <a:pt x="4933" y="2972"/>
                    <a:pt x="4927" y="2591"/>
                  </a:cubicBezTo>
                  <a:cubicBezTo>
                    <a:pt x="4836" y="2498"/>
                    <a:pt x="4742" y="2404"/>
                    <a:pt x="4643" y="2311"/>
                  </a:cubicBezTo>
                  <a:cubicBezTo>
                    <a:pt x="4164" y="1852"/>
                    <a:pt x="3594" y="1401"/>
                    <a:pt x="2937" y="1036"/>
                  </a:cubicBezTo>
                  <a:cubicBezTo>
                    <a:pt x="2232" y="644"/>
                    <a:pt x="1320" y="323"/>
                    <a:pt x="397" y="70"/>
                  </a:cubicBezTo>
                  <a:cubicBezTo>
                    <a:pt x="310" y="46"/>
                    <a:pt x="223" y="23"/>
                    <a:pt x="13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35"/>
            <p:cNvSpPr/>
            <p:nvPr/>
          </p:nvSpPr>
          <p:spPr>
            <a:xfrm>
              <a:off x="1765165" y="1371071"/>
              <a:ext cx="270802" cy="420925"/>
            </a:xfrm>
            <a:custGeom>
              <a:avLst/>
              <a:gdLst/>
              <a:ahLst/>
              <a:cxnLst/>
              <a:rect l="l" t="t" r="r" b="b"/>
              <a:pathLst>
                <a:path w="4852" h="7533" extrusionOk="0">
                  <a:moveTo>
                    <a:pt x="1830" y="0"/>
                  </a:moveTo>
                  <a:cubicBezTo>
                    <a:pt x="1830" y="0"/>
                    <a:pt x="1746" y="429"/>
                    <a:pt x="1600" y="983"/>
                  </a:cubicBezTo>
                  <a:cubicBezTo>
                    <a:pt x="1552" y="1169"/>
                    <a:pt x="1498" y="1368"/>
                    <a:pt x="1438" y="1571"/>
                  </a:cubicBezTo>
                  <a:cubicBezTo>
                    <a:pt x="1436" y="1573"/>
                    <a:pt x="1435" y="1578"/>
                    <a:pt x="1435" y="1580"/>
                  </a:cubicBezTo>
                  <a:cubicBezTo>
                    <a:pt x="1415" y="1648"/>
                    <a:pt x="1394" y="1717"/>
                    <a:pt x="1373" y="1787"/>
                  </a:cubicBezTo>
                  <a:cubicBezTo>
                    <a:pt x="1353" y="1844"/>
                    <a:pt x="1336" y="1902"/>
                    <a:pt x="1315" y="1959"/>
                  </a:cubicBezTo>
                  <a:cubicBezTo>
                    <a:pt x="1306" y="1990"/>
                    <a:pt x="1296" y="2019"/>
                    <a:pt x="1284" y="2049"/>
                  </a:cubicBezTo>
                  <a:cubicBezTo>
                    <a:pt x="1270" y="2089"/>
                    <a:pt x="1256" y="2128"/>
                    <a:pt x="1240" y="2167"/>
                  </a:cubicBezTo>
                  <a:cubicBezTo>
                    <a:pt x="1224" y="2215"/>
                    <a:pt x="1205" y="2265"/>
                    <a:pt x="1188" y="2312"/>
                  </a:cubicBezTo>
                  <a:cubicBezTo>
                    <a:pt x="1172" y="2356"/>
                    <a:pt x="1153" y="2398"/>
                    <a:pt x="1137" y="2439"/>
                  </a:cubicBezTo>
                  <a:cubicBezTo>
                    <a:pt x="1118" y="2482"/>
                    <a:pt x="1101" y="2528"/>
                    <a:pt x="1082" y="2571"/>
                  </a:cubicBezTo>
                  <a:cubicBezTo>
                    <a:pt x="959" y="2853"/>
                    <a:pt x="828" y="3092"/>
                    <a:pt x="690" y="3244"/>
                  </a:cubicBezTo>
                  <a:cubicBezTo>
                    <a:pt x="586" y="3357"/>
                    <a:pt x="441" y="3417"/>
                    <a:pt x="293" y="3417"/>
                  </a:cubicBezTo>
                  <a:cubicBezTo>
                    <a:pt x="245" y="3417"/>
                    <a:pt x="197" y="3411"/>
                    <a:pt x="149" y="3398"/>
                  </a:cubicBezTo>
                  <a:lnTo>
                    <a:pt x="143" y="3397"/>
                  </a:lnTo>
                  <a:lnTo>
                    <a:pt x="143" y="3397"/>
                  </a:lnTo>
                  <a:cubicBezTo>
                    <a:pt x="143" y="3397"/>
                    <a:pt x="0" y="5766"/>
                    <a:pt x="1082" y="6918"/>
                  </a:cubicBezTo>
                  <a:lnTo>
                    <a:pt x="1082" y="6920"/>
                  </a:lnTo>
                  <a:cubicBezTo>
                    <a:pt x="1175" y="7018"/>
                    <a:pt x="1276" y="7106"/>
                    <a:pt x="1388" y="7183"/>
                  </a:cubicBezTo>
                  <a:cubicBezTo>
                    <a:pt x="1673" y="7386"/>
                    <a:pt x="2025" y="7515"/>
                    <a:pt x="2455" y="7530"/>
                  </a:cubicBezTo>
                  <a:cubicBezTo>
                    <a:pt x="2505" y="7532"/>
                    <a:pt x="2555" y="7533"/>
                    <a:pt x="2603" y="7533"/>
                  </a:cubicBezTo>
                  <a:cubicBezTo>
                    <a:pt x="4422" y="7533"/>
                    <a:pt x="4469" y="6242"/>
                    <a:pt x="4390" y="5638"/>
                  </a:cubicBezTo>
                  <a:cubicBezTo>
                    <a:pt x="4389" y="5636"/>
                    <a:pt x="4388" y="5636"/>
                    <a:pt x="4388" y="5635"/>
                  </a:cubicBezTo>
                  <a:cubicBezTo>
                    <a:pt x="4251" y="5507"/>
                    <a:pt x="4196" y="5315"/>
                    <a:pt x="4249" y="5136"/>
                  </a:cubicBezTo>
                  <a:cubicBezTo>
                    <a:pt x="4261" y="5100"/>
                    <a:pt x="4272" y="5064"/>
                    <a:pt x="4282" y="5029"/>
                  </a:cubicBezTo>
                  <a:cubicBezTo>
                    <a:pt x="4325" y="4881"/>
                    <a:pt x="4363" y="4734"/>
                    <a:pt x="4400" y="4592"/>
                  </a:cubicBezTo>
                  <a:cubicBezTo>
                    <a:pt x="4523" y="4107"/>
                    <a:pt x="4612" y="3651"/>
                    <a:pt x="4679" y="3254"/>
                  </a:cubicBezTo>
                  <a:cubicBezTo>
                    <a:pt x="4830" y="2333"/>
                    <a:pt x="4851" y="1715"/>
                    <a:pt x="4851" y="1715"/>
                  </a:cubicBezTo>
                  <a:lnTo>
                    <a:pt x="1830" y="0"/>
                  </a:lnTo>
                  <a:close/>
                </a:path>
              </a:pathLst>
            </a:custGeom>
            <a:solidFill>
              <a:srgbClr val="FEBA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Google Shape;1214;p35"/>
            <p:cNvSpPr/>
            <p:nvPr/>
          </p:nvSpPr>
          <p:spPr>
            <a:xfrm>
              <a:off x="1811768" y="1098274"/>
              <a:ext cx="400399" cy="555478"/>
            </a:xfrm>
            <a:custGeom>
              <a:avLst/>
              <a:gdLst/>
              <a:ahLst/>
              <a:cxnLst/>
              <a:rect l="l" t="t" r="r" b="b"/>
              <a:pathLst>
                <a:path w="7174" h="9941" extrusionOk="0">
                  <a:moveTo>
                    <a:pt x="4614" y="0"/>
                  </a:moveTo>
                  <a:cubicBezTo>
                    <a:pt x="3507" y="0"/>
                    <a:pt x="2113" y="942"/>
                    <a:pt x="1336" y="1619"/>
                  </a:cubicBezTo>
                  <a:cubicBezTo>
                    <a:pt x="1343" y="1936"/>
                    <a:pt x="1446" y="2913"/>
                    <a:pt x="1429" y="3247"/>
                  </a:cubicBezTo>
                  <a:cubicBezTo>
                    <a:pt x="1429" y="3247"/>
                    <a:pt x="365" y="3861"/>
                    <a:pt x="60" y="3977"/>
                  </a:cubicBezTo>
                  <a:cubicBezTo>
                    <a:pt x="60" y="3977"/>
                    <a:pt x="0" y="4956"/>
                    <a:pt x="247" y="6144"/>
                  </a:cubicBezTo>
                  <a:cubicBezTo>
                    <a:pt x="385" y="6805"/>
                    <a:pt x="619" y="7532"/>
                    <a:pt x="1008" y="8192"/>
                  </a:cubicBezTo>
                  <a:cubicBezTo>
                    <a:pt x="1060" y="8280"/>
                    <a:pt x="1134" y="8349"/>
                    <a:pt x="1225" y="8395"/>
                  </a:cubicBezTo>
                  <a:cubicBezTo>
                    <a:pt x="2086" y="8840"/>
                    <a:pt x="3016" y="9253"/>
                    <a:pt x="3762" y="9540"/>
                  </a:cubicBezTo>
                  <a:cubicBezTo>
                    <a:pt x="4194" y="9707"/>
                    <a:pt x="4564" y="9831"/>
                    <a:pt x="4820" y="9892"/>
                  </a:cubicBezTo>
                  <a:cubicBezTo>
                    <a:pt x="4950" y="9924"/>
                    <a:pt x="5081" y="9940"/>
                    <a:pt x="5213" y="9940"/>
                  </a:cubicBezTo>
                  <a:cubicBezTo>
                    <a:pt x="5356" y="9940"/>
                    <a:pt x="5499" y="9921"/>
                    <a:pt x="5639" y="9884"/>
                  </a:cubicBezTo>
                  <a:cubicBezTo>
                    <a:pt x="5768" y="9848"/>
                    <a:pt x="5946" y="9804"/>
                    <a:pt x="6193" y="9747"/>
                  </a:cubicBezTo>
                  <a:cubicBezTo>
                    <a:pt x="6282" y="9726"/>
                    <a:pt x="6353" y="9659"/>
                    <a:pt x="6384" y="9571"/>
                  </a:cubicBezTo>
                  <a:cubicBezTo>
                    <a:pt x="7083" y="7530"/>
                    <a:pt x="7174" y="6676"/>
                    <a:pt x="7083" y="5877"/>
                  </a:cubicBezTo>
                  <a:cubicBezTo>
                    <a:pt x="7040" y="5487"/>
                    <a:pt x="6874" y="5153"/>
                    <a:pt x="6769" y="4871"/>
                  </a:cubicBezTo>
                  <a:cubicBezTo>
                    <a:pt x="6606" y="4439"/>
                    <a:pt x="6528" y="3977"/>
                    <a:pt x="6546" y="3512"/>
                  </a:cubicBezTo>
                  <a:cubicBezTo>
                    <a:pt x="6592" y="2270"/>
                    <a:pt x="6300" y="1533"/>
                    <a:pt x="5979" y="1101"/>
                  </a:cubicBezTo>
                  <a:cubicBezTo>
                    <a:pt x="5626" y="625"/>
                    <a:pt x="5240" y="521"/>
                    <a:pt x="5234" y="518"/>
                  </a:cubicBezTo>
                  <a:cubicBezTo>
                    <a:pt x="5230" y="533"/>
                    <a:pt x="5228" y="549"/>
                    <a:pt x="5224" y="565"/>
                  </a:cubicBezTo>
                  <a:cubicBezTo>
                    <a:pt x="5205" y="665"/>
                    <a:pt x="5178" y="765"/>
                    <a:pt x="5138" y="856"/>
                  </a:cubicBezTo>
                  <a:cubicBezTo>
                    <a:pt x="5138" y="856"/>
                    <a:pt x="5086" y="40"/>
                    <a:pt x="4804" y="10"/>
                  </a:cubicBezTo>
                  <a:cubicBezTo>
                    <a:pt x="4742" y="3"/>
                    <a:pt x="4678" y="0"/>
                    <a:pt x="4614" y="0"/>
                  </a:cubicBezTo>
                  <a:close/>
                </a:path>
              </a:pathLst>
            </a:custGeom>
            <a:solidFill>
              <a:srgbClr val="FEBA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Google Shape;1215;p35"/>
            <p:cNvSpPr/>
            <p:nvPr/>
          </p:nvSpPr>
          <p:spPr>
            <a:xfrm>
              <a:off x="1923951" y="1128281"/>
              <a:ext cx="14623" cy="49284"/>
            </a:xfrm>
            <a:custGeom>
              <a:avLst/>
              <a:gdLst/>
              <a:ahLst/>
              <a:cxnLst/>
              <a:rect l="l" t="t" r="r" b="b"/>
              <a:pathLst>
                <a:path w="262" h="882" extrusionOk="0">
                  <a:moveTo>
                    <a:pt x="262" y="0"/>
                  </a:moveTo>
                  <a:cubicBezTo>
                    <a:pt x="219" y="57"/>
                    <a:pt x="178" y="118"/>
                    <a:pt x="143" y="184"/>
                  </a:cubicBezTo>
                  <a:cubicBezTo>
                    <a:pt x="107" y="247"/>
                    <a:pt x="80" y="317"/>
                    <a:pt x="56" y="387"/>
                  </a:cubicBezTo>
                  <a:cubicBezTo>
                    <a:pt x="34" y="457"/>
                    <a:pt x="17" y="532"/>
                    <a:pt x="9" y="606"/>
                  </a:cubicBezTo>
                  <a:cubicBezTo>
                    <a:pt x="1" y="683"/>
                    <a:pt x="0" y="756"/>
                    <a:pt x="15" y="838"/>
                  </a:cubicBezTo>
                  <a:lnTo>
                    <a:pt x="15" y="844"/>
                  </a:lnTo>
                  <a:cubicBezTo>
                    <a:pt x="22" y="867"/>
                    <a:pt x="42" y="881"/>
                    <a:pt x="64" y="881"/>
                  </a:cubicBezTo>
                  <a:cubicBezTo>
                    <a:pt x="68" y="881"/>
                    <a:pt x="73" y="880"/>
                    <a:pt x="78" y="879"/>
                  </a:cubicBezTo>
                  <a:cubicBezTo>
                    <a:pt x="106" y="870"/>
                    <a:pt x="121" y="842"/>
                    <a:pt x="113" y="815"/>
                  </a:cubicBezTo>
                  <a:lnTo>
                    <a:pt x="112" y="811"/>
                  </a:lnTo>
                  <a:cubicBezTo>
                    <a:pt x="94" y="753"/>
                    <a:pt x="86" y="679"/>
                    <a:pt x="85" y="610"/>
                  </a:cubicBezTo>
                  <a:cubicBezTo>
                    <a:pt x="83" y="540"/>
                    <a:pt x="90" y="469"/>
                    <a:pt x="104" y="400"/>
                  </a:cubicBezTo>
                  <a:cubicBezTo>
                    <a:pt x="119" y="330"/>
                    <a:pt x="138" y="262"/>
                    <a:pt x="165" y="195"/>
                  </a:cubicBezTo>
                  <a:cubicBezTo>
                    <a:pt x="191" y="127"/>
                    <a:pt x="226" y="63"/>
                    <a:pt x="262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1216;p35"/>
            <p:cNvSpPr/>
            <p:nvPr/>
          </p:nvSpPr>
          <p:spPr>
            <a:xfrm>
              <a:off x="1698301" y="1042508"/>
              <a:ext cx="247138" cy="401592"/>
            </a:xfrm>
            <a:custGeom>
              <a:avLst/>
              <a:gdLst/>
              <a:ahLst/>
              <a:cxnLst/>
              <a:rect l="l" t="t" r="r" b="b"/>
              <a:pathLst>
                <a:path w="4428" h="7187" extrusionOk="0">
                  <a:moveTo>
                    <a:pt x="4428" y="1"/>
                  </a:moveTo>
                  <a:lnTo>
                    <a:pt x="4428" y="1"/>
                  </a:lnTo>
                  <a:cubicBezTo>
                    <a:pt x="3805" y="68"/>
                    <a:pt x="2192" y="296"/>
                    <a:pt x="1141" y="904"/>
                  </a:cubicBezTo>
                  <a:cubicBezTo>
                    <a:pt x="469" y="1766"/>
                    <a:pt x="383" y="2551"/>
                    <a:pt x="207" y="3474"/>
                  </a:cubicBezTo>
                  <a:cubicBezTo>
                    <a:pt x="234" y="3677"/>
                    <a:pt x="258" y="3833"/>
                    <a:pt x="277" y="3951"/>
                  </a:cubicBezTo>
                  <a:cubicBezTo>
                    <a:pt x="313" y="4177"/>
                    <a:pt x="263" y="4409"/>
                    <a:pt x="139" y="4597"/>
                  </a:cubicBezTo>
                  <a:cubicBezTo>
                    <a:pt x="32" y="4756"/>
                    <a:pt x="1" y="4959"/>
                    <a:pt x="53" y="5146"/>
                  </a:cubicBezTo>
                  <a:cubicBezTo>
                    <a:pt x="286" y="5967"/>
                    <a:pt x="725" y="6765"/>
                    <a:pt x="725" y="6765"/>
                  </a:cubicBezTo>
                  <a:cubicBezTo>
                    <a:pt x="867" y="7074"/>
                    <a:pt x="1135" y="7187"/>
                    <a:pt x="1475" y="7187"/>
                  </a:cubicBezTo>
                  <a:cubicBezTo>
                    <a:pt x="1922" y="7187"/>
                    <a:pt x="2491" y="6993"/>
                    <a:pt x="3062" y="6793"/>
                  </a:cubicBezTo>
                  <a:cubicBezTo>
                    <a:pt x="3063" y="6793"/>
                    <a:pt x="3524" y="6509"/>
                    <a:pt x="3483" y="6232"/>
                  </a:cubicBezTo>
                  <a:cubicBezTo>
                    <a:pt x="3403" y="5698"/>
                    <a:pt x="3314" y="5339"/>
                    <a:pt x="3236" y="5101"/>
                  </a:cubicBezTo>
                  <a:cubicBezTo>
                    <a:pt x="3155" y="4857"/>
                    <a:pt x="3238" y="4585"/>
                    <a:pt x="3442" y="4436"/>
                  </a:cubicBezTo>
                  <a:cubicBezTo>
                    <a:pt x="3577" y="4337"/>
                    <a:pt x="3657" y="4254"/>
                    <a:pt x="3657" y="4254"/>
                  </a:cubicBezTo>
                  <a:cubicBezTo>
                    <a:pt x="3677" y="3847"/>
                    <a:pt x="3662" y="2943"/>
                    <a:pt x="3654" y="2556"/>
                  </a:cubicBezTo>
                  <a:cubicBezTo>
                    <a:pt x="3621" y="2479"/>
                    <a:pt x="3588" y="2395"/>
                    <a:pt x="3557" y="2308"/>
                  </a:cubicBezTo>
                  <a:cubicBezTo>
                    <a:pt x="3460" y="2024"/>
                    <a:pt x="3380" y="1690"/>
                    <a:pt x="3335" y="1322"/>
                  </a:cubicBezTo>
                  <a:cubicBezTo>
                    <a:pt x="3682" y="785"/>
                    <a:pt x="4065" y="337"/>
                    <a:pt x="4428" y="1"/>
                  </a:cubicBezTo>
                  <a:close/>
                </a:path>
              </a:pathLst>
            </a:custGeom>
            <a:solidFill>
              <a:srgbClr val="663D4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1217;p35"/>
            <p:cNvSpPr/>
            <p:nvPr/>
          </p:nvSpPr>
          <p:spPr>
            <a:xfrm>
              <a:off x="2067221" y="1570108"/>
              <a:ext cx="63012" cy="9164"/>
            </a:xfrm>
            <a:custGeom>
              <a:avLst/>
              <a:gdLst/>
              <a:ahLst/>
              <a:cxnLst/>
              <a:rect l="l" t="t" r="r" b="b"/>
              <a:pathLst>
                <a:path w="1129" h="164" extrusionOk="0">
                  <a:moveTo>
                    <a:pt x="39" y="0"/>
                  </a:moveTo>
                  <a:cubicBezTo>
                    <a:pt x="23" y="0"/>
                    <a:pt x="7" y="13"/>
                    <a:pt x="3" y="31"/>
                  </a:cubicBezTo>
                  <a:cubicBezTo>
                    <a:pt x="0" y="51"/>
                    <a:pt x="13" y="72"/>
                    <a:pt x="32" y="77"/>
                  </a:cubicBezTo>
                  <a:cubicBezTo>
                    <a:pt x="362" y="148"/>
                    <a:pt x="654" y="164"/>
                    <a:pt x="848" y="164"/>
                  </a:cubicBezTo>
                  <a:cubicBezTo>
                    <a:pt x="868" y="164"/>
                    <a:pt x="888" y="163"/>
                    <a:pt x="906" y="163"/>
                  </a:cubicBezTo>
                  <a:cubicBezTo>
                    <a:pt x="1023" y="160"/>
                    <a:pt x="1092" y="153"/>
                    <a:pt x="1093" y="153"/>
                  </a:cubicBezTo>
                  <a:cubicBezTo>
                    <a:pt x="1114" y="150"/>
                    <a:pt x="1128" y="130"/>
                    <a:pt x="1125" y="110"/>
                  </a:cubicBezTo>
                  <a:cubicBezTo>
                    <a:pt x="1123" y="90"/>
                    <a:pt x="1108" y="77"/>
                    <a:pt x="1090" y="77"/>
                  </a:cubicBezTo>
                  <a:cubicBezTo>
                    <a:pt x="1088" y="77"/>
                    <a:pt x="1086" y="77"/>
                    <a:pt x="1084" y="77"/>
                  </a:cubicBezTo>
                  <a:cubicBezTo>
                    <a:pt x="1082" y="77"/>
                    <a:pt x="989" y="88"/>
                    <a:pt x="836" y="88"/>
                  </a:cubicBezTo>
                  <a:cubicBezTo>
                    <a:pt x="647" y="88"/>
                    <a:pt x="366" y="72"/>
                    <a:pt x="47" y="1"/>
                  </a:cubicBezTo>
                  <a:cubicBezTo>
                    <a:pt x="45" y="0"/>
                    <a:pt x="42" y="0"/>
                    <a:pt x="3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35"/>
            <p:cNvSpPr/>
            <p:nvPr/>
          </p:nvSpPr>
          <p:spPr>
            <a:xfrm>
              <a:off x="1810931" y="1023118"/>
              <a:ext cx="297815" cy="256198"/>
            </a:xfrm>
            <a:custGeom>
              <a:avLst/>
              <a:gdLst/>
              <a:ahLst/>
              <a:cxnLst/>
              <a:rect l="l" t="t" r="r" b="b"/>
              <a:pathLst>
                <a:path w="5336" h="4585" extrusionOk="0">
                  <a:moveTo>
                    <a:pt x="3896" y="0"/>
                  </a:moveTo>
                  <a:cubicBezTo>
                    <a:pt x="3344" y="5"/>
                    <a:pt x="2978" y="373"/>
                    <a:pt x="2978" y="373"/>
                  </a:cubicBezTo>
                  <a:cubicBezTo>
                    <a:pt x="2978" y="373"/>
                    <a:pt x="2706" y="57"/>
                    <a:pt x="2430" y="57"/>
                  </a:cubicBezTo>
                  <a:cubicBezTo>
                    <a:pt x="2428" y="57"/>
                    <a:pt x="2426" y="58"/>
                    <a:pt x="2424" y="58"/>
                  </a:cubicBezTo>
                  <a:cubicBezTo>
                    <a:pt x="2129" y="82"/>
                    <a:pt x="1662" y="351"/>
                    <a:pt x="1159" y="820"/>
                  </a:cubicBezTo>
                  <a:cubicBezTo>
                    <a:pt x="775" y="1175"/>
                    <a:pt x="369" y="1650"/>
                    <a:pt x="1" y="2219"/>
                  </a:cubicBezTo>
                  <a:cubicBezTo>
                    <a:pt x="49" y="2610"/>
                    <a:pt x="133" y="2964"/>
                    <a:pt x="237" y="3265"/>
                  </a:cubicBezTo>
                  <a:cubicBezTo>
                    <a:pt x="269" y="3359"/>
                    <a:pt x="303" y="3447"/>
                    <a:pt x="338" y="3529"/>
                  </a:cubicBezTo>
                  <a:cubicBezTo>
                    <a:pt x="473" y="3845"/>
                    <a:pt x="628" y="4078"/>
                    <a:pt x="770" y="4200"/>
                  </a:cubicBezTo>
                  <a:cubicBezTo>
                    <a:pt x="666" y="3402"/>
                    <a:pt x="837" y="3211"/>
                    <a:pt x="837" y="3211"/>
                  </a:cubicBezTo>
                  <a:cubicBezTo>
                    <a:pt x="837" y="3211"/>
                    <a:pt x="1194" y="4214"/>
                    <a:pt x="1772" y="4584"/>
                  </a:cubicBezTo>
                  <a:cubicBezTo>
                    <a:pt x="1641" y="3420"/>
                    <a:pt x="1614" y="2975"/>
                    <a:pt x="2087" y="2708"/>
                  </a:cubicBezTo>
                  <a:cubicBezTo>
                    <a:pt x="2147" y="3315"/>
                    <a:pt x="2327" y="3436"/>
                    <a:pt x="2630" y="3778"/>
                  </a:cubicBezTo>
                  <a:cubicBezTo>
                    <a:pt x="2960" y="2960"/>
                    <a:pt x="3295" y="2368"/>
                    <a:pt x="3604" y="1954"/>
                  </a:cubicBezTo>
                  <a:cubicBezTo>
                    <a:pt x="4042" y="1362"/>
                    <a:pt x="4425" y="1134"/>
                    <a:pt x="4655" y="1134"/>
                  </a:cubicBezTo>
                  <a:cubicBezTo>
                    <a:pt x="4675" y="1134"/>
                    <a:pt x="4694" y="1136"/>
                    <a:pt x="4711" y="1139"/>
                  </a:cubicBezTo>
                  <a:cubicBezTo>
                    <a:pt x="5072" y="1209"/>
                    <a:pt x="5144" y="2236"/>
                    <a:pt x="5144" y="2236"/>
                  </a:cubicBezTo>
                  <a:cubicBezTo>
                    <a:pt x="5195" y="2118"/>
                    <a:pt x="5231" y="1990"/>
                    <a:pt x="5256" y="1860"/>
                  </a:cubicBezTo>
                  <a:cubicBezTo>
                    <a:pt x="5260" y="1840"/>
                    <a:pt x="5264" y="1819"/>
                    <a:pt x="5266" y="1797"/>
                  </a:cubicBezTo>
                  <a:cubicBezTo>
                    <a:pt x="5336" y="1375"/>
                    <a:pt x="5292" y="971"/>
                    <a:pt x="5292" y="971"/>
                  </a:cubicBezTo>
                  <a:cubicBezTo>
                    <a:pt x="5292" y="971"/>
                    <a:pt x="4163" y="6"/>
                    <a:pt x="3896" y="0"/>
                  </a:cubicBezTo>
                  <a:close/>
                </a:path>
              </a:pathLst>
            </a:custGeom>
            <a:solidFill>
              <a:srgbClr val="7A4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35"/>
            <p:cNvSpPr/>
            <p:nvPr/>
          </p:nvSpPr>
          <p:spPr>
            <a:xfrm>
              <a:off x="2098141" y="1063798"/>
              <a:ext cx="145782" cy="155339"/>
            </a:xfrm>
            <a:custGeom>
              <a:avLst/>
              <a:gdLst/>
              <a:ahLst/>
              <a:cxnLst/>
              <a:rect l="l" t="t" r="r" b="b"/>
              <a:pathLst>
                <a:path w="2612" h="2780" extrusionOk="0">
                  <a:moveTo>
                    <a:pt x="1049" y="0"/>
                  </a:moveTo>
                  <a:cubicBezTo>
                    <a:pt x="555" y="0"/>
                    <a:pt x="148" y="242"/>
                    <a:pt x="148" y="242"/>
                  </a:cubicBezTo>
                  <a:cubicBezTo>
                    <a:pt x="148" y="242"/>
                    <a:pt x="191" y="646"/>
                    <a:pt x="122" y="1068"/>
                  </a:cubicBezTo>
                  <a:cubicBezTo>
                    <a:pt x="120" y="1088"/>
                    <a:pt x="116" y="1109"/>
                    <a:pt x="112" y="1130"/>
                  </a:cubicBezTo>
                  <a:cubicBezTo>
                    <a:pt x="87" y="1259"/>
                    <a:pt x="51" y="1389"/>
                    <a:pt x="0" y="1506"/>
                  </a:cubicBezTo>
                  <a:cubicBezTo>
                    <a:pt x="46" y="1498"/>
                    <a:pt x="92" y="1495"/>
                    <a:pt x="137" y="1495"/>
                  </a:cubicBezTo>
                  <a:cubicBezTo>
                    <a:pt x="425" y="1495"/>
                    <a:pt x="674" y="1632"/>
                    <a:pt x="849" y="1718"/>
                  </a:cubicBezTo>
                  <a:cubicBezTo>
                    <a:pt x="1085" y="1832"/>
                    <a:pt x="1232" y="1915"/>
                    <a:pt x="1386" y="2018"/>
                  </a:cubicBezTo>
                  <a:cubicBezTo>
                    <a:pt x="1655" y="2200"/>
                    <a:pt x="1948" y="2446"/>
                    <a:pt x="2242" y="2780"/>
                  </a:cubicBezTo>
                  <a:cubicBezTo>
                    <a:pt x="2286" y="1423"/>
                    <a:pt x="1915" y="1069"/>
                    <a:pt x="1401" y="723"/>
                  </a:cubicBezTo>
                  <a:cubicBezTo>
                    <a:pt x="1434" y="720"/>
                    <a:pt x="1467" y="718"/>
                    <a:pt x="1500" y="718"/>
                  </a:cubicBezTo>
                  <a:cubicBezTo>
                    <a:pt x="2099" y="718"/>
                    <a:pt x="2611" y="1293"/>
                    <a:pt x="2611" y="1293"/>
                  </a:cubicBezTo>
                  <a:cubicBezTo>
                    <a:pt x="2611" y="1293"/>
                    <a:pt x="2391" y="545"/>
                    <a:pt x="1674" y="154"/>
                  </a:cubicBezTo>
                  <a:cubicBezTo>
                    <a:pt x="1466" y="41"/>
                    <a:pt x="1250" y="0"/>
                    <a:pt x="1049" y="0"/>
                  </a:cubicBezTo>
                  <a:close/>
                </a:path>
              </a:pathLst>
            </a:custGeom>
            <a:solidFill>
              <a:srgbClr val="7A4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35"/>
            <p:cNvSpPr/>
            <p:nvPr/>
          </p:nvSpPr>
          <p:spPr>
            <a:xfrm>
              <a:off x="2012079" y="1086372"/>
              <a:ext cx="86174" cy="61521"/>
            </a:xfrm>
            <a:custGeom>
              <a:avLst/>
              <a:gdLst/>
              <a:ahLst/>
              <a:cxnLst/>
              <a:rect l="l" t="t" r="r" b="b"/>
              <a:pathLst>
                <a:path w="1544" h="1101" extrusionOk="0">
                  <a:moveTo>
                    <a:pt x="1055" y="1"/>
                  </a:moveTo>
                  <a:cubicBezTo>
                    <a:pt x="824" y="1"/>
                    <a:pt x="441" y="227"/>
                    <a:pt x="1" y="821"/>
                  </a:cubicBezTo>
                  <a:cubicBezTo>
                    <a:pt x="231" y="749"/>
                    <a:pt x="433" y="720"/>
                    <a:pt x="609" y="720"/>
                  </a:cubicBezTo>
                  <a:cubicBezTo>
                    <a:pt x="1253" y="720"/>
                    <a:pt x="1543" y="1101"/>
                    <a:pt x="1543" y="1101"/>
                  </a:cubicBezTo>
                  <a:cubicBezTo>
                    <a:pt x="1543" y="1101"/>
                    <a:pt x="1470" y="74"/>
                    <a:pt x="1109" y="5"/>
                  </a:cubicBezTo>
                  <a:cubicBezTo>
                    <a:pt x="1092" y="2"/>
                    <a:pt x="1074" y="1"/>
                    <a:pt x="1055" y="1"/>
                  </a:cubicBezTo>
                  <a:close/>
                </a:path>
              </a:pathLst>
            </a:custGeom>
            <a:solidFill>
              <a:srgbClr val="3A23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1221;p35"/>
            <p:cNvSpPr/>
            <p:nvPr/>
          </p:nvSpPr>
          <p:spPr>
            <a:xfrm>
              <a:off x="2142791" y="1312902"/>
              <a:ext cx="25506" cy="49452"/>
            </a:xfrm>
            <a:custGeom>
              <a:avLst/>
              <a:gdLst/>
              <a:ahLst/>
              <a:cxnLst/>
              <a:rect l="l" t="t" r="r" b="b"/>
              <a:pathLst>
                <a:path w="457" h="885" extrusionOk="0">
                  <a:moveTo>
                    <a:pt x="220" y="0"/>
                  </a:moveTo>
                  <a:cubicBezTo>
                    <a:pt x="220" y="0"/>
                    <a:pt x="219" y="0"/>
                    <a:pt x="218" y="0"/>
                  </a:cubicBezTo>
                  <a:cubicBezTo>
                    <a:pt x="95" y="3"/>
                    <a:pt x="1" y="203"/>
                    <a:pt x="6" y="446"/>
                  </a:cubicBezTo>
                  <a:cubicBezTo>
                    <a:pt x="11" y="689"/>
                    <a:pt x="114" y="884"/>
                    <a:pt x="236" y="884"/>
                  </a:cubicBezTo>
                  <a:cubicBezTo>
                    <a:pt x="237" y="884"/>
                    <a:pt x="237" y="884"/>
                    <a:pt x="238" y="884"/>
                  </a:cubicBezTo>
                  <a:cubicBezTo>
                    <a:pt x="361" y="881"/>
                    <a:pt x="456" y="681"/>
                    <a:pt x="451" y="438"/>
                  </a:cubicBezTo>
                  <a:cubicBezTo>
                    <a:pt x="446" y="195"/>
                    <a:pt x="343" y="0"/>
                    <a:pt x="220" y="0"/>
                  </a:cubicBezTo>
                  <a:close/>
                </a:path>
              </a:pathLst>
            </a:custGeom>
            <a:solidFill>
              <a:srgbClr val="3A23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Google Shape;1222;p35"/>
            <p:cNvSpPr/>
            <p:nvPr/>
          </p:nvSpPr>
          <p:spPr>
            <a:xfrm>
              <a:off x="2035018" y="1319216"/>
              <a:ext cx="25506" cy="49452"/>
            </a:xfrm>
            <a:custGeom>
              <a:avLst/>
              <a:gdLst/>
              <a:ahLst/>
              <a:cxnLst/>
              <a:rect l="l" t="t" r="r" b="b"/>
              <a:pathLst>
                <a:path w="457" h="885" extrusionOk="0">
                  <a:moveTo>
                    <a:pt x="221" y="0"/>
                  </a:moveTo>
                  <a:cubicBezTo>
                    <a:pt x="221" y="0"/>
                    <a:pt x="220" y="0"/>
                    <a:pt x="219" y="0"/>
                  </a:cubicBezTo>
                  <a:cubicBezTo>
                    <a:pt x="96" y="3"/>
                    <a:pt x="1" y="203"/>
                    <a:pt x="6" y="446"/>
                  </a:cubicBezTo>
                  <a:cubicBezTo>
                    <a:pt x="11" y="689"/>
                    <a:pt x="115" y="884"/>
                    <a:pt x="237" y="884"/>
                  </a:cubicBezTo>
                  <a:cubicBezTo>
                    <a:pt x="238" y="884"/>
                    <a:pt x="238" y="884"/>
                    <a:pt x="239" y="884"/>
                  </a:cubicBezTo>
                  <a:cubicBezTo>
                    <a:pt x="362" y="881"/>
                    <a:pt x="456" y="681"/>
                    <a:pt x="451" y="438"/>
                  </a:cubicBezTo>
                  <a:cubicBezTo>
                    <a:pt x="446" y="195"/>
                    <a:pt x="343" y="0"/>
                    <a:pt x="221" y="0"/>
                  </a:cubicBezTo>
                  <a:close/>
                </a:path>
              </a:pathLst>
            </a:custGeom>
            <a:solidFill>
              <a:srgbClr val="3A23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Google Shape;1223;p35"/>
            <p:cNvSpPr/>
            <p:nvPr/>
          </p:nvSpPr>
          <p:spPr>
            <a:xfrm>
              <a:off x="1957662" y="1262388"/>
              <a:ext cx="135178" cy="58392"/>
            </a:xfrm>
            <a:custGeom>
              <a:avLst/>
              <a:gdLst/>
              <a:ahLst/>
              <a:cxnLst/>
              <a:rect l="l" t="t" r="r" b="b"/>
              <a:pathLst>
                <a:path w="2422" h="1045" extrusionOk="0">
                  <a:moveTo>
                    <a:pt x="2132" y="1"/>
                  </a:moveTo>
                  <a:cubicBezTo>
                    <a:pt x="2107" y="1"/>
                    <a:pt x="2081" y="1"/>
                    <a:pt x="2056" y="2"/>
                  </a:cubicBezTo>
                  <a:cubicBezTo>
                    <a:pt x="2004" y="4"/>
                    <a:pt x="1954" y="6"/>
                    <a:pt x="1904" y="10"/>
                  </a:cubicBezTo>
                  <a:cubicBezTo>
                    <a:pt x="1804" y="17"/>
                    <a:pt x="1704" y="30"/>
                    <a:pt x="1605" y="47"/>
                  </a:cubicBezTo>
                  <a:cubicBezTo>
                    <a:pt x="1407" y="81"/>
                    <a:pt x="1215" y="132"/>
                    <a:pt x="1026" y="204"/>
                  </a:cubicBezTo>
                  <a:cubicBezTo>
                    <a:pt x="838" y="276"/>
                    <a:pt x="658" y="366"/>
                    <a:pt x="492" y="481"/>
                  </a:cubicBezTo>
                  <a:lnTo>
                    <a:pt x="459" y="501"/>
                  </a:lnTo>
                  <a:lnTo>
                    <a:pt x="428" y="524"/>
                  </a:lnTo>
                  <a:lnTo>
                    <a:pt x="366" y="569"/>
                  </a:lnTo>
                  <a:cubicBezTo>
                    <a:pt x="328" y="601"/>
                    <a:pt x="287" y="632"/>
                    <a:pt x="251" y="666"/>
                  </a:cubicBezTo>
                  <a:cubicBezTo>
                    <a:pt x="174" y="732"/>
                    <a:pt x="104" y="806"/>
                    <a:pt x="36" y="882"/>
                  </a:cubicBezTo>
                  <a:cubicBezTo>
                    <a:pt x="0" y="920"/>
                    <a:pt x="2" y="981"/>
                    <a:pt x="40" y="1019"/>
                  </a:cubicBezTo>
                  <a:cubicBezTo>
                    <a:pt x="58" y="1036"/>
                    <a:pt x="81" y="1045"/>
                    <a:pt x="104" y="1045"/>
                  </a:cubicBezTo>
                  <a:cubicBezTo>
                    <a:pt x="126" y="1045"/>
                    <a:pt x="148" y="1037"/>
                    <a:pt x="165" y="1021"/>
                  </a:cubicBezTo>
                  <a:lnTo>
                    <a:pt x="170" y="1019"/>
                  </a:lnTo>
                  <a:cubicBezTo>
                    <a:pt x="237" y="956"/>
                    <a:pt x="306" y="894"/>
                    <a:pt x="381" y="842"/>
                  </a:cubicBezTo>
                  <a:cubicBezTo>
                    <a:pt x="417" y="814"/>
                    <a:pt x="457" y="789"/>
                    <a:pt x="494" y="764"/>
                  </a:cubicBezTo>
                  <a:lnTo>
                    <a:pt x="552" y="728"/>
                  </a:lnTo>
                  <a:lnTo>
                    <a:pt x="582" y="709"/>
                  </a:lnTo>
                  <a:lnTo>
                    <a:pt x="612" y="693"/>
                  </a:lnTo>
                  <a:cubicBezTo>
                    <a:pt x="770" y="605"/>
                    <a:pt x="940" y="538"/>
                    <a:pt x="1114" y="489"/>
                  </a:cubicBezTo>
                  <a:cubicBezTo>
                    <a:pt x="1288" y="441"/>
                    <a:pt x="1467" y="411"/>
                    <a:pt x="1646" y="397"/>
                  </a:cubicBezTo>
                  <a:cubicBezTo>
                    <a:pt x="1721" y="392"/>
                    <a:pt x="1797" y="389"/>
                    <a:pt x="1872" y="389"/>
                  </a:cubicBezTo>
                  <a:cubicBezTo>
                    <a:pt x="1886" y="389"/>
                    <a:pt x="1901" y="389"/>
                    <a:pt x="1915" y="390"/>
                  </a:cubicBezTo>
                  <a:cubicBezTo>
                    <a:pt x="1960" y="391"/>
                    <a:pt x="2005" y="392"/>
                    <a:pt x="2048" y="395"/>
                  </a:cubicBezTo>
                  <a:cubicBezTo>
                    <a:pt x="2070" y="396"/>
                    <a:pt x="2092" y="399"/>
                    <a:pt x="2114" y="400"/>
                  </a:cubicBezTo>
                  <a:lnTo>
                    <a:pt x="2146" y="404"/>
                  </a:lnTo>
                  <a:cubicBezTo>
                    <a:pt x="2156" y="405"/>
                    <a:pt x="2167" y="406"/>
                    <a:pt x="2174" y="407"/>
                  </a:cubicBezTo>
                  <a:cubicBezTo>
                    <a:pt x="2186" y="409"/>
                    <a:pt x="2198" y="410"/>
                    <a:pt x="2210" y="410"/>
                  </a:cubicBezTo>
                  <a:cubicBezTo>
                    <a:pt x="2302" y="410"/>
                    <a:pt x="2385" y="342"/>
                    <a:pt x="2402" y="244"/>
                  </a:cubicBezTo>
                  <a:cubicBezTo>
                    <a:pt x="2422" y="134"/>
                    <a:pt x="2352" y="27"/>
                    <a:pt x="2246" y="6"/>
                  </a:cubicBezTo>
                  <a:cubicBezTo>
                    <a:pt x="2238" y="5"/>
                    <a:pt x="2231" y="3"/>
                    <a:pt x="2224" y="3"/>
                  </a:cubicBezTo>
                  <a:lnTo>
                    <a:pt x="2216" y="5"/>
                  </a:lnTo>
                  <a:cubicBezTo>
                    <a:pt x="2197" y="4"/>
                    <a:pt x="2186" y="4"/>
                    <a:pt x="2171" y="2"/>
                  </a:cubicBezTo>
                  <a:lnTo>
                    <a:pt x="2132" y="1"/>
                  </a:lnTo>
                  <a:close/>
                </a:path>
              </a:pathLst>
            </a:custGeom>
            <a:solidFill>
              <a:srgbClr val="663D4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Google Shape;1224;p35"/>
            <p:cNvSpPr/>
            <p:nvPr/>
          </p:nvSpPr>
          <p:spPr>
            <a:xfrm>
              <a:off x="2123034" y="1263394"/>
              <a:ext cx="66305" cy="35315"/>
            </a:xfrm>
            <a:custGeom>
              <a:avLst/>
              <a:gdLst/>
              <a:ahLst/>
              <a:cxnLst/>
              <a:rect l="l" t="t" r="r" b="b"/>
              <a:pathLst>
                <a:path w="1188" h="632" extrusionOk="0">
                  <a:moveTo>
                    <a:pt x="205" y="0"/>
                  </a:moveTo>
                  <a:cubicBezTo>
                    <a:pt x="106" y="0"/>
                    <a:pt x="22" y="78"/>
                    <a:pt x="11" y="183"/>
                  </a:cubicBezTo>
                  <a:cubicBezTo>
                    <a:pt x="0" y="296"/>
                    <a:pt x="78" y="396"/>
                    <a:pt x="187" y="407"/>
                  </a:cubicBezTo>
                  <a:cubicBezTo>
                    <a:pt x="192" y="408"/>
                    <a:pt x="198" y="408"/>
                    <a:pt x="204" y="408"/>
                  </a:cubicBezTo>
                  <a:cubicBezTo>
                    <a:pt x="210" y="408"/>
                    <a:pt x="216" y="408"/>
                    <a:pt x="222" y="407"/>
                  </a:cubicBezTo>
                  <a:lnTo>
                    <a:pt x="231" y="406"/>
                  </a:lnTo>
                  <a:lnTo>
                    <a:pt x="334" y="397"/>
                  </a:lnTo>
                  <a:lnTo>
                    <a:pt x="437" y="396"/>
                  </a:lnTo>
                  <a:cubicBezTo>
                    <a:pt x="505" y="398"/>
                    <a:pt x="572" y="402"/>
                    <a:pt x="637" y="417"/>
                  </a:cubicBezTo>
                  <a:cubicBezTo>
                    <a:pt x="703" y="429"/>
                    <a:pt x="765" y="447"/>
                    <a:pt x="823" y="475"/>
                  </a:cubicBezTo>
                  <a:cubicBezTo>
                    <a:pt x="837" y="483"/>
                    <a:pt x="851" y="489"/>
                    <a:pt x="865" y="497"/>
                  </a:cubicBezTo>
                  <a:cubicBezTo>
                    <a:pt x="878" y="506"/>
                    <a:pt x="892" y="512"/>
                    <a:pt x="904" y="522"/>
                  </a:cubicBezTo>
                  <a:cubicBezTo>
                    <a:pt x="916" y="532"/>
                    <a:pt x="928" y="541"/>
                    <a:pt x="939" y="550"/>
                  </a:cubicBezTo>
                  <a:cubicBezTo>
                    <a:pt x="944" y="555"/>
                    <a:pt x="949" y="560"/>
                    <a:pt x="954" y="563"/>
                  </a:cubicBezTo>
                  <a:lnTo>
                    <a:pt x="960" y="570"/>
                  </a:lnTo>
                  <a:lnTo>
                    <a:pt x="962" y="573"/>
                  </a:lnTo>
                  <a:lnTo>
                    <a:pt x="964" y="574"/>
                  </a:lnTo>
                  <a:lnTo>
                    <a:pt x="964" y="573"/>
                  </a:lnTo>
                  <a:cubicBezTo>
                    <a:pt x="985" y="611"/>
                    <a:pt x="1023" y="632"/>
                    <a:pt x="1061" y="632"/>
                  </a:cubicBezTo>
                  <a:cubicBezTo>
                    <a:pt x="1080" y="632"/>
                    <a:pt x="1099" y="627"/>
                    <a:pt x="1116" y="617"/>
                  </a:cubicBezTo>
                  <a:cubicBezTo>
                    <a:pt x="1170" y="586"/>
                    <a:pt x="1188" y="514"/>
                    <a:pt x="1159" y="459"/>
                  </a:cubicBezTo>
                  <a:lnTo>
                    <a:pt x="1151" y="445"/>
                  </a:lnTo>
                  <a:lnTo>
                    <a:pt x="1146" y="435"/>
                  </a:lnTo>
                  <a:lnTo>
                    <a:pt x="1134" y="419"/>
                  </a:lnTo>
                  <a:cubicBezTo>
                    <a:pt x="1126" y="407"/>
                    <a:pt x="1120" y="398"/>
                    <a:pt x="1113" y="388"/>
                  </a:cubicBezTo>
                  <a:cubicBezTo>
                    <a:pt x="1097" y="368"/>
                    <a:pt x="1082" y="350"/>
                    <a:pt x="1065" y="333"/>
                  </a:cubicBezTo>
                  <a:cubicBezTo>
                    <a:pt x="1048" y="315"/>
                    <a:pt x="1032" y="300"/>
                    <a:pt x="1013" y="284"/>
                  </a:cubicBezTo>
                  <a:cubicBezTo>
                    <a:pt x="996" y="269"/>
                    <a:pt x="977" y="255"/>
                    <a:pt x="960" y="240"/>
                  </a:cubicBezTo>
                  <a:cubicBezTo>
                    <a:pt x="886" y="186"/>
                    <a:pt x="806" y="146"/>
                    <a:pt x="725" y="112"/>
                  </a:cubicBezTo>
                  <a:cubicBezTo>
                    <a:pt x="644" y="78"/>
                    <a:pt x="561" y="58"/>
                    <a:pt x="478" y="37"/>
                  </a:cubicBezTo>
                  <a:cubicBezTo>
                    <a:pt x="437" y="29"/>
                    <a:pt x="395" y="22"/>
                    <a:pt x="352" y="15"/>
                  </a:cubicBezTo>
                  <a:lnTo>
                    <a:pt x="227" y="1"/>
                  </a:lnTo>
                  <a:cubicBezTo>
                    <a:pt x="220" y="0"/>
                    <a:pt x="212" y="0"/>
                    <a:pt x="205" y="0"/>
                  </a:cubicBezTo>
                  <a:close/>
                </a:path>
              </a:pathLst>
            </a:custGeom>
            <a:solidFill>
              <a:srgbClr val="663D4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Google Shape;1225;p35"/>
            <p:cNvSpPr/>
            <p:nvPr/>
          </p:nvSpPr>
          <p:spPr>
            <a:xfrm>
              <a:off x="1764439" y="1340114"/>
              <a:ext cx="105374" cy="135335"/>
            </a:xfrm>
            <a:custGeom>
              <a:avLst/>
              <a:gdLst/>
              <a:ahLst/>
              <a:cxnLst/>
              <a:rect l="l" t="t" r="r" b="b"/>
              <a:pathLst>
                <a:path w="1888" h="2422" extrusionOk="0">
                  <a:moveTo>
                    <a:pt x="749" y="1"/>
                  </a:moveTo>
                  <a:cubicBezTo>
                    <a:pt x="696" y="1"/>
                    <a:pt x="644" y="9"/>
                    <a:pt x="593" y="25"/>
                  </a:cubicBezTo>
                  <a:cubicBezTo>
                    <a:pt x="177" y="157"/>
                    <a:pt x="0" y="794"/>
                    <a:pt x="192" y="1450"/>
                  </a:cubicBezTo>
                  <a:cubicBezTo>
                    <a:pt x="328" y="1911"/>
                    <a:pt x="613" y="2259"/>
                    <a:pt x="915" y="2377"/>
                  </a:cubicBezTo>
                  <a:cubicBezTo>
                    <a:pt x="988" y="2406"/>
                    <a:pt x="1062" y="2421"/>
                    <a:pt x="1135" y="2421"/>
                  </a:cubicBezTo>
                  <a:cubicBezTo>
                    <a:pt x="1171" y="2421"/>
                    <a:pt x="1207" y="2417"/>
                    <a:pt x="1242" y="2410"/>
                  </a:cubicBezTo>
                  <a:cubicBezTo>
                    <a:pt x="1259" y="2407"/>
                    <a:pt x="1275" y="2402"/>
                    <a:pt x="1292" y="2397"/>
                  </a:cubicBezTo>
                  <a:cubicBezTo>
                    <a:pt x="1708" y="2265"/>
                    <a:pt x="1887" y="1628"/>
                    <a:pt x="1692" y="973"/>
                  </a:cubicBezTo>
                  <a:cubicBezTo>
                    <a:pt x="1523" y="398"/>
                    <a:pt x="1124" y="1"/>
                    <a:pt x="749" y="1"/>
                  </a:cubicBezTo>
                  <a:close/>
                </a:path>
              </a:pathLst>
            </a:custGeom>
            <a:solidFill>
              <a:srgbClr val="FEBA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Google Shape;1226;p35"/>
            <p:cNvSpPr/>
            <p:nvPr/>
          </p:nvSpPr>
          <p:spPr>
            <a:xfrm>
              <a:off x="1789666" y="1354866"/>
              <a:ext cx="74454" cy="110246"/>
            </a:xfrm>
            <a:custGeom>
              <a:avLst/>
              <a:gdLst/>
              <a:ahLst/>
              <a:cxnLst/>
              <a:rect l="l" t="t" r="r" b="b"/>
              <a:pathLst>
                <a:path w="1334" h="1973" extrusionOk="0">
                  <a:moveTo>
                    <a:pt x="404" y="1"/>
                  </a:moveTo>
                  <a:cubicBezTo>
                    <a:pt x="359" y="1"/>
                    <a:pt x="315" y="8"/>
                    <a:pt x="272" y="22"/>
                  </a:cubicBezTo>
                  <a:cubicBezTo>
                    <a:pt x="166" y="54"/>
                    <a:pt x="74" y="130"/>
                    <a:pt x="6" y="238"/>
                  </a:cubicBezTo>
                  <a:cubicBezTo>
                    <a:pt x="0" y="249"/>
                    <a:pt x="2" y="264"/>
                    <a:pt x="15" y="272"/>
                  </a:cubicBezTo>
                  <a:cubicBezTo>
                    <a:pt x="18" y="274"/>
                    <a:pt x="23" y="275"/>
                    <a:pt x="27" y="275"/>
                  </a:cubicBezTo>
                  <a:cubicBezTo>
                    <a:pt x="35" y="275"/>
                    <a:pt x="43" y="271"/>
                    <a:pt x="47" y="264"/>
                  </a:cubicBezTo>
                  <a:cubicBezTo>
                    <a:pt x="109" y="165"/>
                    <a:pt x="192" y="97"/>
                    <a:pt x="287" y="68"/>
                  </a:cubicBezTo>
                  <a:cubicBezTo>
                    <a:pt x="325" y="56"/>
                    <a:pt x="364" y="49"/>
                    <a:pt x="404" y="49"/>
                  </a:cubicBezTo>
                  <a:cubicBezTo>
                    <a:pt x="478" y="49"/>
                    <a:pt x="555" y="70"/>
                    <a:pt x="632" y="111"/>
                  </a:cubicBezTo>
                  <a:cubicBezTo>
                    <a:pt x="852" y="227"/>
                    <a:pt x="1038" y="487"/>
                    <a:pt x="1133" y="805"/>
                  </a:cubicBezTo>
                  <a:cubicBezTo>
                    <a:pt x="1282" y="1313"/>
                    <a:pt x="1146" y="1807"/>
                    <a:pt x="830" y="1908"/>
                  </a:cubicBezTo>
                  <a:cubicBezTo>
                    <a:pt x="793" y="1919"/>
                    <a:pt x="755" y="1925"/>
                    <a:pt x="715" y="1925"/>
                  </a:cubicBezTo>
                  <a:cubicBezTo>
                    <a:pt x="685" y="1925"/>
                    <a:pt x="654" y="1921"/>
                    <a:pt x="623" y="1915"/>
                  </a:cubicBezTo>
                  <a:cubicBezTo>
                    <a:pt x="621" y="1914"/>
                    <a:pt x="619" y="1914"/>
                    <a:pt x="617" y="1914"/>
                  </a:cubicBezTo>
                  <a:cubicBezTo>
                    <a:pt x="606" y="1914"/>
                    <a:pt x="597" y="1922"/>
                    <a:pt x="595" y="1933"/>
                  </a:cubicBezTo>
                  <a:cubicBezTo>
                    <a:pt x="591" y="1946"/>
                    <a:pt x="600" y="1959"/>
                    <a:pt x="613" y="1961"/>
                  </a:cubicBezTo>
                  <a:cubicBezTo>
                    <a:pt x="646" y="1969"/>
                    <a:pt x="679" y="1972"/>
                    <a:pt x="713" y="1972"/>
                  </a:cubicBezTo>
                  <a:cubicBezTo>
                    <a:pt x="758" y="1972"/>
                    <a:pt x="801" y="1966"/>
                    <a:pt x="842" y="1955"/>
                  </a:cubicBezTo>
                  <a:cubicBezTo>
                    <a:pt x="1184" y="1846"/>
                    <a:pt x="1334" y="1324"/>
                    <a:pt x="1177" y="792"/>
                  </a:cubicBezTo>
                  <a:cubicBezTo>
                    <a:pt x="1079" y="462"/>
                    <a:pt x="884" y="191"/>
                    <a:pt x="654" y="69"/>
                  </a:cubicBezTo>
                  <a:cubicBezTo>
                    <a:pt x="570" y="24"/>
                    <a:pt x="485" y="1"/>
                    <a:pt x="404" y="1"/>
                  </a:cubicBezTo>
                  <a:close/>
                </a:path>
              </a:pathLst>
            </a:custGeom>
            <a:solidFill>
              <a:srgbClr val="FC97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Google Shape;1227;p35"/>
            <p:cNvSpPr/>
            <p:nvPr/>
          </p:nvSpPr>
          <p:spPr>
            <a:xfrm>
              <a:off x="2121471" y="1294630"/>
              <a:ext cx="46603" cy="212446"/>
            </a:xfrm>
            <a:custGeom>
              <a:avLst/>
              <a:gdLst/>
              <a:ahLst/>
              <a:cxnLst/>
              <a:rect l="l" t="t" r="r" b="b"/>
              <a:pathLst>
                <a:path w="835" h="3802" extrusionOk="0">
                  <a:moveTo>
                    <a:pt x="47" y="0"/>
                  </a:moveTo>
                  <a:cubicBezTo>
                    <a:pt x="59" y="296"/>
                    <a:pt x="88" y="589"/>
                    <a:pt x="122" y="882"/>
                  </a:cubicBezTo>
                  <a:cubicBezTo>
                    <a:pt x="132" y="956"/>
                    <a:pt x="142" y="1029"/>
                    <a:pt x="152" y="1102"/>
                  </a:cubicBezTo>
                  <a:cubicBezTo>
                    <a:pt x="162" y="1175"/>
                    <a:pt x="172" y="1248"/>
                    <a:pt x="184" y="1321"/>
                  </a:cubicBezTo>
                  <a:cubicBezTo>
                    <a:pt x="195" y="1393"/>
                    <a:pt x="208" y="1466"/>
                    <a:pt x="220" y="1539"/>
                  </a:cubicBezTo>
                  <a:lnTo>
                    <a:pt x="260" y="1757"/>
                  </a:lnTo>
                  <a:cubicBezTo>
                    <a:pt x="274" y="1829"/>
                    <a:pt x="289" y="1902"/>
                    <a:pt x="305" y="1973"/>
                  </a:cubicBezTo>
                  <a:cubicBezTo>
                    <a:pt x="312" y="2009"/>
                    <a:pt x="318" y="2045"/>
                    <a:pt x="328" y="2081"/>
                  </a:cubicBezTo>
                  <a:lnTo>
                    <a:pt x="353" y="2189"/>
                  </a:lnTo>
                  <a:lnTo>
                    <a:pt x="379" y="2296"/>
                  </a:lnTo>
                  <a:cubicBezTo>
                    <a:pt x="388" y="2332"/>
                    <a:pt x="397" y="2368"/>
                    <a:pt x="408" y="2404"/>
                  </a:cubicBezTo>
                  <a:lnTo>
                    <a:pt x="466" y="2618"/>
                  </a:lnTo>
                  <a:cubicBezTo>
                    <a:pt x="547" y="2895"/>
                    <a:pt x="641" y="3168"/>
                    <a:pt x="759" y="3431"/>
                  </a:cubicBezTo>
                  <a:cubicBezTo>
                    <a:pt x="721" y="3485"/>
                    <a:pt x="675" y="3533"/>
                    <a:pt x="622" y="3574"/>
                  </a:cubicBezTo>
                  <a:cubicBezTo>
                    <a:pt x="563" y="3618"/>
                    <a:pt x="498" y="3655"/>
                    <a:pt x="431" y="3686"/>
                  </a:cubicBezTo>
                  <a:cubicBezTo>
                    <a:pt x="363" y="3716"/>
                    <a:pt x="293" y="3740"/>
                    <a:pt x="221" y="3760"/>
                  </a:cubicBezTo>
                  <a:cubicBezTo>
                    <a:pt x="149" y="3778"/>
                    <a:pt x="76" y="3794"/>
                    <a:pt x="0" y="3802"/>
                  </a:cubicBezTo>
                  <a:cubicBezTo>
                    <a:pt x="75" y="3802"/>
                    <a:pt x="151" y="3794"/>
                    <a:pt x="225" y="3781"/>
                  </a:cubicBezTo>
                  <a:cubicBezTo>
                    <a:pt x="300" y="3768"/>
                    <a:pt x="374" y="3749"/>
                    <a:pt x="446" y="3723"/>
                  </a:cubicBezTo>
                  <a:cubicBezTo>
                    <a:pt x="517" y="3696"/>
                    <a:pt x="587" y="3663"/>
                    <a:pt x="652" y="3619"/>
                  </a:cubicBezTo>
                  <a:cubicBezTo>
                    <a:pt x="716" y="3574"/>
                    <a:pt x="775" y="3520"/>
                    <a:pt x="824" y="3454"/>
                  </a:cubicBezTo>
                  <a:lnTo>
                    <a:pt x="834" y="3440"/>
                  </a:lnTo>
                  <a:lnTo>
                    <a:pt x="826" y="3420"/>
                  </a:lnTo>
                  <a:cubicBezTo>
                    <a:pt x="718" y="3152"/>
                    <a:pt x="630" y="2872"/>
                    <a:pt x="551" y="2592"/>
                  </a:cubicBezTo>
                  <a:lnTo>
                    <a:pt x="495" y="2379"/>
                  </a:lnTo>
                  <a:cubicBezTo>
                    <a:pt x="474" y="2310"/>
                    <a:pt x="460" y="2238"/>
                    <a:pt x="441" y="2167"/>
                  </a:cubicBezTo>
                  <a:lnTo>
                    <a:pt x="416" y="2061"/>
                  </a:lnTo>
                  <a:cubicBezTo>
                    <a:pt x="408" y="2025"/>
                    <a:pt x="399" y="1989"/>
                    <a:pt x="392" y="1953"/>
                  </a:cubicBezTo>
                  <a:lnTo>
                    <a:pt x="346" y="1737"/>
                  </a:lnTo>
                  <a:lnTo>
                    <a:pt x="302" y="1522"/>
                  </a:lnTo>
                  <a:cubicBezTo>
                    <a:pt x="288" y="1450"/>
                    <a:pt x="275" y="1378"/>
                    <a:pt x="261" y="1306"/>
                  </a:cubicBezTo>
                  <a:cubicBezTo>
                    <a:pt x="247" y="1234"/>
                    <a:pt x="234" y="1161"/>
                    <a:pt x="221" y="1089"/>
                  </a:cubicBezTo>
                  <a:cubicBezTo>
                    <a:pt x="209" y="1018"/>
                    <a:pt x="195" y="946"/>
                    <a:pt x="184" y="872"/>
                  </a:cubicBezTo>
                  <a:cubicBezTo>
                    <a:pt x="134" y="583"/>
                    <a:pt x="90" y="292"/>
                    <a:pt x="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Google Shape;1228;p35"/>
            <p:cNvSpPr/>
            <p:nvPr/>
          </p:nvSpPr>
          <p:spPr>
            <a:xfrm>
              <a:off x="1079844" y="1951252"/>
              <a:ext cx="927380" cy="852132"/>
            </a:xfrm>
            <a:custGeom>
              <a:avLst/>
              <a:gdLst/>
              <a:ahLst/>
              <a:cxnLst/>
              <a:rect l="l" t="t" r="r" b="b"/>
              <a:pathLst>
                <a:path w="16616" h="15250" extrusionOk="0">
                  <a:moveTo>
                    <a:pt x="11779" y="0"/>
                  </a:moveTo>
                  <a:cubicBezTo>
                    <a:pt x="11734" y="0"/>
                    <a:pt x="11692" y="1"/>
                    <a:pt x="11648" y="7"/>
                  </a:cubicBezTo>
                  <a:cubicBezTo>
                    <a:pt x="11571" y="17"/>
                    <a:pt x="11497" y="36"/>
                    <a:pt x="11425" y="62"/>
                  </a:cubicBezTo>
                  <a:cubicBezTo>
                    <a:pt x="11387" y="74"/>
                    <a:pt x="11351" y="91"/>
                    <a:pt x="11315" y="108"/>
                  </a:cubicBezTo>
                  <a:cubicBezTo>
                    <a:pt x="11120" y="201"/>
                    <a:pt x="10954" y="356"/>
                    <a:pt x="10848" y="558"/>
                  </a:cubicBezTo>
                  <a:cubicBezTo>
                    <a:pt x="10095" y="1973"/>
                    <a:pt x="8211" y="5179"/>
                    <a:pt x="6152" y="6102"/>
                  </a:cubicBezTo>
                  <a:cubicBezTo>
                    <a:pt x="5791" y="6264"/>
                    <a:pt x="5426" y="6356"/>
                    <a:pt x="5060" y="6356"/>
                  </a:cubicBezTo>
                  <a:cubicBezTo>
                    <a:pt x="4980" y="6356"/>
                    <a:pt x="4901" y="6352"/>
                    <a:pt x="4822" y="6343"/>
                  </a:cubicBezTo>
                  <a:cubicBezTo>
                    <a:pt x="4816" y="6342"/>
                    <a:pt x="4811" y="6342"/>
                    <a:pt x="4806" y="6340"/>
                  </a:cubicBezTo>
                  <a:cubicBezTo>
                    <a:pt x="4756" y="6335"/>
                    <a:pt x="4709" y="6328"/>
                    <a:pt x="4662" y="6320"/>
                  </a:cubicBezTo>
                  <a:cubicBezTo>
                    <a:pt x="4520" y="6297"/>
                    <a:pt x="4391" y="6267"/>
                    <a:pt x="4272" y="6229"/>
                  </a:cubicBezTo>
                  <a:cubicBezTo>
                    <a:pt x="4248" y="6222"/>
                    <a:pt x="4227" y="6215"/>
                    <a:pt x="4205" y="6207"/>
                  </a:cubicBezTo>
                  <a:cubicBezTo>
                    <a:pt x="4110" y="6174"/>
                    <a:pt x="4022" y="6137"/>
                    <a:pt x="3941" y="6096"/>
                  </a:cubicBezTo>
                  <a:cubicBezTo>
                    <a:pt x="3926" y="6089"/>
                    <a:pt x="3914" y="6082"/>
                    <a:pt x="3901" y="6075"/>
                  </a:cubicBezTo>
                  <a:cubicBezTo>
                    <a:pt x="3882" y="6066"/>
                    <a:pt x="3864" y="6057"/>
                    <a:pt x="3846" y="6046"/>
                  </a:cubicBezTo>
                  <a:cubicBezTo>
                    <a:pt x="3828" y="6035"/>
                    <a:pt x="3810" y="6026"/>
                    <a:pt x="3793" y="6015"/>
                  </a:cubicBezTo>
                  <a:cubicBezTo>
                    <a:pt x="3483" y="5825"/>
                    <a:pt x="3275" y="5576"/>
                    <a:pt x="3139" y="5323"/>
                  </a:cubicBezTo>
                  <a:cubicBezTo>
                    <a:pt x="3123" y="5296"/>
                    <a:pt x="3109" y="5268"/>
                    <a:pt x="3096" y="5242"/>
                  </a:cubicBezTo>
                  <a:cubicBezTo>
                    <a:pt x="3001" y="5045"/>
                    <a:pt x="2945" y="4846"/>
                    <a:pt x="2913" y="4671"/>
                  </a:cubicBezTo>
                  <a:cubicBezTo>
                    <a:pt x="2910" y="4662"/>
                    <a:pt x="2909" y="4652"/>
                    <a:pt x="2906" y="4642"/>
                  </a:cubicBezTo>
                  <a:cubicBezTo>
                    <a:pt x="2903" y="4614"/>
                    <a:pt x="2898" y="4585"/>
                    <a:pt x="2893" y="4559"/>
                  </a:cubicBezTo>
                  <a:cubicBezTo>
                    <a:pt x="2888" y="4528"/>
                    <a:pt x="2884" y="4497"/>
                    <a:pt x="2882" y="4467"/>
                  </a:cubicBezTo>
                  <a:cubicBezTo>
                    <a:pt x="2862" y="4255"/>
                    <a:pt x="2874" y="4114"/>
                    <a:pt x="2874" y="4114"/>
                  </a:cubicBezTo>
                  <a:lnTo>
                    <a:pt x="2874" y="4114"/>
                  </a:lnTo>
                  <a:lnTo>
                    <a:pt x="2872" y="4119"/>
                  </a:lnTo>
                  <a:cubicBezTo>
                    <a:pt x="2457" y="5385"/>
                    <a:pt x="2027" y="6832"/>
                    <a:pt x="1632" y="8231"/>
                  </a:cubicBezTo>
                  <a:cubicBezTo>
                    <a:pt x="729" y="11425"/>
                    <a:pt x="0" y="14371"/>
                    <a:pt x="0" y="14371"/>
                  </a:cubicBezTo>
                  <a:lnTo>
                    <a:pt x="6421" y="15249"/>
                  </a:lnTo>
                  <a:lnTo>
                    <a:pt x="10887" y="14998"/>
                  </a:lnTo>
                  <a:lnTo>
                    <a:pt x="13974" y="13850"/>
                  </a:lnTo>
                  <a:lnTo>
                    <a:pt x="13976" y="13849"/>
                  </a:lnTo>
                  <a:cubicBezTo>
                    <a:pt x="13976" y="13849"/>
                    <a:pt x="13976" y="13846"/>
                    <a:pt x="13975" y="13844"/>
                  </a:cubicBezTo>
                  <a:cubicBezTo>
                    <a:pt x="13950" y="13721"/>
                    <a:pt x="13535" y="11510"/>
                    <a:pt x="13626" y="9229"/>
                  </a:cubicBezTo>
                  <a:cubicBezTo>
                    <a:pt x="13630" y="9162"/>
                    <a:pt x="13632" y="9096"/>
                    <a:pt x="13640" y="9026"/>
                  </a:cubicBezTo>
                  <a:cubicBezTo>
                    <a:pt x="13659" y="8675"/>
                    <a:pt x="13692" y="8323"/>
                    <a:pt x="13739" y="7979"/>
                  </a:cubicBezTo>
                  <a:cubicBezTo>
                    <a:pt x="13759" y="7827"/>
                    <a:pt x="13784" y="7678"/>
                    <a:pt x="13811" y="7533"/>
                  </a:cubicBezTo>
                  <a:cubicBezTo>
                    <a:pt x="14172" y="5563"/>
                    <a:pt x="15610" y="3658"/>
                    <a:pt x="16432" y="2702"/>
                  </a:cubicBezTo>
                  <a:cubicBezTo>
                    <a:pt x="16560" y="2553"/>
                    <a:pt x="16615" y="2369"/>
                    <a:pt x="16604" y="2191"/>
                  </a:cubicBezTo>
                  <a:cubicBezTo>
                    <a:pt x="16601" y="2137"/>
                    <a:pt x="16592" y="2083"/>
                    <a:pt x="16575" y="2031"/>
                  </a:cubicBezTo>
                  <a:cubicBezTo>
                    <a:pt x="16546" y="1927"/>
                    <a:pt x="16492" y="1828"/>
                    <a:pt x="16415" y="1744"/>
                  </a:cubicBezTo>
                  <a:cubicBezTo>
                    <a:pt x="16406" y="1735"/>
                    <a:pt x="16399" y="1727"/>
                    <a:pt x="16390" y="1719"/>
                  </a:cubicBezTo>
                  <a:cubicBezTo>
                    <a:pt x="16380" y="1708"/>
                    <a:pt x="16369" y="1697"/>
                    <a:pt x="16358" y="1688"/>
                  </a:cubicBezTo>
                  <a:cubicBezTo>
                    <a:pt x="16345" y="1677"/>
                    <a:pt x="16332" y="1667"/>
                    <a:pt x="16318" y="1656"/>
                  </a:cubicBezTo>
                  <a:cubicBezTo>
                    <a:pt x="16305" y="1646"/>
                    <a:pt x="16292" y="1637"/>
                    <a:pt x="16279" y="1630"/>
                  </a:cubicBezTo>
                  <a:cubicBezTo>
                    <a:pt x="16262" y="1617"/>
                    <a:pt x="16245" y="1607"/>
                    <a:pt x="16227" y="1597"/>
                  </a:cubicBezTo>
                  <a:cubicBezTo>
                    <a:pt x="16226" y="1597"/>
                    <a:pt x="16226" y="1596"/>
                    <a:pt x="16225" y="1596"/>
                  </a:cubicBezTo>
                  <a:cubicBezTo>
                    <a:pt x="16145" y="1554"/>
                    <a:pt x="16066" y="1510"/>
                    <a:pt x="15986" y="1469"/>
                  </a:cubicBezTo>
                  <a:cubicBezTo>
                    <a:pt x="15887" y="1417"/>
                    <a:pt x="15790" y="1369"/>
                    <a:pt x="15692" y="1320"/>
                  </a:cubicBezTo>
                  <a:cubicBezTo>
                    <a:pt x="15625" y="1286"/>
                    <a:pt x="15559" y="1253"/>
                    <a:pt x="15492" y="1221"/>
                  </a:cubicBezTo>
                  <a:cubicBezTo>
                    <a:pt x="14164" y="587"/>
                    <a:pt x="12935" y="237"/>
                    <a:pt x="12134" y="53"/>
                  </a:cubicBezTo>
                  <a:cubicBezTo>
                    <a:pt x="12089" y="43"/>
                    <a:pt x="12046" y="33"/>
                    <a:pt x="12002" y="25"/>
                  </a:cubicBezTo>
                  <a:cubicBezTo>
                    <a:pt x="11960" y="15"/>
                    <a:pt x="11919" y="9"/>
                    <a:pt x="11879" y="5"/>
                  </a:cubicBezTo>
                  <a:cubicBezTo>
                    <a:pt x="11864" y="4"/>
                    <a:pt x="11851" y="2"/>
                    <a:pt x="11833" y="2"/>
                  </a:cubicBezTo>
                  <a:cubicBezTo>
                    <a:pt x="11815" y="1"/>
                    <a:pt x="11796" y="0"/>
                    <a:pt x="1177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Google Shape;1229;p35"/>
            <p:cNvSpPr/>
            <p:nvPr/>
          </p:nvSpPr>
          <p:spPr>
            <a:xfrm>
              <a:off x="1070300" y="2725106"/>
              <a:ext cx="802974" cy="833078"/>
            </a:xfrm>
            <a:custGeom>
              <a:avLst/>
              <a:gdLst/>
              <a:ahLst/>
              <a:cxnLst/>
              <a:rect l="l" t="t" r="r" b="b"/>
              <a:pathLst>
                <a:path w="14387" h="14909" extrusionOk="0">
                  <a:moveTo>
                    <a:pt x="14137" y="0"/>
                  </a:moveTo>
                  <a:cubicBezTo>
                    <a:pt x="13500" y="162"/>
                    <a:pt x="10956" y="788"/>
                    <a:pt x="8380" y="1125"/>
                  </a:cubicBezTo>
                  <a:cubicBezTo>
                    <a:pt x="8179" y="1151"/>
                    <a:pt x="7979" y="1175"/>
                    <a:pt x="7779" y="1198"/>
                  </a:cubicBezTo>
                  <a:cubicBezTo>
                    <a:pt x="7458" y="1234"/>
                    <a:pt x="7123" y="1251"/>
                    <a:pt x="6781" y="1251"/>
                  </a:cubicBezTo>
                  <a:cubicBezTo>
                    <a:pt x="6718" y="1251"/>
                    <a:pt x="6654" y="1250"/>
                    <a:pt x="6590" y="1249"/>
                  </a:cubicBezTo>
                  <a:cubicBezTo>
                    <a:pt x="4815" y="1222"/>
                    <a:pt x="2876" y="785"/>
                    <a:pt x="1595" y="436"/>
                  </a:cubicBezTo>
                  <a:cubicBezTo>
                    <a:pt x="1001" y="274"/>
                    <a:pt x="550" y="130"/>
                    <a:pt x="322" y="57"/>
                  </a:cubicBezTo>
                  <a:cubicBezTo>
                    <a:pt x="211" y="478"/>
                    <a:pt x="104" y="895"/>
                    <a:pt x="0" y="1308"/>
                  </a:cubicBezTo>
                  <a:cubicBezTo>
                    <a:pt x="1201" y="1645"/>
                    <a:pt x="3738" y="2242"/>
                    <a:pt x="6741" y="2274"/>
                  </a:cubicBezTo>
                  <a:lnTo>
                    <a:pt x="6756" y="2274"/>
                  </a:lnTo>
                  <a:cubicBezTo>
                    <a:pt x="7638" y="2282"/>
                    <a:pt x="8298" y="3092"/>
                    <a:pt x="8113" y="3955"/>
                  </a:cubicBezTo>
                  <a:cubicBezTo>
                    <a:pt x="7984" y="4560"/>
                    <a:pt x="7809" y="5155"/>
                    <a:pt x="7587" y="5734"/>
                  </a:cubicBezTo>
                  <a:cubicBezTo>
                    <a:pt x="8592" y="9108"/>
                    <a:pt x="10082" y="12692"/>
                    <a:pt x="11060" y="14909"/>
                  </a:cubicBezTo>
                  <a:cubicBezTo>
                    <a:pt x="10941" y="14622"/>
                    <a:pt x="9643" y="11470"/>
                    <a:pt x="9011" y="8424"/>
                  </a:cubicBezTo>
                  <a:cubicBezTo>
                    <a:pt x="8978" y="8262"/>
                    <a:pt x="8947" y="8102"/>
                    <a:pt x="8920" y="7940"/>
                  </a:cubicBezTo>
                  <a:cubicBezTo>
                    <a:pt x="8440" y="5077"/>
                    <a:pt x="10146" y="2293"/>
                    <a:pt x="12911" y="1406"/>
                  </a:cubicBezTo>
                  <a:cubicBezTo>
                    <a:pt x="13406" y="1247"/>
                    <a:pt x="13899" y="1063"/>
                    <a:pt x="14387" y="850"/>
                  </a:cubicBezTo>
                  <a:cubicBezTo>
                    <a:pt x="14309" y="566"/>
                    <a:pt x="14229" y="283"/>
                    <a:pt x="14147" y="0"/>
                  </a:cubicBezTo>
                  <a:close/>
                </a:path>
              </a:pathLst>
            </a:custGeom>
            <a:solidFill>
              <a:srgbClr val="000000">
                <a:alpha val="124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Google Shape;1230;p35"/>
            <p:cNvSpPr/>
            <p:nvPr/>
          </p:nvSpPr>
          <p:spPr>
            <a:xfrm>
              <a:off x="1524278" y="1556306"/>
              <a:ext cx="251659" cy="401145"/>
            </a:xfrm>
            <a:custGeom>
              <a:avLst/>
              <a:gdLst/>
              <a:ahLst/>
              <a:cxnLst/>
              <a:rect l="l" t="t" r="r" b="b"/>
              <a:pathLst>
                <a:path w="4509" h="7179" extrusionOk="0">
                  <a:moveTo>
                    <a:pt x="957" y="1"/>
                  </a:moveTo>
                  <a:cubicBezTo>
                    <a:pt x="271" y="1"/>
                    <a:pt x="1" y="389"/>
                    <a:pt x="1" y="389"/>
                  </a:cubicBezTo>
                  <a:cubicBezTo>
                    <a:pt x="167" y="416"/>
                    <a:pt x="328" y="453"/>
                    <a:pt x="485" y="496"/>
                  </a:cubicBezTo>
                  <a:cubicBezTo>
                    <a:pt x="1282" y="716"/>
                    <a:pt x="1945" y="1147"/>
                    <a:pt x="2439" y="1773"/>
                  </a:cubicBezTo>
                  <a:cubicBezTo>
                    <a:pt x="3388" y="2977"/>
                    <a:pt x="3698" y="4828"/>
                    <a:pt x="3350" y="7179"/>
                  </a:cubicBezTo>
                  <a:cubicBezTo>
                    <a:pt x="3491" y="7109"/>
                    <a:pt x="3648" y="7071"/>
                    <a:pt x="3809" y="7071"/>
                  </a:cubicBezTo>
                  <a:cubicBezTo>
                    <a:pt x="3844" y="7071"/>
                    <a:pt x="3879" y="7073"/>
                    <a:pt x="3914" y="7076"/>
                  </a:cubicBezTo>
                  <a:cubicBezTo>
                    <a:pt x="3955" y="7079"/>
                    <a:pt x="3996" y="7086"/>
                    <a:pt x="4037" y="7095"/>
                  </a:cubicBezTo>
                  <a:cubicBezTo>
                    <a:pt x="4079" y="7104"/>
                    <a:pt x="4124" y="7114"/>
                    <a:pt x="4168" y="7124"/>
                  </a:cubicBezTo>
                  <a:cubicBezTo>
                    <a:pt x="4508" y="4628"/>
                    <a:pt x="4136" y="2626"/>
                    <a:pt x="3070" y="1276"/>
                  </a:cubicBezTo>
                  <a:cubicBezTo>
                    <a:pt x="2701" y="809"/>
                    <a:pt x="2259" y="433"/>
                    <a:pt x="1752" y="148"/>
                  </a:cubicBezTo>
                  <a:cubicBezTo>
                    <a:pt x="1751" y="148"/>
                    <a:pt x="1751" y="148"/>
                    <a:pt x="1750" y="147"/>
                  </a:cubicBezTo>
                  <a:cubicBezTo>
                    <a:pt x="1440" y="41"/>
                    <a:pt x="1177" y="1"/>
                    <a:pt x="9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Google Shape;1231;p35"/>
            <p:cNvSpPr/>
            <p:nvPr/>
          </p:nvSpPr>
          <p:spPr>
            <a:xfrm>
              <a:off x="1971726" y="1749141"/>
              <a:ext cx="140759" cy="315820"/>
            </a:xfrm>
            <a:custGeom>
              <a:avLst/>
              <a:gdLst/>
              <a:ahLst/>
              <a:cxnLst/>
              <a:rect l="l" t="t" r="r" b="b"/>
              <a:pathLst>
                <a:path w="2522" h="5652" extrusionOk="0">
                  <a:moveTo>
                    <a:pt x="1708" y="1"/>
                  </a:moveTo>
                  <a:cubicBezTo>
                    <a:pt x="1722" y="62"/>
                    <a:pt x="2066" y="2304"/>
                    <a:pt x="1" y="5090"/>
                  </a:cubicBezTo>
                  <a:cubicBezTo>
                    <a:pt x="80" y="5131"/>
                    <a:pt x="160" y="5174"/>
                    <a:pt x="239" y="5217"/>
                  </a:cubicBezTo>
                  <a:cubicBezTo>
                    <a:pt x="241" y="5217"/>
                    <a:pt x="241" y="5218"/>
                    <a:pt x="242" y="5218"/>
                  </a:cubicBezTo>
                  <a:cubicBezTo>
                    <a:pt x="314" y="5258"/>
                    <a:pt x="378" y="5308"/>
                    <a:pt x="429" y="5366"/>
                  </a:cubicBezTo>
                  <a:cubicBezTo>
                    <a:pt x="504" y="5449"/>
                    <a:pt x="560" y="5548"/>
                    <a:pt x="589" y="5652"/>
                  </a:cubicBezTo>
                  <a:cubicBezTo>
                    <a:pt x="2042" y="3756"/>
                    <a:pt x="2458" y="2208"/>
                    <a:pt x="2521" y="1201"/>
                  </a:cubicBezTo>
                  <a:cubicBezTo>
                    <a:pt x="2502" y="1115"/>
                    <a:pt x="2476" y="1022"/>
                    <a:pt x="2441" y="930"/>
                  </a:cubicBezTo>
                  <a:cubicBezTo>
                    <a:pt x="2322" y="584"/>
                    <a:pt x="2108" y="208"/>
                    <a:pt x="170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Google Shape;1232;p35"/>
            <p:cNvSpPr/>
            <p:nvPr/>
          </p:nvSpPr>
          <p:spPr>
            <a:xfrm>
              <a:off x="1332395" y="1892133"/>
              <a:ext cx="236031" cy="430816"/>
            </a:xfrm>
            <a:custGeom>
              <a:avLst/>
              <a:gdLst/>
              <a:ahLst/>
              <a:cxnLst/>
              <a:rect l="l" t="t" r="r" b="b"/>
              <a:pathLst>
                <a:path w="4229" h="7710" extrusionOk="0">
                  <a:moveTo>
                    <a:pt x="1347" y="1"/>
                  </a:moveTo>
                  <a:cubicBezTo>
                    <a:pt x="1325" y="1"/>
                    <a:pt x="1302" y="1"/>
                    <a:pt x="1280" y="2"/>
                  </a:cubicBezTo>
                  <a:cubicBezTo>
                    <a:pt x="873" y="11"/>
                    <a:pt x="517" y="96"/>
                    <a:pt x="270" y="198"/>
                  </a:cubicBezTo>
                  <a:cubicBezTo>
                    <a:pt x="252" y="352"/>
                    <a:pt x="237" y="508"/>
                    <a:pt x="224" y="663"/>
                  </a:cubicBezTo>
                  <a:cubicBezTo>
                    <a:pt x="208" y="826"/>
                    <a:pt x="194" y="990"/>
                    <a:pt x="180" y="1152"/>
                  </a:cubicBezTo>
                  <a:cubicBezTo>
                    <a:pt x="42" y="2797"/>
                    <a:pt x="0" y="4419"/>
                    <a:pt x="72" y="5684"/>
                  </a:cubicBezTo>
                  <a:cubicBezTo>
                    <a:pt x="112" y="6387"/>
                    <a:pt x="186" y="6980"/>
                    <a:pt x="297" y="7405"/>
                  </a:cubicBezTo>
                  <a:cubicBezTo>
                    <a:pt x="326" y="7518"/>
                    <a:pt x="358" y="7621"/>
                    <a:pt x="393" y="7710"/>
                  </a:cubicBezTo>
                  <a:lnTo>
                    <a:pt x="2708" y="6800"/>
                  </a:lnTo>
                  <a:cubicBezTo>
                    <a:pt x="2708" y="6800"/>
                    <a:pt x="3425" y="4105"/>
                    <a:pt x="4035" y="1305"/>
                  </a:cubicBezTo>
                  <a:cubicBezTo>
                    <a:pt x="4086" y="1068"/>
                    <a:pt x="4137" y="831"/>
                    <a:pt x="4185" y="594"/>
                  </a:cubicBezTo>
                  <a:cubicBezTo>
                    <a:pt x="4200" y="525"/>
                    <a:pt x="4214" y="457"/>
                    <a:pt x="4228" y="387"/>
                  </a:cubicBezTo>
                  <a:cubicBezTo>
                    <a:pt x="3960" y="314"/>
                    <a:pt x="3113" y="387"/>
                    <a:pt x="2175" y="117"/>
                  </a:cubicBezTo>
                  <a:cubicBezTo>
                    <a:pt x="1890" y="34"/>
                    <a:pt x="1609" y="1"/>
                    <a:pt x="1347" y="1"/>
                  </a:cubicBezTo>
                  <a:close/>
                </a:path>
              </a:pathLst>
            </a:custGeom>
            <a:solidFill>
              <a:srgbClr val="FEBA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33" name="Google Shape;1233;p35"/>
            <p:cNvGrpSpPr/>
            <p:nvPr/>
          </p:nvGrpSpPr>
          <p:grpSpPr>
            <a:xfrm>
              <a:off x="1327428" y="1581507"/>
              <a:ext cx="298039" cy="336327"/>
              <a:chOff x="1327428" y="1581507"/>
              <a:chExt cx="298039" cy="336327"/>
            </a:xfrm>
          </p:grpSpPr>
          <p:sp>
            <p:nvSpPr>
              <p:cNvPr id="1234" name="Google Shape;1234;p35"/>
              <p:cNvSpPr/>
              <p:nvPr/>
            </p:nvSpPr>
            <p:spPr>
              <a:xfrm>
                <a:off x="1327428" y="1581507"/>
                <a:ext cx="298039" cy="336327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19" extrusionOk="0">
                    <a:moveTo>
                      <a:pt x="3398" y="1"/>
                    </a:moveTo>
                    <a:cubicBezTo>
                      <a:pt x="3235" y="1"/>
                      <a:pt x="3061" y="24"/>
                      <a:pt x="2879" y="62"/>
                    </a:cubicBezTo>
                    <a:cubicBezTo>
                      <a:pt x="719" y="523"/>
                      <a:pt x="174" y="3995"/>
                      <a:pt x="42" y="5415"/>
                    </a:cubicBezTo>
                    <a:cubicBezTo>
                      <a:pt x="9" y="5764"/>
                      <a:pt x="2" y="5988"/>
                      <a:pt x="1" y="6015"/>
                    </a:cubicBezTo>
                    <a:lnTo>
                      <a:pt x="1" y="6015"/>
                    </a:lnTo>
                    <a:cubicBezTo>
                      <a:pt x="5" y="5951"/>
                      <a:pt x="138" y="5848"/>
                      <a:pt x="360" y="5757"/>
                    </a:cubicBezTo>
                    <a:cubicBezTo>
                      <a:pt x="393" y="5743"/>
                      <a:pt x="428" y="5730"/>
                      <a:pt x="463" y="5718"/>
                    </a:cubicBezTo>
                    <a:cubicBezTo>
                      <a:pt x="500" y="5705"/>
                      <a:pt x="538" y="5693"/>
                      <a:pt x="577" y="5682"/>
                    </a:cubicBezTo>
                    <a:cubicBezTo>
                      <a:pt x="629" y="5664"/>
                      <a:pt x="684" y="5651"/>
                      <a:pt x="741" y="5638"/>
                    </a:cubicBezTo>
                    <a:cubicBezTo>
                      <a:pt x="762" y="5632"/>
                      <a:pt x="784" y="5627"/>
                      <a:pt x="805" y="5623"/>
                    </a:cubicBezTo>
                    <a:cubicBezTo>
                      <a:pt x="847" y="5615"/>
                      <a:pt x="892" y="5606"/>
                      <a:pt x="936" y="5600"/>
                    </a:cubicBezTo>
                    <a:cubicBezTo>
                      <a:pt x="981" y="5591"/>
                      <a:pt x="1028" y="5585"/>
                      <a:pt x="1075" y="5580"/>
                    </a:cubicBezTo>
                    <a:cubicBezTo>
                      <a:pt x="1167" y="5569"/>
                      <a:pt x="1266" y="5562"/>
                      <a:pt x="1369" y="5560"/>
                    </a:cubicBezTo>
                    <a:cubicBezTo>
                      <a:pt x="1392" y="5559"/>
                      <a:pt x="1416" y="5559"/>
                      <a:pt x="1439" y="5559"/>
                    </a:cubicBezTo>
                    <a:cubicBezTo>
                      <a:pt x="1626" y="5559"/>
                      <a:pt x="1824" y="5577"/>
                      <a:pt x="2026" y="5617"/>
                    </a:cubicBezTo>
                    <a:cubicBezTo>
                      <a:pt x="2105" y="5632"/>
                      <a:pt x="2185" y="5652"/>
                      <a:pt x="2266" y="5675"/>
                    </a:cubicBezTo>
                    <a:cubicBezTo>
                      <a:pt x="3202" y="5948"/>
                      <a:pt x="4051" y="5875"/>
                      <a:pt x="4317" y="5946"/>
                    </a:cubicBezTo>
                    <a:cubicBezTo>
                      <a:pt x="4375" y="5962"/>
                      <a:pt x="4405" y="5984"/>
                      <a:pt x="4405" y="6017"/>
                    </a:cubicBezTo>
                    <a:cubicBezTo>
                      <a:pt x="5340" y="2960"/>
                      <a:pt x="5113" y="2653"/>
                      <a:pt x="4810" y="1376"/>
                    </a:cubicBezTo>
                    <a:cubicBezTo>
                      <a:pt x="4726" y="1028"/>
                      <a:pt x="4613" y="759"/>
                      <a:pt x="4473" y="554"/>
                    </a:cubicBezTo>
                    <a:lnTo>
                      <a:pt x="4473" y="552"/>
                    </a:lnTo>
                    <a:cubicBezTo>
                      <a:pt x="4331" y="342"/>
                      <a:pt x="4161" y="198"/>
                      <a:pt x="3969" y="113"/>
                    </a:cubicBezTo>
                    <a:cubicBezTo>
                      <a:pt x="3806" y="37"/>
                      <a:pt x="3625" y="3"/>
                      <a:pt x="3428" y="1"/>
                    </a:cubicBezTo>
                    <a:cubicBezTo>
                      <a:pt x="3418" y="1"/>
                      <a:pt x="3408" y="1"/>
                      <a:pt x="3398" y="1"/>
                    </a:cubicBezTo>
                    <a:close/>
                    <a:moveTo>
                      <a:pt x="1" y="6015"/>
                    </a:moveTo>
                    <a:lnTo>
                      <a:pt x="1" y="6015"/>
                    </a:lnTo>
                    <a:cubicBezTo>
                      <a:pt x="1" y="6016"/>
                      <a:pt x="1" y="6017"/>
                      <a:pt x="1" y="6018"/>
                    </a:cubicBezTo>
                    <a:cubicBezTo>
                      <a:pt x="1" y="6018"/>
                      <a:pt x="1" y="6017"/>
                      <a:pt x="1" y="601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Google Shape;1235;p35"/>
              <p:cNvSpPr/>
              <p:nvPr/>
            </p:nvSpPr>
            <p:spPr>
              <a:xfrm>
                <a:off x="1327428" y="1581507"/>
                <a:ext cx="298039" cy="336327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19" extrusionOk="0">
                    <a:moveTo>
                      <a:pt x="3398" y="1"/>
                    </a:moveTo>
                    <a:cubicBezTo>
                      <a:pt x="3235" y="1"/>
                      <a:pt x="3061" y="24"/>
                      <a:pt x="2879" y="62"/>
                    </a:cubicBezTo>
                    <a:cubicBezTo>
                      <a:pt x="719" y="523"/>
                      <a:pt x="174" y="3995"/>
                      <a:pt x="42" y="5415"/>
                    </a:cubicBezTo>
                    <a:cubicBezTo>
                      <a:pt x="9" y="5764"/>
                      <a:pt x="2" y="5988"/>
                      <a:pt x="1" y="6015"/>
                    </a:cubicBezTo>
                    <a:lnTo>
                      <a:pt x="1" y="6015"/>
                    </a:lnTo>
                    <a:cubicBezTo>
                      <a:pt x="5" y="5951"/>
                      <a:pt x="138" y="5848"/>
                      <a:pt x="360" y="5757"/>
                    </a:cubicBezTo>
                    <a:cubicBezTo>
                      <a:pt x="393" y="5743"/>
                      <a:pt x="428" y="5730"/>
                      <a:pt x="463" y="5718"/>
                    </a:cubicBezTo>
                    <a:cubicBezTo>
                      <a:pt x="500" y="5705"/>
                      <a:pt x="538" y="5693"/>
                      <a:pt x="577" y="5682"/>
                    </a:cubicBezTo>
                    <a:cubicBezTo>
                      <a:pt x="629" y="5664"/>
                      <a:pt x="684" y="5651"/>
                      <a:pt x="741" y="5638"/>
                    </a:cubicBezTo>
                    <a:cubicBezTo>
                      <a:pt x="762" y="5632"/>
                      <a:pt x="784" y="5627"/>
                      <a:pt x="805" y="5623"/>
                    </a:cubicBezTo>
                    <a:cubicBezTo>
                      <a:pt x="847" y="5615"/>
                      <a:pt x="892" y="5606"/>
                      <a:pt x="936" y="5600"/>
                    </a:cubicBezTo>
                    <a:cubicBezTo>
                      <a:pt x="981" y="5591"/>
                      <a:pt x="1028" y="5585"/>
                      <a:pt x="1075" y="5580"/>
                    </a:cubicBezTo>
                    <a:cubicBezTo>
                      <a:pt x="1167" y="5569"/>
                      <a:pt x="1266" y="5562"/>
                      <a:pt x="1369" y="5560"/>
                    </a:cubicBezTo>
                    <a:cubicBezTo>
                      <a:pt x="1392" y="5559"/>
                      <a:pt x="1416" y="5559"/>
                      <a:pt x="1439" y="5559"/>
                    </a:cubicBezTo>
                    <a:cubicBezTo>
                      <a:pt x="1626" y="5559"/>
                      <a:pt x="1824" y="5577"/>
                      <a:pt x="2026" y="5617"/>
                    </a:cubicBezTo>
                    <a:cubicBezTo>
                      <a:pt x="2105" y="5632"/>
                      <a:pt x="2185" y="5652"/>
                      <a:pt x="2266" y="5675"/>
                    </a:cubicBezTo>
                    <a:cubicBezTo>
                      <a:pt x="3202" y="5948"/>
                      <a:pt x="4051" y="5875"/>
                      <a:pt x="4317" y="5946"/>
                    </a:cubicBezTo>
                    <a:cubicBezTo>
                      <a:pt x="4375" y="5962"/>
                      <a:pt x="4405" y="5984"/>
                      <a:pt x="4405" y="6017"/>
                    </a:cubicBezTo>
                    <a:cubicBezTo>
                      <a:pt x="5340" y="2960"/>
                      <a:pt x="5113" y="2653"/>
                      <a:pt x="4810" y="1376"/>
                    </a:cubicBezTo>
                    <a:cubicBezTo>
                      <a:pt x="4726" y="1028"/>
                      <a:pt x="4613" y="759"/>
                      <a:pt x="4473" y="554"/>
                    </a:cubicBezTo>
                    <a:lnTo>
                      <a:pt x="4473" y="552"/>
                    </a:lnTo>
                    <a:cubicBezTo>
                      <a:pt x="4331" y="342"/>
                      <a:pt x="4161" y="198"/>
                      <a:pt x="3969" y="113"/>
                    </a:cubicBezTo>
                    <a:cubicBezTo>
                      <a:pt x="3806" y="37"/>
                      <a:pt x="3625" y="3"/>
                      <a:pt x="3428" y="1"/>
                    </a:cubicBezTo>
                    <a:cubicBezTo>
                      <a:pt x="3418" y="1"/>
                      <a:pt x="3408" y="1"/>
                      <a:pt x="3398" y="1"/>
                    </a:cubicBezTo>
                    <a:close/>
                    <a:moveTo>
                      <a:pt x="1" y="6015"/>
                    </a:moveTo>
                    <a:lnTo>
                      <a:pt x="1" y="6015"/>
                    </a:lnTo>
                    <a:cubicBezTo>
                      <a:pt x="1" y="6016"/>
                      <a:pt x="1" y="6017"/>
                      <a:pt x="1" y="6018"/>
                    </a:cubicBezTo>
                    <a:cubicBezTo>
                      <a:pt x="1" y="6018"/>
                      <a:pt x="1" y="6017"/>
                      <a:pt x="1" y="6015"/>
                    </a:cubicBezTo>
                    <a:close/>
                  </a:path>
                </a:pathLst>
              </a:custGeom>
              <a:solidFill>
                <a:srgbClr val="000000">
                  <a:alpha val="124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36" name="Google Shape;1236;p35"/>
            <p:cNvSpPr/>
            <p:nvPr/>
          </p:nvSpPr>
          <p:spPr>
            <a:xfrm>
              <a:off x="1342386" y="1891965"/>
              <a:ext cx="226041" cy="75099"/>
            </a:xfrm>
            <a:custGeom>
              <a:avLst/>
              <a:gdLst/>
              <a:ahLst/>
              <a:cxnLst/>
              <a:rect l="l" t="t" r="r" b="b"/>
              <a:pathLst>
                <a:path w="4050" h="1344" extrusionOk="0">
                  <a:moveTo>
                    <a:pt x="1165" y="1"/>
                  </a:moveTo>
                  <a:cubicBezTo>
                    <a:pt x="732" y="1"/>
                    <a:pt x="351" y="91"/>
                    <a:pt x="92" y="199"/>
                  </a:cubicBezTo>
                  <a:cubicBezTo>
                    <a:pt x="73" y="353"/>
                    <a:pt x="58" y="508"/>
                    <a:pt x="45" y="664"/>
                  </a:cubicBezTo>
                  <a:cubicBezTo>
                    <a:pt x="29" y="828"/>
                    <a:pt x="15" y="992"/>
                    <a:pt x="1" y="1154"/>
                  </a:cubicBezTo>
                  <a:cubicBezTo>
                    <a:pt x="238" y="1033"/>
                    <a:pt x="618" y="888"/>
                    <a:pt x="1088" y="888"/>
                  </a:cubicBezTo>
                  <a:cubicBezTo>
                    <a:pt x="1376" y="888"/>
                    <a:pt x="1698" y="942"/>
                    <a:pt x="2041" y="1090"/>
                  </a:cubicBezTo>
                  <a:cubicBezTo>
                    <a:pt x="2487" y="1280"/>
                    <a:pt x="2936" y="1343"/>
                    <a:pt x="3334" y="1343"/>
                  </a:cubicBezTo>
                  <a:cubicBezTo>
                    <a:pt x="3521" y="1343"/>
                    <a:pt x="3696" y="1329"/>
                    <a:pt x="3856" y="1308"/>
                  </a:cubicBezTo>
                  <a:cubicBezTo>
                    <a:pt x="3907" y="1071"/>
                    <a:pt x="3957" y="833"/>
                    <a:pt x="4006" y="595"/>
                  </a:cubicBezTo>
                  <a:cubicBezTo>
                    <a:pt x="4021" y="527"/>
                    <a:pt x="4035" y="459"/>
                    <a:pt x="4049" y="390"/>
                  </a:cubicBezTo>
                  <a:cubicBezTo>
                    <a:pt x="3781" y="317"/>
                    <a:pt x="2933" y="390"/>
                    <a:pt x="1998" y="118"/>
                  </a:cubicBezTo>
                  <a:cubicBezTo>
                    <a:pt x="1712" y="34"/>
                    <a:pt x="1429" y="1"/>
                    <a:pt x="1165" y="1"/>
                  </a:cubicBezTo>
                  <a:close/>
                </a:path>
              </a:pathLst>
            </a:custGeom>
            <a:solidFill>
              <a:srgbClr val="FC97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Google Shape;1237;p35"/>
            <p:cNvSpPr/>
            <p:nvPr/>
          </p:nvSpPr>
          <p:spPr>
            <a:xfrm>
              <a:off x="1327261" y="1581340"/>
              <a:ext cx="191437" cy="336383"/>
            </a:xfrm>
            <a:custGeom>
              <a:avLst/>
              <a:gdLst/>
              <a:ahLst/>
              <a:cxnLst/>
              <a:rect l="l" t="t" r="r" b="b"/>
              <a:pathLst>
                <a:path w="3430" h="6020" extrusionOk="0">
                  <a:moveTo>
                    <a:pt x="3407" y="1"/>
                  </a:moveTo>
                  <a:cubicBezTo>
                    <a:pt x="3241" y="1"/>
                    <a:pt x="3064" y="23"/>
                    <a:pt x="2879" y="63"/>
                  </a:cubicBezTo>
                  <a:cubicBezTo>
                    <a:pt x="192" y="637"/>
                    <a:pt x="6" y="5870"/>
                    <a:pt x="1" y="6016"/>
                  </a:cubicBezTo>
                  <a:lnTo>
                    <a:pt x="1" y="6016"/>
                  </a:lnTo>
                  <a:cubicBezTo>
                    <a:pt x="5" y="5949"/>
                    <a:pt x="139" y="5846"/>
                    <a:pt x="362" y="5758"/>
                  </a:cubicBezTo>
                  <a:cubicBezTo>
                    <a:pt x="621" y="5651"/>
                    <a:pt x="1001" y="5561"/>
                    <a:pt x="1435" y="5561"/>
                  </a:cubicBezTo>
                  <a:cubicBezTo>
                    <a:pt x="1625" y="5561"/>
                    <a:pt x="1825" y="5578"/>
                    <a:pt x="2029" y="5619"/>
                  </a:cubicBezTo>
                  <a:cubicBezTo>
                    <a:pt x="1141" y="606"/>
                    <a:pt x="3397" y="26"/>
                    <a:pt x="3429" y="1"/>
                  </a:cubicBezTo>
                  <a:cubicBezTo>
                    <a:pt x="3422" y="1"/>
                    <a:pt x="3415" y="1"/>
                    <a:pt x="3407" y="1"/>
                  </a:cubicBezTo>
                  <a:close/>
                  <a:moveTo>
                    <a:pt x="1" y="6016"/>
                  </a:moveTo>
                  <a:cubicBezTo>
                    <a:pt x="1" y="6017"/>
                    <a:pt x="1" y="6018"/>
                    <a:pt x="1" y="6019"/>
                  </a:cubicBezTo>
                  <a:cubicBezTo>
                    <a:pt x="1" y="6019"/>
                    <a:pt x="1" y="6018"/>
                    <a:pt x="1" y="6016"/>
                  </a:cubicBezTo>
                  <a:close/>
                </a:path>
              </a:pathLst>
            </a:custGeom>
            <a:solidFill>
              <a:srgbClr val="000000">
                <a:alpha val="124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Google Shape;1238;p35"/>
            <p:cNvSpPr/>
            <p:nvPr/>
          </p:nvSpPr>
          <p:spPr>
            <a:xfrm>
              <a:off x="2053324" y="2389782"/>
              <a:ext cx="77803" cy="57386"/>
            </a:xfrm>
            <a:custGeom>
              <a:avLst/>
              <a:gdLst/>
              <a:ahLst/>
              <a:cxnLst/>
              <a:rect l="l" t="t" r="r" b="b"/>
              <a:pathLst>
                <a:path w="1394" h="1027" extrusionOk="0">
                  <a:moveTo>
                    <a:pt x="0" y="1"/>
                  </a:moveTo>
                  <a:lnTo>
                    <a:pt x="1059" y="1026"/>
                  </a:lnTo>
                  <a:lnTo>
                    <a:pt x="1394" y="26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C97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Google Shape;1239;p35"/>
            <p:cNvSpPr/>
            <p:nvPr/>
          </p:nvSpPr>
          <p:spPr>
            <a:xfrm>
              <a:off x="1972564" y="2390956"/>
              <a:ext cx="249314" cy="217028"/>
            </a:xfrm>
            <a:custGeom>
              <a:avLst/>
              <a:gdLst/>
              <a:ahLst/>
              <a:cxnLst/>
              <a:rect l="l" t="t" r="r" b="b"/>
              <a:pathLst>
                <a:path w="4467" h="3884" extrusionOk="0">
                  <a:moveTo>
                    <a:pt x="3078" y="0"/>
                  </a:moveTo>
                  <a:cubicBezTo>
                    <a:pt x="2848" y="0"/>
                    <a:pt x="2632" y="98"/>
                    <a:pt x="2479" y="269"/>
                  </a:cubicBezTo>
                  <a:lnTo>
                    <a:pt x="457" y="2555"/>
                  </a:lnTo>
                  <a:cubicBezTo>
                    <a:pt x="1" y="3070"/>
                    <a:pt x="367" y="3884"/>
                    <a:pt x="1056" y="3884"/>
                  </a:cubicBezTo>
                  <a:lnTo>
                    <a:pt x="1390" y="3884"/>
                  </a:lnTo>
                  <a:cubicBezTo>
                    <a:pt x="1619" y="3884"/>
                    <a:pt x="1837" y="3785"/>
                    <a:pt x="1988" y="3615"/>
                  </a:cubicBezTo>
                  <a:lnTo>
                    <a:pt x="4010" y="1329"/>
                  </a:lnTo>
                  <a:cubicBezTo>
                    <a:pt x="4466" y="812"/>
                    <a:pt x="4101" y="0"/>
                    <a:pt x="341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Google Shape;1240;p35"/>
            <p:cNvSpPr/>
            <p:nvPr/>
          </p:nvSpPr>
          <p:spPr>
            <a:xfrm>
              <a:off x="2050031" y="2390956"/>
              <a:ext cx="407152" cy="217028"/>
            </a:xfrm>
            <a:custGeom>
              <a:avLst/>
              <a:gdLst/>
              <a:ahLst/>
              <a:cxnLst/>
              <a:rect l="l" t="t" r="r" b="b"/>
              <a:pathLst>
                <a:path w="7295" h="3884" extrusionOk="0">
                  <a:moveTo>
                    <a:pt x="2023" y="0"/>
                  </a:moveTo>
                  <a:cubicBezTo>
                    <a:pt x="2711" y="0"/>
                    <a:pt x="3078" y="812"/>
                    <a:pt x="2622" y="1329"/>
                  </a:cubicBezTo>
                  <a:lnTo>
                    <a:pt x="598" y="3615"/>
                  </a:lnTo>
                  <a:cubicBezTo>
                    <a:pt x="448" y="3785"/>
                    <a:pt x="229" y="3884"/>
                    <a:pt x="1" y="3884"/>
                  </a:cubicBezTo>
                  <a:lnTo>
                    <a:pt x="4217" y="3884"/>
                  </a:lnTo>
                  <a:cubicBezTo>
                    <a:pt x="4446" y="3884"/>
                    <a:pt x="4664" y="3785"/>
                    <a:pt x="4816" y="3615"/>
                  </a:cubicBezTo>
                  <a:lnTo>
                    <a:pt x="6838" y="1329"/>
                  </a:lnTo>
                  <a:cubicBezTo>
                    <a:pt x="7294" y="812"/>
                    <a:pt x="6929" y="0"/>
                    <a:pt x="62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Google Shape;1241;p35"/>
            <p:cNvSpPr/>
            <p:nvPr/>
          </p:nvSpPr>
          <p:spPr>
            <a:xfrm>
              <a:off x="1973066" y="2399114"/>
              <a:ext cx="234301" cy="200824"/>
            </a:xfrm>
            <a:custGeom>
              <a:avLst/>
              <a:gdLst/>
              <a:ahLst/>
              <a:cxnLst/>
              <a:rect l="l" t="t" r="r" b="b"/>
              <a:pathLst>
                <a:path w="4198" h="3594" extrusionOk="0">
                  <a:moveTo>
                    <a:pt x="1695" y="1"/>
                  </a:moveTo>
                  <a:lnTo>
                    <a:pt x="63" y="876"/>
                  </a:lnTo>
                  <a:lnTo>
                    <a:pt x="0" y="1911"/>
                  </a:lnTo>
                  <a:cubicBezTo>
                    <a:pt x="0" y="1911"/>
                    <a:pt x="1853" y="3197"/>
                    <a:pt x="2372" y="3557"/>
                  </a:cubicBezTo>
                  <a:cubicBezTo>
                    <a:pt x="2407" y="3582"/>
                    <a:pt x="2447" y="3594"/>
                    <a:pt x="2486" y="3594"/>
                  </a:cubicBezTo>
                  <a:cubicBezTo>
                    <a:pt x="2536" y="3594"/>
                    <a:pt x="2586" y="3574"/>
                    <a:pt x="2626" y="3537"/>
                  </a:cubicBezTo>
                  <a:lnTo>
                    <a:pt x="2629" y="3534"/>
                  </a:lnTo>
                  <a:cubicBezTo>
                    <a:pt x="2710" y="3457"/>
                    <a:pt x="2709" y="3328"/>
                    <a:pt x="2627" y="3252"/>
                  </a:cubicBezTo>
                  <a:lnTo>
                    <a:pt x="1405" y="2124"/>
                  </a:lnTo>
                  <a:lnTo>
                    <a:pt x="1405" y="2124"/>
                  </a:lnTo>
                  <a:cubicBezTo>
                    <a:pt x="1406" y="2124"/>
                    <a:pt x="2606" y="2984"/>
                    <a:pt x="3022" y="3286"/>
                  </a:cubicBezTo>
                  <a:cubicBezTo>
                    <a:pt x="3060" y="3312"/>
                    <a:pt x="3104" y="3325"/>
                    <a:pt x="3147" y="3325"/>
                  </a:cubicBezTo>
                  <a:cubicBezTo>
                    <a:pt x="3200" y="3325"/>
                    <a:pt x="3252" y="3307"/>
                    <a:pt x="3293" y="3269"/>
                  </a:cubicBezTo>
                  <a:lnTo>
                    <a:pt x="3297" y="3265"/>
                  </a:lnTo>
                  <a:cubicBezTo>
                    <a:pt x="3390" y="3179"/>
                    <a:pt x="3388" y="3033"/>
                    <a:pt x="3292" y="2951"/>
                  </a:cubicBezTo>
                  <a:lnTo>
                    <a:pt x="1776" y="1655"/>
                  </a:lnTo>
                  <a:lnTo>
                    <a:pt x="3605" y="2881"/>
                  </a:lnTo>
                  <a:cubicBezTo>
                    <a:pt x="3639" y="2903"/>
                    <a:pt x="3677" y="2914"/>
                    <a:pt x="3715" y="2914"/>
                  </a:cubicBezTo>
                  <a:cubicBezTo>
                    <a:pt x="3781" y="2914"/>
                    <a:pt x="3845" y="2882"/>
                    <a:pt x="3884" y="2823"/>
                  </a:cubicBezTo>
                  <a:cubicBezTo>
                    <a:pt x="3940" y="2734"/>
                    <a:pt x="3921" y="2618"/>
                    <a:pt x="3838" y="2553"/>
                  </a:cubicBezTo>
                  <a:lnTo>
                    <a:pt x="2079" y="1200"/>
                  </a:lnTo>
                  <a:lnTo>
                    <a:pt x="3868" y="2283"/>
                  </a:lnTo>
                  <a:cubicBezTo>
                    <a:pt x="3900" y="2302"/>
                    <a:pt x="3936" y="2312"/>
                    <a:pt x="3972" y="2312"/>
                  </a:cubicBezTo>
                  <a:cubicBezTo>
                    <a:pt x="4031" y="2312"/>
                    <a:pt x="4089" y="2286"/>
                    <a:pt x="4128" y="2239"/>
                  </a:cubicBezTo>
                  <a:cubicBezTo>
                    <a:pt x="4198" y="2152"/>
                    <a:pt x="4185" y="2025"/>
                    <a:pt x="4099" y="1954"/>
                  </a:cubicBezTo>
                  <a:lnTo>
                    <a:pt x="1695" y="1"/>
                  </a:lnTo>
                  <a:close/>
                </a:path>
              </a:pathLst>
            </a:custGeom>
            <a:solidFill>
              <a:srgbClr val="FC97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Google Shape;1242;p35"/>
            <p:cNvSpPr/>
            <p:nvPr/>
          </p:nvSpPr>
          <p:spPr>
            <a:xfrm>
              <a:off x="1916807" y="2359441"/>
              <a:ext cx="174861" cy="153943"/>
            </a:xfrm>
            <a:custGeom>
              <a:avLst/>
              <a:gdLst/>
              <a:ahLst/>
              <a:cxnLst/>
              <a:rect l="l" t="t" r="r" b="b"/>
              <a:pathLst>
                <a:path w="3133" h="2755" extrusionOk="0">
                  <a:moveTo>
                    <a:pt x="585" y="0"/>
                  </a:moveTo>
                  <a:lnTo>
                    <a:pt x="0" y="1955"/>
                  </a:lnTo>
                  <a:lnTo>
                    <a:pt x="820" y="2510"/>
                  </a:lnTo>
                  <a:cubicBezTo>
                    <a:pt x="1062" y="2672"/>
                    <a:pt x="1342" y="2754"/>
                    <a:pt x="1622" y="2754"/>
                  </a:cubicBezTo>
                  <a:cubicBezTo>
                    <a:pt x="1889" y="2754"/>
                    <a:pt x="2157" y="2680"/>
                    <a:pt x="2393" y="2531"/>
                  </a:cubicBezTo>
                  <a:cubicBezTo>
                    <a:pt x="2912" y="2203"/>
                    <a:pt x="3132" y="1555"/>
                    <a:pt x="2919" y="979"/>
                  </a:cubicBezTo>
                  <a:cubicBezTo>
                    <a:pt x="2644" y="296"/>
                    <a:pt x="585" y="0"/>
                    <a:pt x="585" y="0"/>
                  </a:cubicBezTo>
                  <a:close/>
                </a:path>
              </a:pathLst>
            </a:custGeom>
            <a:solidFill>
              <a:srgbClr val="FEBA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Google Shape;1243;p35"/>
            <p:cNvSpPr/>
            <p:nvPr/>
          </p:nvSpPr>
          <p:spPr>
            <a:xfrm>
              <a:off x="1339539" y="2198233"/>
              <a:ext cx="609863" cy="270447"/>
            </a:xfrm>
            <a:custGeom>
              <a:avLst/>
              <a:gdLst/>
              <a:ahLst/>
              <a:cxnLst/>
              <a:rect l="l" t="t" r="r" b="b"/>
              <a:pathLst>
                <a:path w="10927" h="4840" extrusionOk="0">
                  <a:moveTo>
                    <a:pt x="1981" y="0"/>
                  </a:moveTo>
                  <a:cubicBezTo>
                    <a:pt x="927" y="6"/>
                    <a:pt x="30" y="923"/>
                    <a:pt x="1" y="953"/>
                  </a:cubicBezTo>
                  <a:lnTo>
                    <a:pt x="0" y="953"/>
                  </a:lnTo>
                  <a:cubicBezTo>
                    <a:pt x="0" y="953"/>
                    <a:pt x="5" y="1432"/>
                    <a:pt x="150" y="1923"/>
                  </a:cubicBezTo>
                  <a:cubicBezTo>
                    <a:pt x="272" y="2336"/>
                    <a:pt x="493" y="2758"/>
                    <a:pt x="893" y="2912"/>
                  </a:cubicBezTo>
                  <a:cubicBezTo>
                    <a:pt x="1728" y="3234"/>
                    <a:pt x="3113" y="3606"/>
                    <a:pt x="9382" y="4677"/>
                  </a:cubicBezTo>
                  <a:cubicBezTo>
                    <a:pt x="9690" y="4729"/>
                    <a:pt x="10010" y="4783"/>
                    <a:pt x="10341" y="4840"/>
                  </a:cubicBezTo>
                  <a:lnTo>
                    <a:pt x="10927" y="2885"/>
                  </a:lnTo>
                  <a:cubicBezTo>
                    <a:pt x="8522" y="2040"/>
                    <a:pt x="6739" y="1406"/>
                    <a:pt x="5391" y="947"/>
                  </a:cubicBezTo>
                  <a:cubicBezTo>
                    <a:pt x="4045" y="488"/>
                    <a:pt x="3134" y="206"/>
                    <a:pt x="2475" y="63"/>
                  </a:cubicBezTo>
                  <a:cubicBezTo>
                    <a:pt x="2281" y="21"/>
                    <a:pt x="2118" y="0"/>
                    <a:pt x="1981" y="0"/>
                  </a:cubicBezTo>
                  <a:close/>
                </a:path>
              </a:pathLst>
            </a:custGeom>
            <a:solidFill>
              <a:srgbClr val="FEBA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Google Shape;1244;p35"/>
            <p:cNvSpPr/>
            <p:nvPr/>
          </p:nvSpPr>
          <p:spPr>
            <a:xfrm>
              <a:off x="1336302" y="2190857"/>
              <a:ext cx="141429" cy="60683"/>
            </a:xfrm>
            <a:custGeom>
              <a:avLst/>
              <a:gdLst/>
              <a:ahLst/>
              <a:cxnLst/>
              <a:rect l="l" t="t" r="r" b="b"/>
              <a:pathLst>
                <a:path w="2534" h="1086" extrusionOk="0">
                  <a:moveTo>
                    <a:pt x="1579" y="1"/>
                  </a:moveTo>
                  <a:cubicBezTo>
                    <a:pt x="919" y="1"/>
                    <a:pt x="288" y="221"/>
                    <a:pt x="1" y="337"/>
                  </a:cubicBezTo>
                  <a:cubicBezTo>
                    <a:pt x="16" y="604"/>
                    <a:pt x="36" y="854"/>
                    <a:pt x="61" y="1086"/>
                  </a:cubicBezTo>
                  <a:cubicBezTo>
                    <a:pt x="89" y="1056"/>
                    <a:pt x="987" y="140"/>
                    <a:pt x="2041" y="133"/>
                  </a:cubicBezTo>
                  <a:cubicBezTo>
                    <a:pt x="2176" y="133"/>
                    <a:pt x="2340" y="154"/>
                    <a:pt x="2534" y="197"/>
                  </a:cubicBezTo>
                  <a:cubicBezTo>
                    <a:pt x="2233" y="54"/>
                    <a:pt x="1903" y="1"/>
                    <a:pt x="1579" y="1"/>
                  </a:cubicBezTo>
                  <a:close/>
                </a:path>
              </a:pathLst>
            </a:custGeom>
            <a:solidFill>
              <a:srgbClr val="FC97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Google Shape;1245;p35"/>
            <p:cNvSpPr/>
            <p:nvPr/>
          </p:nvSpPr>
          <p:spPr>
            <a:xfrm>
              <a:off x="2418170" y="2443146"/>
              <a:ext cx="28855" cy="28106"/>
            </a:xfrm>
            <a:custGeom>
              <a:avLst/>
              <a:gdLst/>
              <a:ahLst/>
              <a:cxnLst/>
              <a:rect l="l" t="t" r="r" b="b"/>
              <a:pathLst>
                <a:path w="517" h="503" extrusionOk="0">
                  <a:moveTo>
                    <a:pt x="270" y="0"/>
                  </a:moveTo>
                  <a:cubicBezTo>
                    <a:pt x="222" y="0"/>
                    <a:pt x="174" y="20"/>
                    <a:pt x="139" y="59"/>
                  </a:cubicBezTo>
                  <a:lnTo>
                    <a:pt x="91" y="114"/>
                  </a:lnTo>
                  <a:cubicBezTo>
                    <a:pt x="1" y="216"/>
                    <a:pt x="10" y="370"/>
                    <a:pt x="112" y="459"/>
                  </a:cubicBezTo>
                  <a:cubicBezTo>
                    <a:pt x="145" y="488"/>
                    <a:pt x="185" y="502"/>
                    <a:pt x="226" y="502"/>
                  </a:cubicBezTo>
                  <a:cubicBezTo>
                    <a:pt x="275" y="502"/>
                    <a:pt x="323" y="482"/>
                    <a:pt x="358" y="443"/>
                  </a:cubicBezTo>
                  <a:lnTo>
                    <a:pt x="453" y="336"/>
                  </a:lnTo>
                  <a:cubicBezTo>
                    <a:pt x="517" y="264"/>
                    <a:pt x="510" y="154"/>
                    <a:pt x="438" y="90"/>
                  </a:cubicBezTo>
                  <a:lnTo>
                    <a:pt x="386" y="43"/>
                  </a:lnTo>
                  <a:cubicBezTo>
                    <a:pt x="352" y="15"/>
                    <a:pt x="311" y="0"/>
                    <a:pt x="270" y="0"/>
                  </a:cubicBezTo>
                  <a:close/>
                </a:path>
              </a:pathLst>
            </a:custGeom>
            <a:solidFill>
              <a:srgbClr val="FCA3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Google Shape;1246;p35"/>
            <p:cNvSpPr/>
            <p:nvPr/>
          </p:nvSpPr>
          <p:spPr>
            <a:xfrm>
              <a:off x="2398468" y="2468626"/>
              <a:ext cx="32985" cy="32353"/>
            </a:xfrm>
            <a:custGeom>
              <a:avLst/>
              <a:gdLst/>
              <a:ahLst/>
              <a:cxnLst/>
              <a:rect l="l" t="t" r="r" b="b"/>
              <a:pathLst>
                <a:path w="591" h="579" extrusionOk="0">
                  <a:moveTo>
                    <a:pt x="309" y="0"/>
                  </a:moveTo>
                  <a:cubicBezTo>
                    <a:pt x="254" y="0"/>
                    <a:pt x="198" y="23"/>
                    <a:pt x="159" y="67"/>
                  </a:cubicBezTo>
                  <a:lnTo>
                    <a:pt x="103" y="131"/>
                  </a:lnTo>
                  <a:cubicBezTo>
                    <a:pt x="0" y="247"/>
                    <a:pt x="11" y="425"/>
                    <a:pt x="127" y="528"/>
                  </a:cubicBezTo>
                  <a:cubicBezTo>
                    <a:pt x="165" y="562"/>
                    <a:pt x="213" y="579"/>
                    <a:pt x="260" y="579"/>
                  </a:cubicBezTo>
                  <a:cubicBezTo>
                    <a:pt x="315" y="579"/>
                    <a:pt x="370" y="556"/>
                    <a:pt x="408" y="510"/>
                  </a:cubicBezTo>
                  <a:lnTo>
                    <a:pt x="518" y="386"/>
                  </a:lnTo>
                  <a:cubicBezTo>
                    <a:pt x="591" y="304"/>
                    <a:pt x="584" y="177"/>
                    <a:pt x="502" y="104"/>
                  </a:cubicBezTo>
                  <a:lnTo>
                    <a:pt x="441" y="50"/>
                  </a:lnTo>
                  <a:cubicBezTo>
                    <a:pt x="403" y="17"/>
                    <a:pt x="356" y="0"/>
                    <a:pt x="309" y="0"/>
                  </a:cubicBezTo>
                  <a:close/>
                </a:path>
              </a:pathLst>
            </a:custGeom>
            <a:solidFill>
              <a:srgbClr val="FCA3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Google Shape;1247;p35"/>
            <p:cNvSpPr/>
            <p:nvPr/>
          </p:nvSpPr>
          <p:spPr>
            <a:xfrm>
              <a:off x="2379771" y="2496174"/>
              <a:ext cx="29636" cy="29056"/>
            </a:xfrm>
            <a:custGeom>
              <a:avLst/>
              <a:gdLst/>
              <a:ahLst/>
              <a:cxnLst/>
              <a:rect l="l" t="t" r="r" b="b"/>
              <a:pathLst>
                <a:path w="531" h="520" extrusionOk="0">
                  <a:moveTo>
                    <a:pt x="277" y="1"/>
                  </a:moveTo>
                  <a:cubicBezTo>
                    <a:pt x="227" y="1"/>
                    <a:pt x="178" y="21"/>
                    <a:pt x="143" y="62"/>
                  </a:cubicBezTo>
                  <a:lnTo>
                    <a:pt x="93" y="119"/>
                  </a:lnTo>
                  <a:cubicBezTo>
                    <a:pt x="1" y="223"/>
                    <a:pt x="11" y="382"/>
                    <a:pt x="115" y="474"/>
                  </a:cubicBezTo>
                  <a:cubicBezTo>
                    <a:pt x="149" y="504"/>
                    <a:pt x="192" y="519"/>
                    <a:pt x="234" y="519"/>
                  </a:cubicBezTo>
                  <a:cubicBezTo>
                    <a:pt x="283" y="519"/>
                    <a:pt x="332" y="499"/>
                    <a:pt x="367" y="458"/>
                  </a:cubicBezTo>
                  <a:lnTo>
                    <a:pt x="466" y="348"/>
                  </a:lnTo>
                  <a:cubicBezTo>
                    <a:pt x="531" y="273"/>
                    <a:pt x="525" y="159"/>
                    <a:pt x="451" y="93"/>
                  </a:cubicBezTo>
                  <a:lnTo>
                    <a:pt x="397" y="46"/>
                  </a:lnTo>
                  <a:cubicBezTo>
                    <a:pt x="363" y="16"/>
                    <a:pt x="320" y="1"/>
                    <a:pt x="277" y="1"/>
                  </a:cubicBezTo>
                  <a:close/>
                </a:path>
              </a:pathLst>
            </a:custGeom>
            <a:solidFill>
              <a:srgbClr val="FCA3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Google Shape;1248;p35"/>
            <p:cNvSpPr/>
            <p:nvPr/>
          </p:nvSpPr>
          <p:spPr>
            <a:xfrm>
              <a:off x="2363306" y="2520816"/>
              <a:ext cx="26232" cy="25648"/>
            </a:xfrm>
            <a:custGeom>
              <a:avLst/>
              <a:gdLst/>
              <a:ahLst/>
              <a:cxnLst/>
              <a:rect l="l" t="t" r="r" b="b"/>
              <a:pathLst>
                <a:path w="470" h="459" extrusionOk="0">
                  <a:moveTo>
                    <a:pt x="245" y="0"/>
                  </a:moveTo>
                  <a:cubicBezTo>
                    <a:pt x="201" y="0"/>
                    <a:pt x="158" y="19"/>
                    <a:pt x="127" y="53"/>
                  </a:cubicBezTo>
                  <a:lnTo>
                    <a:pt x="81" y="104"/>
                  </a:lnTo>
                  <a:cubicBezTo>
                    <a:pt x="0" y="196"/>
                    <a:pt x="9" y="335"/>
                    <a:pt x="101" y="417"/>
                  </a:cubicBezTo>
                  <a:cubicBezTo>
                    <a:pt x="131" y="445"/>
                    <a:pt x="169" y="458"/>
                    <a:pt x="206" y="458"/>
                  </a:cubicBezTo>
                  <a:cubicBezTo>
                    <a:pt x="249" y="458"/>
                    <a:pt x="292" y="440"/>
                    <a:pt x="322" y="405"/>
                  </a:cubicBezTo>
                  <a:lnTo>
                    <a:pt x="410" y="307"/>
                  </a:lnTo>
                  <a:cubicBezTo>
                    <a:pt x="469" y="241"/>
                    <a:pt x="462" y="141"/>
                    <a:pt x="397" y="83"/>
                  </a:cubicBezTo>
                  <a:lnTo>
                    <a:pt x="349" y="41"/>
                  </a:lnTo>
                  <a:cubicBezTo>
                    <a:pt x="319" y="14"/>
                    <a:pt x="282" y="0"/>
                    <a:pt x="245" y="0"/>
                  </a:cubicBezTo>
                  <a:close/>
                </a:path>
              </a:pathLst>
            </a:custGeom>
            <a:solidFill>
              <a:srgbClr val="FCA3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Google Shape;1249;p35"/>
            <p:cNvSpPr/>
            <p:nvPr/>
          </p:nvSpPr>
          <p:spPr>
            <a:xfrm>
              <a:off x="2270490" y="2135202"/>
              <a:ext cx="245073" cy="295033"/>
            </a:xfrm>
            <a:custGeom>
              <a:avLst/>
              <a:gdLst/>
              <a:ahLst/>
              <a:cxnLst/>
              <a:rect l="l" t="t" r="r" b="b"/>
              <a:pathLst>
                <a:path w="4391" h="5280" extrusionOk="0">
                  <a:moveTo>
                    <a:pt x="4280" y="0"/>
                  </a:moveTo>
                  <a:cubicBezTo>
                    <a:pt x="4253" y="0"/>
                    <a:pt x="4226" y="11"/>
                    <a:pt x="4207" y="34"/>
                  </a:cubicBezTo>
                  <a:lnTo>
                    <a:pt x="3624" y="702"/>
                  </a:lnTo>
                  <a:lnTo>
                    <a:pt x="134" y="4693"/>
                  </a:lnTo>
                  <a:cubicBezTo>
                    <a:pt x="133" y="4696"/>
                    <a:pt x="130" y="4700"/>
                    <a:pt x="128" y="4702"/>
                  </a:cubicBezTo>
                  <a:cubicBezTo>
                    <a:pt x="124" y="4706"/>
                    <a:pt x="120" y="4711"/>
                    <a:pt x="117" y="4717"/>
                  </a:cubicBezTo>
                  <a:cubicBezTo>
                    <a:pt x="1" y="4872"/>
                    <a:pt x="35" y="5095"/>
                    <a:pt x="192" y="5211"/>
                  </a:cubicBezTo>
                  <a:cubicBezTo>
                    <a:pt x="255" y="5257"/>
                    <a:pt x="329" y="5280"/>
                    <a:pt x="402" y="5280"/>
                  </a:cubicBezTo>
                  <a:cubicBezTo>
                    <a:pt x="510" y="5280"/>
                    <a:pt x="618" y="5230"/>
                    <a:pt x="687" y="5136"/>
                  </a:cubicBezTo>
                  <a:lnTo>
                    <a:pt x="4360" y="154"/>
                  </a:lnTo>
                  <a:cubicBezTo>
                    <a:pt x="4390" y="113"/>
                    <a:pt x="4384" y="57"/>
                    <a:pt x="4343" y="24"/>
                  </a:cubicBezTo>
                  <a:cubicBezTo>
                    <a:pt x="4325" y="8"/>
                    <a:pt x="4303" y="0"/>
                    <a:pt x="42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Google Shape;1250;p35"/>
            <p:cNvSpPr/>
            <p:nvPr/>
          </p:nvSpPr>
          <p:spPr>
            <a:xfrm>
              <a:off x="2277746" y="2174373"/>
              <a:ext cx="195176" cy="230886"/>
            </a:xfrm>
            <a:custGeom>
              <a:avLst/>
              <a:gdLst/>
              <a:ahLst/>
              <a:cxnLst/>
              <a:rect l="l" t="t" r="r" b="b"/>
              <a:pathLst>
                <a:path w="3497" h="4132" extrusionOk="0">
                  <a:moveTo>
                    <a:pt x="3496" y="1"/>
                  </a:moveTo>
                  <a:lnTo>
                    <a:pt x="7" y="3992"/>
                  </a:lnTo>
                  <a:cubicBezTo>
                    <a:pt x="5" y="3995"/>
                    <a:pt x="3" y="3999"/>
                    <a:pt x="0" y="4001"/>
                  </a:cubicBezTo>
                  <a:cubicBezTo>
                    <a:pt x="19" y="4023"/>
                    <a:pt x="39" y="4043"/>
                    <a:pt x="64" y="4062"/>
                  </a:cubicBezTo>
                  <a:cubicBezTo>
                    <a:pt x="127" y="4109"/>
                    <a:pt x="200" y="4131"/>
                    <a:pt x="273" y="4131"/>
                  </a:cubicBezTo>
                  <a:cubicBezTo>
                    <a:pt x="382" y="4131"/>
                    <a:pt x="489" y="4081"/>
                    <a:pt x="558" y="3986"/>
                  </a:cubicBezTo>
                  <a:lnTo>
                    <a:pt x="349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Google Shape;1251;p35"/>
            <p:cNvSpPr/>
            <p:nvPr/>
          </p:nvSpPr>
          <p:spPr>
            <a:xfrm>
              <a:off x="1230091" y="1883863"/>
              <a:ext cx="118825" cy="421987"/>
            </a:xfrm>
            <a:custGeom>
              <a:avLst/>
              <a:gdLst/>
              <a:ahLst/>
              <a:cxnLst/>
              <a:rect l="l" t="t" r="r" b="b"/>
              <a:pathLst>
                <a:path w="2129" h="7552" extrusionOk="0">
                  <a:moveTo>
                    <a:pt x="1785" y="1"/>
                  </a:moveTo>
                  <a:lnTo>
                    <a:pt x="1785" y="1"/>
                  </a:lnTo>
                  <a:cubicBezTo>
                    <a:pt x="1346" y="1428"/>
                    <a:pt x="777" y="3303"/>
                    <a:pt x="181" y="5320"/>
                  </a:cubicBezTo>
                  <a:cubicBezTo>
                    <a:pt x="181" y="5320"/>
                    <a:pt x="0" y="7313"/>
                    <a:pt x="2128" y="7551"/>
                  </a:cubicBezTo>
                  <a:cubicBezTo>
                    <a:pt x="2018" y="7127"/>
                    <a:pt x="1944" y="6534"/>
                    <a:pt x="1905" y="5830"/>
                  </a:cubicBezTo>
                  <a:cubicBezTo>
                    <a:pt x="1834" y="4566"/>
                    <a:pt x="1875" y="2943"/>
                    <a:pt x="2013" y="1298"/>
                  </a:cubicBezTo>
                  <a:cubicBezTo>
                    <a:pt x="2026" y="1135"/>
                    <a:pt x="2039" y="971"/>
                    <a:pt x="2057" y="808"/>
                  </a:cubicBezTo>
                  <a:cubicBezTo>
                    <a:pt x="1860" y="738"/>
                    <a:pt x="1744" y="667"/>
                    <a:pt x="1744" y="605"/>
                  </a:cubicBezTo>
                  <a:cubicBezTo>
                    <a:pt x="1744" y="605"/>
                    <a:pt x="1750" y="374"/>
                    <a:pt x="1785" y="1"/>
                  </a:cubicBezTo>
                  <a:close/>
                </a:path>
              </a:pathLst>
            </a:custGeom>
            <a:solidFill>
              <a:srgbClr val="000000">
                <a:alpha val="124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Google Shape;1252;p35"/>
            <p:cNvSpPr/>
            <p:nvPr/>
          </p:nvSpPr>
          <p:spPr>
            <a:xfrm>
              <a:off x="1170874" y="2181078"/>
              <a:ext cx="670029" cy="285925"/>
            </a:xfrm>
            <a:custGeom>
              <a:avLst/>
              <a:gdLst/>
              <a:ahLst/>
              <a:cxnLst/>
              <a:rect l="l" t="t" r="r" b="b"/>
              <a:pathLst>
                <a:path w="12005" h="5117" extrusionOk="0">
                  <a:moveTo>
                    <a:pt x="1242" y="1"/>
                  </a:moveTo>
                  <a:lnTo>
                    <a:pt x="1239" y="6"/>
                  </a:lnTo>
                  <a:cubicBezTo>
                    <a:pt x="824" y="1272"/>
                    <a:pt x="395" y="2719"/>
                    <a:pt x="0" y="4118"/>
                  </a:cubicBezTo>
                  <a:lnTo>
                    <a:pt x="7" y="4246"/>
                  </a:lnTo>
                  <a:lnTo>
                    <a:pt x="11651" y="5090"/>
                  </a:lnTo>
                  <a:lnTo>
                    <a:pt x="11995" y="5116"/>
                  </a:lnTo>
                  <a:cubicBezTo>
                    <a:pt x="11997" y="5049"/>
                    <a:pt x="12001" y="4983"/>
                    <a:pt x="12004" y="4916"/>
                  </a:cubicBezTo>
                  <a:cubicBezTo>
                    <a:pt x="6076" y="3898"/>
                    <a:pt x="4733" y="3534"/>
                    <a:pt x="3916" y="3216"/>
                  </a:cubicBezTo>
                  <a:cubicBezTo>
                    <a:pt x="3516" y="3062"/>
                    <a:pt x="3295" y="2640"/>
                    <a:pt x="3174" y="2227"/>
                  </a:cubicBezTo>
                  <a:cubicBezTo>
                    <a:pt x="3124" y="2222"/>
                    <a:pt x="3077" y="2215"/>
                    <a:pt x="3028" y="2207"/>
                  </a:cubicBezTo>
                  <a:cubicBezTo>
                    <a:pt x="2888" y="2184"/>
                    <a:pt x="2759" y="2154"/>
                    <a:pt x="2639" y="2116"/>
                  </a:cubicBezTo>
                  <a:cubicBezTo>
                    <a:pt x="2616" y="2109"/>
                    <a:pt x="2595" y="2101"/>
                    <a:pt x="2572" y="2094"/>
                  </a:cubicBezTo>
                  <a:cubicBezTo>
                    <a:pt x="2478" y="2061"/>
                    <a:pt x="2390" y="2024"/>
                    <a:pt x="2309" y="1983"/>
                  </a:cubicBezTo>
                  <a:cubicBezTo>
                    <a:pt x="2294" y="1976"/>
                    <a:pt x="2282" y="1969"/>
                    <a:pt x="2269" y="1962"/>
                  </a:cubicBezTo>
                  <a:cubicBezTo>
                    <a:pt x="2249" y="1953"/>
                    <a:pt x="2232" y="1944"/>
                    <a:pt x="2213" y="1933"/>
                  </a:cubicBezTo>
                  <a:cubicBezTo>
                    <a:pt x="2196" y="1922"/>
                    <a:pt x="2177" y="1913"/>
                    <a:pt x="2161" y="1902"/>
                  </a:cubicBezTo>
                  <a:cubicBezTo>
                    <a:pt x="1851" y="1712"/>
                    <a:pt x="1643" y="1463"/>
                    <a:pt x="1506" y="1210"/>
                  </a:cubicBezTo>
                  <a:cubicBezTo>
                    <a:pt x="1490" y="1183"/>
                    <a:pt x="1477" y="1155"/>
                    <a:pt x="1463" y="1129"/>
                  </a:cubicBezTo>
                  <a:cubicBezTo>
                    <a:pt x="1369" y="932"/>
                    <a:pt x="1313" y="733"/>
                    <a:pt x="1280" y="558"/>
                  </a:cubicBezTo>
                  <a:cubicBezTo>
                    <a:pt x="1278" y="549"/>
                    <a:pt x="1277" y="539"/>
                    <a:pt x="1274" y="529"/>
                  </a:cubicBezTo>
                  <a:cubicBezTo>
                    <a:pt x="1270" y="501"/>
                    <a:pt x="1265" y="472"/>
                    <a:pt x="1261" y="446"/>
                  </a:cubicBezTo>
                  <a:cubicBezTo>
                    <a:pt x="1256" y="414"/>
                    <a:pt x="1252" y="384"/>
                    <a:pt x="1249" y="354"/>
                  </a:cubicBezTo>
                  <a:cubicBezTo>
                    <a:pt x="1229" y="142"/>
                    <a:pt x="1242" y="1"/>
                    <a:pt x="1242" y="1"/>
                  </a:cubicBezTo>
                  <a:close/>
                </a:path>
              </a:pathLst>
            </a:custGeom>
            <a:solidFill>
              <a:srgbClr val="000000">
                <a:alpha val="124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Google Shape;1253;p35"/>
            <p:cNvSpPr/>
            <p:nvPr/>
          </p:nvSpPr>
          <p:spPr>
            <a:xfrm>
              <a:off x="1548780" y="1584133"/>
              <a:ext cx="181949" cy="398574"/>
            </a:xfrm>
            <a:custGeom>
              <a:avLst/>
              <a:gdLst/>
              <a:ahLst/>
              <a:cxnLst/>
              <a:rect l="l" t="t" r="r" b="b"/>
              <a:pathLst>
                <a:path w="3260" h="7133" extrusionOk="0">
                  <a:moveTo>
                    <a:pt x="47" y="0"/>
                  </a:moveTo>
                  <a:lnTo>
                    <a:pt x="1" y="64"/>
                  </a:lnTo>
                  <a:cubicBezTo>
                    <a:pt x="194" y="150"/>
                    <a:pt x="364" y="294"/>
                    <a:pt x="506" y="504"/>
                  </a:cubicBezTo>
                  <a:lnTo>
                    <a:pt x="506" y="505"/>
                  </a:lnTo>
                  <a:cubicBezTo>
                    <a:pt x="1422" y="1095"/>
                    <a:pt x="2999" y="2764"/>
                    <a:pt x="2445" y="7132"/>
                  </a:cubicBezTo>
                  <a:cubicBezTo>
                    <a:pt x="2550" y="6929"/>
                    <a:pt x="2717" y="6775"/>
                    <a:pt x="2912" y="6682"/>
                  </a:cubicBezTo>
                  <a:cubicBezTo>
                    <a:pt x="3260" y="4332"/>
                    <a:pt x="2949" y="2481"/>
                    <a:pt x="2001" y="1277"/>
                  </a:cubicBezTo>
                  <a:cubicBezTo>
                    <a:pt x="1508" y="652"/>
                    <a:pt x="845" y="221"/>
                    <a:pt x="47" y="0"/>
                  </a:cubicBezTo>
                  <a:close/>
                </a:path>
              </a:pathLst>
            </a:custGeom>
            <a:solidFill>
              <a:srgbClr val="000000">
                <a:alpha val="202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Google Shape;1254;p35"/>
            <p:cNvSpPr/>
            <p:nvPr/>
          </p:nvSpPr>
          <p:spPr>
            <a:xfrm>
              <a:off x="1955429" y="1742045"/>
              <a:ext cx="131717" cy="291457"/>
            </a:xfrm>
            <a:custGeom>
              <a:avLst/>
              <a:gdLst/>
              <a:ahLst/>
              <a:cxnLst/>
              <a:rect l="l" t="t" r="r" b="b"/>
              <a:pathLst>
                <a:path w="2360" h="5216" extrusionOk="0">
                  <a:moveTo>
                    <a:pt x="1902" y="1"/>
                  </a:moveTo>
                  <a:lnTo>
                    <a:pt x="1902" y="1"/>
                  </a:lnTo>
                  <a:cubicBezTo>
                    <a:pt x="1911" y="697"/>
                    <a:pt x="1809" y="3212"/>
                    <a:pt x="0" y="5067"/>
                  </a:cubicBezTo>
                  <a:cubicBezTo>
                    <a:pt x="98" y="5116"/>
                    <a:pt x="195" y="5164"/>
                    <a:pt x="294" y="5216"/>
                  </a:cubicBezTo>
                  <a:cubicBezTo>
                    <a:pt x="2359" y="2430"/>
                    <a:pt x="2017" y="188"/>
                    <a:pt x="2001" y="127"/>
                  </a:cubicBezTo>
                  <a:cubicBezTo>
                    <a:pt x="1968" y="86"/>
                    <a:pt x="1937" y="43"/>
                    <a:pt x="1902" y="1"/>
                  </a:cubicBezTo>
                  <a:close/>
                </a:path>
              </a:pathLst>
            </a:custGeom>
            <a:solidFill>
              <a:srgbClr val="000000">
                <a:alpha val="202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6"/>
          <p:cNvSpPr/>
          <p:nvPr/>
        </p:nvSpPr>
        <p:spPr>
          <a:xfrm>
            <a:off x="-42008" y="208825"/>
            <a:ext cx="6333223" cy="4073498"/>
          </a:xfrm>
          <a:custGeom>
            <a:avLst/>
            <a:gdLst/>
            <a:ahLst/>
            <a:cxnLst/>
            <a:rect l="l" t="t" r="r" b="b"/>
            <a:pathLst>
              <a:path w="16332" h="10505" extrusionOk="0">
                <a:moveTo>
                  <a:pt x="6908" y="0"/>
                </a:moveTo>
                <a:cubicBezTo>
                  <a:pt x="6129" y="0"/>
                  <a:pt x="5349" y="114"/>
                  <a:pt x="4603" y="342"/>
                </a:cubicBezTo>
                <a:cubicBezTo>
                  <a:pt x="3960" y="539"/>
                  <a:pt x="3333" y="824"/>
                  <a:pt x="2830" y="1273"/>
                </a:cubicBezTo>
                <a:cubicBezTo>
                  <a:pt x="2336" y="1711"/>
                  <a:pt x="1984" y="2283"/>
                  <a:pt x="1639" y="2845"/>
                </a:cubicBezTo>
                <a:cubicBezTo>
                  <a:pt x="1000" y="3884"/>
                  <a:pt x="348" y="4964"/>
                  <a:pt x="193" y="6177"/>
                </a:cubicBezTo>
                <a:cubicBezTo>
                  <a:pt x="1" y="7666"/>
                  <a:pt x="582" y="9136"/>
                  <a:pt x="1194" y="10505"/>
                </a:cubicBezTo>
                <a:lnTo>
                  <a:pt x="15575" y="10432"/>
                </a:lnTo>
                <a:cubicBezTo>
                  <a:pt x="15634" y="9412"/>
                  <a:pt x="15877" y="8413"/>
                  <a:pt x="16052" y="7407"/>
                </a:cubicBezTo>
                <a:cubicBezTo>
                  <a:pt x="16226" y="6400"/>
                  <a:pt x="16332" y="5360"/>
                  <a:pt x="16116" y="4361"/>
                </a:cubicBezTo>
                <a:cubicBezTo>
                  <a:pt x="15901" y="3363"/>
                  <a:pt x="15320" y="2403"/>
                  <a:pt x="14418" y="1945"/>
                </a:cubicBezTo>
                <a:cubicBezTo>
                  <a:pt x="13647" y="1553"/>
                  <a:pt x="12744" y="1563"/>
                  <a:pt x="11908" y="1353"/>
                </a:cubicBezTo>
                <a:cubicBezTo>
                  <a:pt x="11103" y="1151"/>
                  <a:pt x="10363" y="745"/>
                  <a:pt x="9583" y="464"/>
                </a:cubicBezTo>
                <a:cubicBezTo>
                  <a:pt x="8727" y="155"/>
                  <a:pt x="7817" y="0"/>
                  <a:pt x="6908" y="0"/>
                </a:cubicBezTo>
                <a:close/>
              </a:path>
            </a:pathLst>
          </a:custGeom>
          <a:solidFill>
            <a:srgbClr val="FFFFFF">
              <a:alpha val="482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7" name="Google Shape;1257;p36"/>
          <p:cNvGrpSpPr/>
          <p:nvPr/>
        </p:nvGrpSpPr>
        <p:grpSpPr>
          <a:xfrm flipH="1">
            <a:off x="6004081" y="198074"/>
            <a:ext cx="3214398" cy="3673808"/>
            <a:chOff x="-37754" y="198074"/>
            <a:chExt cx="3214398" cy="3673808"/>
          </a:xfrm>
        </p:grpSpPr>
        <p:grpSp>
          <p:nvGrpSpPr>
            <p:cNvPr id="1258" name="Google Shape;1258;p36"/>
            <p:cNvGrpSpPr/>
            <p:nvPr/>
          </p:nvGrpSpPr>
          <p:grpSpPr>
            <a:xfrm rot="-827937">
              <a:off x="168141" y="1502034"/>
              <a:ext cx="2802606" cy="2065425"/>
              <a:chOff x="325375" y="3506952"/>
              <a:chExt cx="3087600" cy="1587749"/>
            </a:xfrm>
          </p:grpSpPr>
          <p:sp>
            <p:nvSpPr>
              <p:cNvPr id="1259" name="Google Shape;1259;p36"/>
              <p:cNvSpPr/>
              <p:nvPr/>
            </p:nvSpPr>
            <p:spPr>
              <a:xfrm>
                <a:off x="949553" y="3506952"/>
                <a:ext cx="1838700" cy="147300"/>
              </a:xfrm>
              <a:prstGeom prst="ellipse">
                <a:avLst/>
              </a:pr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Google Shape;1260;p36"/>
              <p:cNvSpPr/>
              <p:nvPr/>
            </p:nvSpPr>
            <p:spPr>
              <a:xfrm>
                <a:off x="714703" y="3941446"/>
                <a:ext cx="2308800" cy="174900"/>
              </a:xfrm>
              <a:prstGeom prst="ellipse">
                <a:avLst/>
              </a:pr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6"/>
              <p:cNvSpPr/>
              <p:nvPr/>
            </p:nvSpPr>
            <p:spPr>
              <a:xfrm>
                <a:off x="497325" y="4403528"/>
                <a:ext cx="2743800" cy="174900"/>
              </a:xfrm>
              <a:prstGeom prst="ellipse">
                <a:avLst/>
              </a:pr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Google Shape;1262;p36"/>
              <p:cNvSpPr/>
              <p:nvPr/>
            </p:nvSpPr>
            <p:spPr>
              <a:xfrm>
                <a:off x="325375" y="4919802"/>
                <a:ext cx="3087600" cy="174900"/>
              </a:xfrm>
              <a:prstGeom prst="ellipse">
                <a:avLst/>
              </a:pr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3" name="Google Shape;1263;p36"/>
            <p:cNvGrpSpPr/>
            <p:nvPr/>
          </p:nvGrpSpPr>
          <p:grpSpPr>
            <a:xfrm rot="-826804">
              <a:off x="192190" y="387642"/>
              <a:ext cx="1704039" cy="929658"/>
              <a:chOff x="3710932" y="3098628"/>
              <a:chExt cx="1303451" cy="711113"/>
            </a:xfrm>
          </p:grpSpPr>
          <p:sp>
            <p:nvSpPr>
              <p:cNvPr id="1264" name="Google Shape;1264;p36"/>
              <p:cNvSpPr/>
              <p:nvPr/>
            </p:nvSpPr>
            <p:spPr>
              <a:xfrm>
                <a:off x="3992216" y="3219595"/>
                <a:ext cx="740905" cy="214596"/>
              </a:xfrm>
              <a:custGeom>
                <a:avLst/>
                <a:gdLst/>
                <a:ahLst/>
                <a:cxnLst/>
                <a:rect l="l" t="t" r="r" b="b"/>
                <a:pathLst>
                  <a:path w="31666" h="9161" extrusionOk="0">
                    <a:moveTo>
                      <a:pt x="1122" y="0"/>
                    </a:moveTo>
                    <a:cubicBezTo>
                      <a:pt x="666" y="0"/>
                      <a:pt x="267" y="412"/>
                      <a:pt x="93" y="1008"/>
                    </a:cubicBezTo>
                    <a:cubicBezTo>
                      <a:pt x="64" y="1109"/>
                      <a:pt x="41" y="1216"/>
                      <a:pt x="25" y="1325"/>
                    </a:cubicBezTo>
                    <a:cubicBezTo>
                      <a:pt x="10" y="1437"/>
                      <a:pt x="1" y="1554"/>
                      <a:pt x="1" y="1672"/>
                    </a:cubicBezTo>
                    <a:cubicBezTo>
                      <a:pt x="1" y="2478"/>
                      <a:pt x="211" y="3073"/>
                      <a:pt x="559" y="3533"/>
                    </a:cubicBezTo>
                    <a:cubicBezTo>
                      <a:pt x="906" y="3994"/>
                      <a:pt x="1391" y="4317"/>
                      <a:pt x="1940" y="4581"/>
                    </a:cubicBezTo>
                    <a:lnTo>
                      <a:pt x="10073" y="8210"/>
                    </a:lnTo>
                    <a:lnTo>
                      <a:pt x="11710" y="8940"/>
                    </a:lnTo>
                    <a:cubicBezTo>
                      <a:pt x="12403" y="9088"/>
                      <a:pt x="13101" y="9161"/>
                      <a:pt x="13803" y="9161"/>
                    </a:cubicBezTo>
                    <a:lnTo>
                      <a:pt x="17864" y="9161"/>
                    </a:lnTo>
                    <a:cubicBezTo>
                      <a:pt x="18563" y="9161"/>
                      <a:pt x="19264" y="9087"/>
                      <a:pt x="19957" y="8940"/>
                    </a:cubicBezTo>
                    <a:lnTo>
                      <a:pt x="21595" y="8210"/>
                    </a:lnTo>
                    <a:lnTo>
                      <a:pt x="29727" y="4581"/>
                    </a:lnTo>
                    <a:cubicBezTo>
                      <a:pt x="30276" y="4318"/>
                      <a:pt x="30760" y="3994"/>
                      <a:pt x="31108" y="3533"/>
                    </a:cubicBezTo>
                    <a:cubicBezTo>
                      <a:pt x="31456" y="3073"/>
                      <a:pt x="31666" y="2478"/>
                      <a:pt x="31666" y="1672"/>
                    </a:cubicBezTo>
                    <a:cubicBezTo>
                      <a:pt x="31666" y="1554"/>
                      <a:pt x="31658" y="1438"/>
                      <a:pt x="31643" y="1325"/>
                    </a:cubicBezTo>
                    <a:cubicBezTo>
                      <a:pt x="31628" y="1216"/>
                      <a:pt x="31605" y="1109"/>
                      <a:pt x="31576" y="1008"/>
                    </a:cubicBezTo>
                    <a:cubicBezTo>
                      <a:pt x="31403" y="412"/>
                      <a:pt x="31003" y="0"/>
                      <a:pt x="30547" y="0"/>
                    </a:cubicBezTo>
                    <a:cubicBezTo>
                      <a:pt x="30513" y="0"/>
                      <a:pt x="30478" y="3"/>
                      <a:pt x="30442" y="8"/>
                    </a:cubicBezTo>
                    <a:lnTo>
                      <a:pt x="19940" y="2180"/>
                    </a:lnTo>
                    <a:cubicBezTo>
                      <a:pt x="19259" y="2320"/>
                      <a:pt x="18573" y="2391"/>
                      <a:pt x="17885" y="2391"/>
                    </a:cubicBezTo>
                    <a:lnTo>
                      <a:pt x="13783" y="2391"/>
                    </a:lnTo>
                    <a:cubicBezTo>
                      <a:pt x="13096" y="2391"/>
                      <a:pt x="12410" y="2320"/>
                      <a:pt x="11730" y="2180"/>
                    </a:cubicBezTo>
                    <a:lnTo>
                      <a:pt x="1226" y="8"/>
                    </a:lnTo>
                    <a:cubicBezTo>
                      <a:pt x="1191" y="3"/>
                      <a:pt x="1156" y="0"/>
                      <a:pt x="112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Google Shape;1265;p36"/>
              <p:cNvSpPr/>
              <p:nvPr/>
            </p:nvSpPr>
            <p:spPr>
              <a:xfrm>
                <a:off x="4656705" y="3171433"/>
                <a:ext cx="78733" cy="7426"/>
              </a:xfrm>
              <a:custGeom>
                <a:avLst/>
                <a:gdLst/>
                <a:ahLst/>
                <a:cxnLst/>
                <a:rect l="l" t="t" r="r" b="b"/>
                <a:pathLst>
                  <a:path w="3365" h="317" extrusionOk="0">
                    <a:moveTo>
                      <a:pt x="62" y="0"/>
                    </a:moveTo>
                    <a:cubicBezTo>
                      <a:pt x="27" y="0"/>
                      <a:pt x="0" y="31"/>
                      <a:pt x="0" y="72"/>
                    </a:cubicBezTo>
                    <a:lnTo>
                      <a:pt x="0" y="83"/>
                    </a:lnTo>
                    <a:cubicBezTo>
                      <a:pt x="0" y="199"/>
                      <a:pt x="79" y="294"/>
                      <a:pt x="180" y="295"/>
                    </a:cubicBezTo>
                    <a:cubicBezTo>
                      <a:pt x="541" y="302"/>
                      <a:pt x="1195" y="316"/>
                      <a:pt x="1763" y="316"/>
                    </a:cubicBezTo>
                    <a:cubicBezTo>
                      <a:pt x="2140" y="316"/>
                      <a:pt x="2478" y="310"/>
                      <a:pt x="2669" y="291"/>
                    </a:cubicBezTo>
                    <a:cubicBezTo>
                      <a:pt x="3238" y="235"/>
                      <a:pt x="3364" y="0"/>
                      <a:pt x="336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Google Shape;1266;p36"/>
              <p:cNvSpPr/>
              <p:nvPr/>
            </p:nvSpPr>
            <p:spPr>
              <a:xfrm>
                <a:off x="4644843" y="3186683"/>
                <a:ext cx="28194" cy="19794"/>
              </a:xfrm>
              <a:custGeom>
                <a:avLst/>
                <a:gdLst/>
                <a:ahLst/>
                <a:cxnLst/>
                <a:rect l="l" t="t" r="r" b="b"/>
                <a:pathLst>
                  <a:path w="1205" h="845" extrusionOk="0">
                    <a:moveTo>
                      <a:pt x="114" y="0"/>
                    </a:moveTo>
                    <a:cubicBezTo>
                      <a:pt x="51" y="0"/>
                      <a:pt x="1" y="58"/>
                      <a:pt x="1" y="130"/>
                    </a:cubicBezTo>
                    <a:lnTo>
                      <a:pt x="1" y="844"/>
                    </a:lnTo>
                    <a:lnTo>
                      <a:pt x="1205" y="844"/>
                    </a:lnTo>
                    <a:lnTo>
                      <a:pt x="1205" y="130"/>
                    </a:lnTo>
                    <a:cubicBezTo>
                      <a:pt x="1205" y="58"/>
                      <a:pt x="1155" y="0"/>
                      <a:pt x="109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Google Shape;1267;p36"/>
              <p:cNvSpPr/>
              <p:nvPr/>
            </p:nvSpPr>
            <p:spPr>
              <a:xfrm>
                <a:off x="4650856" y="3186683"/>
                <a:ext cx="16191" cy="19794"/>
              </a:xfrm>
              <a:custGeom>
                <a:avLst/>
                <a:gdLst/>
                <a:ahLst/>
                <a:cxnLst/>
                <a:rect l="l" t="t" r="r" b="b"/>
                <a:pathLst>
                  <a:path w="692" h="845" extrusionOk="0">
                    <a:moveTo>
                      <a:pt x="65" y="0"/>
                    </a:moveTo>
                    <a:cubicBezTo>
                      <a:pt x="29" y="0"/>
                      <a:pt x="0" y="58"/>
                      <a:pt x="0" y="130"/>
                    </a:cubicBezTo>
                    <a:lnTo>
                      <a:pt x="0" y="844"/>
                    </a:lnTo>
                    <a:lnTo>
                      <a:pt x="691" y="844"/>
                    </a:lnTo>
                    <a:lnTo>
                      <a:pt x="691" y="130"/>
                    </a:lnTo>
                    <a:cubicBezTo>
                      <a:pt x="691" y="58"/>
                      <a:pt x="662" y="0"/>
                      <a:pt x="627" y="0"/>
                    </a:cubicBezTo>
                    <a:close/>
                  </a:path>
                </a:pathLst>
              </a:custGeom>
              <a:solidFill>
                <a:srgbClr val="FFFFFF">
                  <a:alpha val="142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6"/>
              <p:cNvSpPr/>
              <p:nvPr/>
            </p:nvSpPr>
            <p:spPr>
              <a:xfrm>
                <a:off x="4640912" y="3203877"/>
                <a:ext cx="36079" cy="30874"/>
              </a:xfrm>
              <a:custGeom>
                <a:avLst/>
                <a:gdLst/>
                <a:ahLst/>
                <a:cxnLst/>
                <a:rect l="l" t="t" r="r" b="b"/>
                <a:pathLst>
                  <a:path w="1542" h="1318" extrusionOk="0">
                    <a:moveTo>
                      <a:pt x="144" y="1"/>
                    </a:moveTo>
                    <a:cubicBezTo>
                      <a:pt x="65" y="1"/>
                      <a:pt x="1" y="76"/>
                      <a:pt x="3" y="166"/>
                    </a:cubicBezTo>
                    <a:lnTo>
                      <a:pt x="3" y="1318"/>
                    </a:lnTo>
                    <a:lnTo>
                      <a:pt x="1541" y="971"/>
                    </a:lnTo>
                    <a:lnTo>
                      <a:pt x="1541" y="166"/>
                    </a:lnTo>
                    <a:cubicBezTo>
                      <a:pt x="1541" y="76"/>
                      <a:pt x="1476" y="1"/>
                      <a:pt x="1397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Google Shape;1269;p36"/>
              <p:cNvSpPr/>
              <p:nvPr/>
            </p:nvSpPr>
            <p:spPr>
              <a:xfrm>
                <a:off x="4649054" y="3203877"/>
                <a:ext cx="19794" cy="30874"/>
              </a:xfrm>
              <a:custGeom>
                <a:avLst/>
                <a:gdLst/>
                <a:ahLst/>
                <a:cxnLst/>
                <a:rect l="l" t="t" r="r" b="b"/>
                <a:pathLst>
                  <a:path w="846" h="1318" extrusionOk="0">
                    <a:moveTo>
                      <a:pt x="80" y="1"/>
                    </a:moveTo>
                    <a:cubicBezTo>
                      <a:pt x="36" y="1"/>
                      <a:pt x="0" y="76"/>
                      <a:pt x="0" y="166"/>
                    </a:cubicBezTo>
                    <a:lnTo>
                      <a:pt x="0" y="1318"/>
                    </a:lnTo>
                    <a:lnTo>
                      <a:pt x="845" y="971"/>
                    </a:lnTo>
                    <a:lnTo>
                      <a:pt x="845" y="166"/>
                    </a:lnTo>
                    <a:cubicBezTo>
                      <a:pt x="845" y="76"/>
                      <a:pt x="811" y="1"/>
                      <a:pt x="767" y="1"/>
                    </a:cubicBezTo>
                    <a:close/>
                  </a:path>
                </a:pathLst>
              </a:custGeom>
              <a:solidFill>
                <a:srgbClr val="FFFFFF">
                  <a:alpha val="142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Google Shape;1270;p36"/>
              <p:cNvSpPr/>
              <p:nvPr/>
            </p:nvSpPr>
            <p:spPr>
              <a:xfrm>
                <a:off x="4633519" y="3214793"/>
                <a:ext cx="52106" cy="19958"/>
              </a:xfrm>
              <a:custGeom>
                <a:avLst/>
                <a:gdLst/>
                <a:ahLst/>
                <a:cxnLst/>
                <a:rect l="l" t="t" r="r" b="b"/>
                <a:pathLst>
                  <a:path w="2227" h="852" extrusionOk="0">
                    <a:moveTo>
                      <a:pt x="2121" y="0"/>
                    </a:moveTo>
                    <a:cubicBezTo>
                      <a:pt x="2116" y="0"/>
                      <a:pt x="2111" y="1"/>
                      <a:pt x="2106" y="1"/>
                    </a:cubicBezTo>
                    <a:lnTo>
                      <a:pt x="1828" y="46"/>
                    </a:lnTo>
                    <a:lnTo>
                      <a:pt x="375" y="279"/>
                    </a:lnTo>
                    <a:lnTo>
                      <a:pt x="91" y="324"/>
                    </a:lnTo>
                    <a:cubicBezTo>
                      <a:pt x="39" y="333"/>
                      <a:pt x="1" y="385"/>
                      <a:pt x="1" y="444"/>
                    </a:cubicBezTo>
                    <a:lnTo>
                      <a:pt x="1" y="852"/>
                    </a:lnTo>
                    <a:lnTo>
                      <a:pt x="335" y="787"/>
                    </a:lnTo>
                    <a:lnTo>
                      <a:pt x="734" y="710"/>
                    </a:lnTo>
                    <a:lnTo>
                      <a:pt x="2226" y="422"/>
                    </a:lnTo>
                    <a:lnTo>
                      <a:pt x="2226" y="122"/>
                    </a:lnTo>
                    <a:cubicBezTo>
                      <a:pt x="2226" y="53"/>
                      <a:pt x="2178" y="0"/>
                      <a:pt x="21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6"/>
              <p:cNvSpPr/>
              <p:nvPr/>
            </p:nvSpPr>
            <p:spPr>
              <a:xfrm>
                <a:off x="4641357" y="3216058"/>
                <a:ext cx="36407" cy="17311"/>
              </a:xfrm>
              <a:custGeom>
                <a:avLst/>
                <a:gdLst/>
                <a:ahLst/>
                <a:cxnLst/>
                <a:rect l="l" t="t" r="r" b="b"/>
                <a:pathLst>
                  <a:path w="1556" h="739" extrusionOk="0">
                    <a:moveTo>
                      <a:pt x="1452" y="0"/>
                    </a:moveTo>
                    <a:cubicBezTo>
                      <a:pt x="1447" y="0"/>
                      <a:pt x="1442" y="1"/>
                      <a:pt x="1437" y="2"/>
                    </a:cubicBezTo>
                    <a:lnTo>
                      <a:pt x="87" y="218"/>
                    </a:lnTo>
                    <a:cubicBezTo>
                      <a:pt x="38" y="225"/>
                      <a:pt x="0" y="271"/>
                      <a:pt x="0" y="331"/>
                    </a:cubicBezTo>
                    <a:lnTo>
                      <a:pt x="0" y="738"/>
                    </a:lnTo>
                    <a:lnTo>
                      <a:pt x="399" y="656"/>
                    </a:lnTo>
                    <a:lnTo>
                      <a:pt x="1556" y="419"/>
                    </a:lnTo>
                    <a:lnTo>
                      <a:pt x="1556" y="118"/>
                    </a:lnTo>
                    <a:lnTo>
                      <a:pt x="1556" y="117"/>
                    </a:lnTo>
                    <a:cubicBezTo>
                      <a:pt x="1556" y="51"/>
                      <a:pt x="1508" y="0"/>
                      <a:pt x="1452" y="0"/>
                    </a:cubicBezTo>
                    <a:close/>
                  </a:path>
                </a:pathLst>
              </a:custGeom>
              <a:solidFill>
                <a:srgbClr val="FFFFFF">
                  <a:alpha val="142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Google Shape;1272;p36"/>
              <p:cNvSpPr/>
              <p:nvPr/>
            </p:nvSpPr>
            <p:spPr>
              <a:xfrm>
                <a:off x="4649827" y="3183240"/>
                <a:ext cx="18273" cy="3467"/>
              </a:xfrm>
              <a:custGeom>
                <a:avLst/>
                <a:gdLst/>
                <a:ahLst/>
                <a:cxnLst/>
                <a:rect l="l" t="t" r="r" b="b"/>
                <a:pathLst>
                  <a:path w="781" h="148" extrusionOk="0">
                    <a:moveTo>
                      <a:pt x="0" y="1"/>
                    </a:moveTo>
                    <a:lnTo>
                      <a:pt x="0" y="147"/>
                    </a:lnTo>
                    <a:lnTo>
                      <a:pt x="781" y="147"/>
                    </a:lnTo>
                    <a:lnTo>
                      <a:pt x="78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Google Shape;1273;p36"/>
              <p:cNvSpPr/>
              <p:nvPr/>
            </p:nvSpPr>
            <p:spPr>
              <a:xfrm>
                <a:off x="4646621" y="3167802"/>
                <a:ext cx="24661" cy="15437"/>
              </a:xfrm>
              <a:custGeom>
                <a:avLst/>
                <a:gdLst/>
                <a:ahLst/>
                <a:cxnLst/>
                <a:rect l="l" t="t" r="r" b="b"/>
                <a:pathLst>
                  <a:path w="1054" h="659" extrusionOk="0">
                    <a:moveTo>
                      <a:pt x="528" y="0"/>
                    </a:moveTo>
                    <a:cubicBezTo>
                      <a:pt x="237" y="0"/>
                      <a:pt x="1" y="273"/>
                      <a:pt x="1" y="611"/>
                    </a:cubicBezTo>
                    <a:cubicBezTo>
                      <a:pt x="1" y="637"/>
                      <a:pt x="20" y="659"/>
                      <a:pt x="43" y="659"/>
                    </a:cubicBezTo>
                    <a:lnTo>
                      <a:pt x="1012" y="659"/>
                    </a:lnTo>
                    <a:cubicBezTo>
                      <a:pt x="1036" y="659"/>
                      <a:pt x="1054" y="637"/>
                      <a:pt x="1054" y="611"/>
                    </a:cubicBezTo>
                    <a:cubicBezTo>
                      <a:pt x="1054" y="273"/>
                      <a:pt x="818" y="0"/>
                      <a:pt x="52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Google Shape;1274;p36"/>
              <p:cNvSpPr/>
              <p:nvPr/>
            </p:nvSpPr>
            <p:spPr>
              <a:xfrm>
                <a:off x="4648306" y="3170403"/>
                <a:ext cx="21292" cy="12837"/>
              </a:xfrm>
              <a:custGeom>
                <a:avLst/>
                <a:gdLst/>
                <a:ahLst/>
                <a:cxnLst/>
                <a:rect l="l" t="t" r="r" b="b"/>
                <a:pathLst>
                  <a:path w="910" h="548" extrusionOk="0">
                    <a:moveTo>
                      <a:pt x="453" y="0"/>
                    </a:moveTo>
                    <a:cubicBezTo>
                      <a:pt x="203" y="0"/>
                      <a:pt x="1" y="203"/>
                      <a:pt x="1" y="453"/>
                    </a:cubicBezTo>
                    <a:lnTo>
                      <a:pt x="1" y="512"/>
                    </a:lnTo>
                    <a:cubicBezTo>
                      <a:pt x="1" y="531"/>
                      <a:pt x="16" y="548"/>
                      <a:pt x="36" y="548"/>
                    </a:cubicBezTo>
                    <a:lnTo>
                      <a:pt x="873" y="548"/>
                    </a:lnTo>
                    <a:cubicBezTo>
                      <a:pt x="893" y="548"/>
                      <a:pt x="909" y="532"/>
                      <a:pt x="909" y="512"/>
                    </a:cubicBezTo>
                    <a:lnTo>
                      <a:pt x="909" y="453"/>
                    </a:lnTo>
                    <a:cubicBezTo>
                      <a:pt x="909" y="203"/>
                      <a:pt x="707" y="0"/>
                      <a:pt x="45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Google Shape;1275;p36"/>
              <p:cNvSpPr/>
              <p:nvPr/>
            </p:nvSpPr>
            <p:spPr>
              <a:xfrm>
                <a:off x="4649803" y="3183216"/>
                <a:ext cx="18273" cy="3443"/>
              </a:xfrm>
              <a:custGeom>
                <a:avLst/>
                <a:gdLst/>
                <a:ahLst/>
                <a:cxnLst/>
                <a:rect l="l" t="t" r="r" b="b"/>
                <a:pathLst>
                  <a:path w="781" h="147" extrusionOk="0">
                    <a:moveTo>
                      <a:pt x="0" y="1"/>
                    </a:moveTo>
                    <a:lnTo>
                      <a:pt x="0" y="146"/>
                    </a:lnTo>
                    <a:lnTo>
                      <a:pt x="105" y="146"/>
                    </a:lnTo>
                    <a:lnTo>
                      <a:pt x="105" y="126"/>
                    </a:lnTo>
                    <a:cubicBezTo>
                      <a:pt x="105" y="88"/>
                      <a:pt x="131" y="57"/>
                      <a:pt x="164" y="57"/>
                    </a:cubicBezTo>
                    <a:lnTo>
                      <a:pt x="781" y="57"/>
                    </a:lnTo>
                    <a:lnTo>
                      <a:pt x="781" y="1"/>
                    </a:ln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Google Shape;1276;p36"/>
              <p:cNvSpPr/>
              <p:nvPr/>
            </p:nvSpPr>
            <p:spPr>
              <a:xfrm>
                <a:off x="4564847" y="3171433"/>
                <a:ext cx="90923" cy="7426"/>
              </a:xfrm>
              <a:custGeom>
                <a:avLst/>
                <a:gdLst/>
                <a:ahLst/>
                <a:cxnLst/>
                <a:rect l="l" t="t" r="r" b="b"/>
                <a:pathLst>
                  <a:path w="3886" h="317" extrusionOk="0">
                    <a:moveTo>
                      <a:pt x="1" y="0"/>
                    </a:moveTo>
                    <a:cubicBezTo>
                      <a:pt x="1" y="0"/>
                      <a:pt x="127" y="235"/>
                      <a:pt x="696" y="291"/>
                    </a:cubicBezTo>
                    <a:cubicBezTo>
                      <a:pt x="887" y="310"/>
                      <a:pt x="1308" y="316"/>
                      <a:pt x="1784" y="316"/>
                    </a:cubicBezTo>
                    <a:cubicBezTo>
                      <a:pt x="2502" y="316"/>
                      <a:pt x="3344" y="302"/>
                      <a:pt x="3706" y="295"/>
                    </a:cubicBezTo>
                    <a:cubicBezTo>
                      <a:pt x="3805" y="294"/>
                      <a:pt x="3885" y="199"/>
                      <a:pt x="3885" y="83"/>
                    </a:cubicBezTo>
                    <a:lnTo>
                      <a:pt x="3885" y="72"/>
                    </a:lnTo>
                    <a:cubicBezTo>
                      <a:pt x="3884" y="31"/>
                      <a:pt x="3857" y="0"/>
                      <a:pt x="382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Google Shape;1277;p36"/>
              <p:cNvSpPr/>
              <p:nvPr/>
            </p:nvSpPr>
            <p:spPr>
              <a:xfrm>
                <a:off x="3989900" y="3171433"/>
                <a:ext cx="78733" cy="7426"/>
              </a:xfrm>
              <a:custGeom>
                <a:avLst/>
                <a:gdLst/>
                <a:ahLst/>
                <a:cxnLst/>
                <a:rect l="l" t="t" r="r" b="b"/>
                <a:pathLst>
                  <a:path w="3365" h="317" extrusionOk="0">
                    <a:moveTo>
                      <a:pt x="0" y="0"/>
                    </a:moveTo>
                    <a:cubicBezTo>
                      <a:pt x="0" y="0"/>
                      <a:pt x="125" y="235"/>
                      <a:pt x="696" y="291"/>
                    </a:cubicBezTo>
                    <a:cubicBezTo>
                      <a:pt x="886" y="310"/>
                      <a:pt x="1224" y="316"/>
                      <a:pt x="1601" y="316"/>
                    </a:cubicBezTo>
                    <a:cubicBezTo>
                      <a:pt x="2169" y="316"/>
                      <a:pt x="2823" y="302"/>
                      <a:pt x="3185" y="295"/>
                    </a:cubicBezTo>
                    <a:cubicBezTo>
                      <a:pt x="3285" y="294"/>
                      <a:pt x="3364" y="199"/>
                      <a:pt x="3364" y="83"/>
                    </a:cubicBezTo>
                    <a:lnTo>
                      <a:pt x="3364" y="72"/>
                    </a:lnTo>
                    <a:cubicBezTo>
                      <a:pt x="3364" y="31"/>
                      <a:pt x="3336" y="0"/>
                      <a:pt x="330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Google Shape;1278;p36"/>
              <p:cNvSpPr/>
              <p:nvPr/>
            </p:nvSpPr>
            <p:spPr>
              <a:xfrm>
                <a:off x="4052278" y="3186683"/>
                <a:ext cx="28147" cy="19794"/>
              </a:xfrm>
              <a:custGeom>
                <a:avLst/>
                <a:gdLst/>
                <a:ahLst/>
                <a:cxnLst/>
                <a:rect l="l" t="t" r="r" b="b"/>
                <a:pathLst>
                  <a:path w="1203" h="845" extrusionOk="0">
                    <a:moveTo>
                      <a:pt x="113" y="0"/>
                    </a:moveTo>
                    <a:cubicBezTo>
                      <a:pt x="51" y="0"/>
                      <a:pt x="1" y="58"/>
                      <a:pt x="1" y="130"/>
                    </a:cubicBezTo>
                    <a:lnTo>
                      <a:pt x="1" y="844"/>
                    </a:lnTo>
                    <a:lnTo>
                      <a:pt x="1203" y="844"/>
                    </a:lnTo>
                    <a:lnTo>
                      <a:pt x="1203" y="130"/>
                    </a:lnTo>
                    <a:cubicBezTo>
                      <a:pt x="1203" y="58"/>
                      <a:pt x="1153" y="0"/>
                      <a:pt x="109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Google Shape;1279;p36"/>
              <p:cNvSpPr/>
              <p:nvPr/>
            </p:nvSpPr>
            <p:spPr>
              <a:xfrm>
                <a:off x="4058291" y="3186683"/>
                <a:ext cx="16191" cy="19794"/>
              </a:xfrm>
              <a:custGeom>
                <a:avLst/>
                <a:gdLst/>
                <a:ahLst/>
                <a:cxnLst/>
                <a:rect l="l" t="t" r="r" b="b"/>
                <a:pathLst>
                  <a:path w="692" h="845" extrusionOk="0">
                    <a:moveTo>
                      <a:pt x="65" y="0"/>
                    </a:moveTo>
                    <a:cubicBezTo>
                      <a:pt x="30" y="0"/>
                      <a:pt x="0" y="58"/>
                      <a:pt x="0" y="130"/>
                    </a:cubicBezTo>
                    <a:lnTo>
                      <a:pt x="0" y="844"/>
                    </a:lnTo>
                    <a:lnTo>
                      <a:pt x="691" y="844"/>
                    </a:lnTo>
                    <a:lnTo>
                      <a:pt x="691" y="130"/>
                    </a:lnTo>
                    <a:cubicBezTo>
                      <a:pt x="691" y="58"/>
                      <a:pt x="662" y="0"/>
                      <a:pt x="627" y="0"/>
                    </a:cubicBezTo>
                    <a:close/>
                  </a:path>
                </a:pathLst>
              </a:custGeom>
              <a:solidFill>
                <a:srgbClr val="FFFFFF">
                  <a:alpha val="142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Google Shape;1280;p36"/>
              <p:cNvSpPr/>
              <p:nvPr/>
            </p:nvSpPr>
            <p:spPr>
              <a:xfrm>
                <a:off x="4048324" y="3203877"/>
                <a:ext cx="36032" cy="30874"/>
              </a:xfrm>
              <a:custGeom>
                <a:avLst/>
                <a:gdLst/>
                <a:ahLst/>
                <a:cxnLst/>
                <a:rect l="l" t="t" r="r" b="b"/>
                <a:pathLst>
                  <a:path w="1540" h="1318" extrusionOk="0">
                    <a:moveTo>
                      <a:pt x="144" y="1"/>
                    </a:moveTo>
                    <a:cubicBezTo>
                      <a:pt x="64" y="1"/>
                      <a:pt x="1" y="76"/>
                      <a:pt x="1" y="166"/>
                    </a:cubicBezTo>
                    <a:lnTo>
                      <a:pt x="1" y="971"/>
                    </a:lnTo>
                    <a:lnTo>
                      <a:pt x="1539" y="1318"/>
                    </a:lnTo>
                    <a:lnTo>
                      <a:pt x="1539" y="166"/>
                    </a:lnTo>
                    <a:cubicBezTo>
                      <a:pt x="1540" y="76"/>
                      <a:pt x="1476" y="1"/>
                      <a:pt x="1397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Google Shape;1281;p36"/>
              <p:cNvSpPr/>
              <p:nvPr/>
            </p:nvSpPr>
            <p:spPr>
              <a:xfrm>
                <a:off x="4056489" y="3203877"/>
                <a:ext cx="19794" cy="30874"/>
              </a:xfrm>
              <a:custGeom>
                <a:avLst/>
                <a:gdLst/>
                <a:ahLst/>
                <a:cxnLst/>
                <a:rect l="l" t="t" r="r" b="b"/>
                <a:pathLst>
                  <a:path w="846" h="1318" extrusionOk="0">
                    <a:moveTo>
                      <a:pt x="78" y="1"/>
                    </a:moveTo>
                    <a:cubicBezTo>
                      <a:pt x="35" y="1"/>
                      <a:pt x="0" y="76"/>
                      <a:pt x="0" y="166"/>
                    </a:cubicBezTo>
                    <a:lnTo>
                      <a:pt x="0" y="971"/>
                    </a:lnTo>
                    <a:lnTo>
                      <a:pt x="845" y="1318"/>
                    </a:lnTo>
                    <a:lnTo>
                      <a:pt x="845" y="166"/>
                    </a:lnTo>
                    <a:cubicBezTo>
                      <a:pt x="843" y="76"/>
                      <a:pt x="809" y="1"/>
                      <a:pt x="765" y="1"/>
                    </a:cubicBezTo>
                    <a:close/>
                  </a:path>
                </a:pathLst>
              </a:custGeom>
              <a:solidFill>
                <a:srgbClr val="FFFFFF">
                  <a:alpha val="142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Google Shape;1282;p36"/>
              <p:cNvSpPr/>
              <p:nvPr/>
            </p:nvSpPr>
            <p:spPr>
              <a:xfrm>
                <a:off x="4039713" y="3214793"/>
                <a:ext cx="52083" cy="19958"/>
              </a:xfrm>
              <a:custGeom>
                <a:avLst/>
                <a:gdLst/>
                <a:ahLst/>
                <a:cxnLst/>
                <a:rect l="l" t="t" r="r" b="b"/>
                <a:pathLst>
                  <a:path w="2226" h="852" extrusionOk="0">
                    <a:moveTo>
                      <a:pt x="105" y="0"/>
                    </a:moveTo>
                    <a:cubicBezTo>
                      <a:pt x="48" y="0"/>
                      <a:pt x="0" y="53"/>
                      <a:pt x="0" y="122"/>
                    </a:cubicBezTo>
                    <a:lnTo>
                      <a:pt x="0" y="422"/>
                    </a:lnTo>
                    <a:lnTo>
                      <a:pt x="1493" y="710"/>
                    </a:lnTo>
                    <a:lnTo>
                      <a:pt x="1891" y="787"/>
                    </a:lnTo>
                    <a:lnTo>
                      <a:pt x="2226" y="852"/>
                    </a:lnTo>
                    <a:lnTo>
                      <a:pt x="2226" y="444"/>
                    </a:lnTo>
                    <a:cubicBezTo>
                      <a:pt x="2226" y="385"/>
                      <a:pt x="2188" y="333"/>
                      <a:pt x="2136" y="324"/>
                    </a:cubicBezTo>
                    <a:lnTo>
                      <a:pt x="1851" y="279"/>
                    </a:lnTo>
                    <a:lnTo>
                      <a:pt x="398" y="46"/>
                    </a:lnTo>
                    <a:lnTo>
                      <a:pt x="120" y="1"/>
                    </a:lnTo>
                    <a:cubicBezTo>
                      <a:pt x="115" y="1"/>
                      <a:pt x="110" y="0"/>
                      <a:pt x="10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Google Shape;1283;p36"/>
              <p:cNvSpPr/>
              <p:nvPr/>
            </p:nvSpPr>
            <p:spPr>
              <a:xfrm>
                <a:off x="4047481" y="3216058"/>
                <a:ext cx="36477" cy="17311"/>
              </a:xfrm>
              <a:custGeom>
                <a:avLst/>
                <a:gdLst/>
                <a:ahLst/>
                <a:cxnLst/>
                <a:rect l="l" t="t" r="r" b="b"/>
                <a:pathLst>
                  <a:path w="1559" h="739" extrusionOk="0">
                    <a:moveTo>
                      <a:pt x="104" y="0"/>
                    </a:moveTo>
                    <a:cubicBezTo>
                      <a:pt x="49" y="0"/>
                      <a:pt x="1" y="51"/>
                      <a:pt x="1" y="117"/>
                    </a:cubicBezTo>
                    <a:cubicBezTo>
                      <a:pt x="2" y="117"/>
                      <a:pt x="2" y="117"/>
                      <a:pt x="2" y="118"/>
                    </a:cubicBezTo>
                    <a:lnTo>
                      <a:pt x="2" y="419"/>
                    </a:lnTo>
                    <a:lnTo>
                      <a:pt x="1160" y="656"/>
                    </a:lnTo>
                    <a:lnTo>
                      <a:pt x="1558" y="738"/>
                    </a:lnTo>
                    <a:cubicBezTo>
                      <a:pt x="1558" y="733"/>
                      <a:pt x="1557" y="331"/>
                      <a:pt x="1557" y="331"/>
                    </a:cubicBezTo>
                    <a:cubicBezTo>
                      <a:pt x="1557" y="271"/>
                      <a:pt x="1518" y="225"/>
                      <a:pt x="1470" y="218"/>
                    </a:cubicBezTo>
                    <a:lnTo>
                      <a:pt x="120" y="2"/>
                    </a:lnTo>
                    <a:cubicBezTo>
                      <a:pt x="114" y="1"/>
                      <a:pt x="109" y="0"/>
                      <a:pt x="104" y="0"/>
                    </a:cubicBezTo>
                    <a:close/>
                  </a:path>
                </a:pathLst>
              </a:custGeom>
              <a:solidFill>
                <a:srgbClr val="FFFFFF">
                  <a:alpha val="142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Google Shape;1284;p36"/>
              <p:cNvSpPr/>
              <p:nvPr/>
            </p:nvSpPr>
            <p:spPr>
              <a:xfrm>
                <a:off x="4057238" y="3183216"/>
                <a:ext cx="18297" cy="3467"/>
              </a:xfrm>
              <a:custGeom>
                <a:avLst/>
                <a:gdLst/>
                <a:ahLst/>
                <a:cxnLst/>
                <a:rect l="l" t="t" r="r" b="b"/>
                <a:pathLst>
                  <a:path w="782" h="148" extrusionOk="0">
                    <a:moveTo>
                      <a:pt x="0" y="1"/>
                    </a:moveTo>
                    <a:lnTo>
                      <a:pt x="0" y="147"/>
                    </a:lnTo>
                    <a:lnTo>
                      <a:pt x="781" y="147"/>
                    </a:lnTo>
                    <a:lnTo>
                      <a:pt x="78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Google Shape;1285;p36"/>
              <p:cNvSpPr/>
              <p:nvPr/>
            </p:nvSpPr>
            <p:spPr>
              <a:xfrm>
                <a:off x="4054009" y="3167802"/>
                <a:ext cx="24684" cy="15437"/>
              </a:xfrm>
              <a:custGeom>
                <a:avLst/>
                <a:gdLst/>
                <a:ahLst/>
                <a:cxnLst/>
                <a:rect l="l" t="t" r="r" b="b"/>
                <a:pathLst>
                  <a:path w="1055" h="659" extrusionOk="0">
                    <a:moveTo>
                      <a:pt x="528" y="0"/>
                    </a:moveTo>
                    <a:cubicBezTo>
                      <a:pt x="236" y="0"/>
                      <a:pt x="1" y="273"/>
                      <a:pt x="1" y="611"/>
                    </a:cubicBezTo>
                    <a:cubicBezTo>
                      <a:pt x="1" y="637"/>
                      <a:pt x="20" y="659"/>
                      <a:pt x="44" y="659"/>
                    </a:cubicBezTo>
                    <a:lnTo>
                      <a:pt x="1013" y="659"/>
                    </a:lnTo>
                    <a:cubicBezTo>
                      <a:pt x="1035" y="659"/>
                      <a:pt x="1055" y="637"/>
                      <a:pt x="1055" y="611"/>
                    </a:cubicBezTo>
                    <a:cubicBezTo>
                      <a:pt x="1055" y="273"/>
                      <a:pt x="819" y="0"/>
                      <a:pt x="52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Google Shape;1286;p36"/>
              <p:cNvSpPr/>
              <p:nvPr/>
            </p:nvSpPr>
            <p:spPr>
              <a:xfrm>
                <a:off x="4055717" y="3170403"/>
                <a:ext cx="21315" cy="12837"/>
              </a:xfrm>
              <a:custGeom>
                <a:avLst/>
                <a:gdLst/>
                <a:ahLst/>
                <a:cxnLst/>
                <a:rect l="l" t="t" r="r" b="b"/>
                <a:pathLst>
                  <a:path w="911" h="548" extrusionOk="0">
                    <a:moveTo>
                      <a:pt x="457" y="0"/>
                    </a:moveTo>
                    <a:cubicBezTo>
                      <a:pt x="202" y="0"/>
                      <a:pt x="0" y="203"/>
                      <a:pt x="0" y="453"/>
                    </a:cubicBezTo>
                    <a:lnTo>
                      <a:pt x="0" y="512"/>
                    </a:lnTo>
                    <a:cubicBezTo>
                      <a:pt x="0" y="532"/>
                      <a:pt x="17" y="548"/>
                      <a:pt x="35" y="548"/>
                    </a:cubicBezTo>
                    <a:lnTo>
                      <a:pt x="873" y="548"/>
                    </a:lnTo>
                    <a:cubicBezTo>
                      <a:pt x="894" y="548"/>
                      <a:pt x="909" y="531"/>
                      <a:pt x="909" y="512"/>
                    </a:cubicBezTo>
                    <a:lnTo>
                      <a:pt x="909" y="453"/>
                    </a:lnTo>
                    <a:cubicBezTo>
                      <a:pt x="910" y="203"/>
                      <a:pt x="706" y="0"/>
                      <a:pt x="45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Google Shape;1287;p36"/>
              <p:cNvSpPr/>
              <p:nvPr/>
            </p:nvSpPr>
            <p:spPr>
              <a:xfrm>
                <a:off x="4057238" y="3183216"/>
                <a:ext cx="18297" cy="3443"/>
              </a:xfrm>
              <a:custGeom>
                <a:avLst/>
                <a:gdLst/>
                <a:ahLst/>
                <a:cxnLst/>
                <a:rect l="l" t="t" r="r" b="b"/>
                <a:pathLst>
                  <a:path w="782" h="147" extrusionOk="0">
                    <a:moveTo>
                      <a:pt x="0" y="1"/>
                    </a:moveTo>
                    <a:lnTo>
                      <a:pt x="0" y="57"/>
                    </a:lnTo>
                    <a:lnTo>
                      <a:pt x="617" y="57"/>
                    </a:lnTo>
                    <a:cubicBezTo>
                      <a:pt x="650" y="57"/>
                      <a:pt x="677" y="88"/>
                      <a:pt x="677" y="126"/>
                    </a:cubicBezTo>
                    <a:lnTo>
                      <a:pt x="677" y="146"/>
                    </a:lnTo>
                    <a:lnTo>
                      <a:pt x="781" y="146"/>
                    </a:lnTo>
                    <a:lnTo>
                      <a:pt x="781" y="1"/>
                    </a:ln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Google Shape;1288;p36"/>
              <p:cNvSpPr/>
              <p:nvPr/>
            </p:nvSpPr>
            <p:spPr>
              <a:xfrm>
                <a:off x="4069569" y="3171433"/>
                <a:ext cx="90899" cy="7426"/>
              </a:xfrm>
              <a:custGeom>
                <a:avLst/>
                <a:gdLst/>
                <a:ahLst/>
                <a:cxnLst/>
                <a:rect l="l" t="t" r="r" b="b"/>
                <a:pathLst>
                  <a:path w="3885" h="317" extrusionOk="0">
                    <a:moveTo>
                      <a:pt x="62" y="0"/>
                    </a:moveTo>
                    <a:cubicBezTo>
                      <a:pt x="28" y="0"/>
                      <a:pt x="0" y="31"/>
                      <a:pt x="0" y="72"/>
                    </a:cubicBezTo>
                    <a:lnTo>
                      <a:pt x="0" y="83"/>
                    </a:lnTo>
                    <a:cubicBezTo>
                      <a:pt x="0" y="199"/>
                      <a:pt x="80" y="294"/>
                      <a:pt x="180" y="295"/>
                    </a:cubicBezTo>
                    <a:cubicBezTo>
                      <a:pt x="541" y="302"/>
                      <a:pt x="1384" y="316"/>
                      <a:pt x="2102" y="316"/>
                    </a:cubicBezTo>
                    <a:cubicBezTo>
                      <a:pt x="2578" y="316"/>
                      <a:pt x="2999" y="310"/>
                      <a:pt x="3190" y="291"/>
                    </a:cubicBezTo>
                    <a:cubicBezTo>
                      <a:pt x="3759" y="235"/>
                      <a:pt x="3885" y="0"/>
                      <a:pt x="388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Google Shape;1289;p36"/>
              <p:cNvSpPr/>
              <p:nvPr/>
            </p:nvSpPr>
            <p:spPr>
              <a:xfrm>
                <a:off x="4289271" y="3249649"/>
                <a:ext cx="146773" cy="30991"/>
              </a:xfrm>
              <a:custGeom>
                <a:avLst/>
                <a:gdLst/>
                <a:ahLst/>
                <a:cxnLst/>
                <a:rect l="l" t="t" r="r" b="b"/>
                <a:pathLst>
                  <a:path w="6273" h="1323" extrusionOk="0">
                    <a:moveTo>
                      <a:pt x="39" y="0"/>
                    </a:moveTo>
                    <a:cubicBezTo>
                      <a:pt x="17" y="0"/>
                      <a:pt x="0" y="19"/>
                      <a:pt x="0" y="39"/>
                    </a:cubicBezTo>
                    <a:lnTo>
                      <a:pt x="0" y="1322"/>
                    </a:lnTo>
                    <a:lnTo>
                      <a:pt x="6272" y="1322"/>
                    </a:lnTo>
                    <a:lnTo>
                      <a:pt x="6272" y="39"/>
                    </a:lnTo>
                    <a:cubicBezTo>
                      <a:pt x="6272" y="17"/>
                      <a:pt x="6255" y="0"/>
                      <a:pt x="623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Google Shape;1290;p36"/>
              <p:cNvSpPr/>
              <p:nvPr/>
            </p:nvSpPr>
            <p:spPr>
              <a:xfrm>
                <a:off x="4307147" y="3249649"/>
                <a:ext cx="111045" cy="30991"/>
              </a:xfrm>
              <a:custGeom>
                <a:avLst/>
                <a:gdLst/>
                <a:ahLst/>
                <a:cxnLst/>
                <a:rect l="l" t="t" r="r" b="b"/>
                <a:pathLst>
                  <a:path w="4746" h="1323" extrusionOk="0">
                    <a:moveTo>
                      <a:pt x="39" y="0"/>
                    </a:moveTo>
                    <a:cubicBezTo>
                      <a:pt x="17" y="0"/>
                      <a:pt x="0" y="19"/>
                      <a:pt x="0" y="39"/>
                    </a:cubicBezTo>
                    <a:lnTo>
                      <a:pt x="0" y="1322"/>
                    </a:lnTo>
                    <a:lnTo>
                      <a:pt x="4745" y="1322"/>
                    </a:lnTo>
                    <a:lnTo>
                      <a:pt x="4745" y="39"/>
                    </a:lnTo>
                    <a:cubicBezTo>
                      <a:pt x="4745" y="17"/>
                      <a:pt x="4727" y="0"/>
                      <a:pt x="4706" y="0"/>
                    </a:cubicBezTo>
                    <a:close/>
                  </a:path>
                </a:pathLst>
              </a:custGeom>
              <a:solidFill>
                <a:srgbClr val="FFFFFF">
                  <a:alpha val="142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Google Shape;1291;p36"/>
              <p:cNvSpPr/>
              <p:nvPr/>
            </p:nvSpPr>
            <p:spPr>
              <a:xfrm>
                <a:off x="3992216" y="3219595"/>
                <a:ext cx="740905" cy="214596"/>
              </a:xfrm>
              <a:custGeom>
                <a:avLst/>
                <a:gdLst/>
                <a:ahLst/>
                <a:cxnLst/>
                <a:rect l="l" t="t" r="r" b="b"/>
                <a:pathLst>
                  <a:path w="31666" h="9161" extrusionOk="0">
                    <a:moveTo>
                      <a:pt x="1122" y="0"/>
                    </a:moveTo>
                    <a:cubicBezTo>
                      <a:pt x="666" y="0"/>
                      <a:pt x="267" y="412"/>
                      <a:pt x="93" y="1008"/>
                    </a:cubicBezTo>
                    <a:cubicBezTo>
                      <a:pt x="64" y="1109"/>
                      <a:pt x="41" y="1216"/>
                      <a:pt x="25" y="1325"/>
                    </a:cubicBezTo>
                    <a:cubicBezTo>
                      <a:pt x="10" y="1437"/>
                      <a:pt x="1" y="1554"/>
                      <a:pt x="1" y="1672"/>
                    </a:cubicBezTo>
                    <a:cubicBezTo>
                      <a:pt x="1" y="2478"/>
                      <a:pt x="211" y="3073"/>
                      <a:pt x="559" y="3533"/>
                    </a:cubicBezTo>
                    <a:cubicBezTo>
                      <a:pt x="906" y="3994"/>
                      <a:pt x="1391" y="4317"/>
                      <a:pt x="1940" y="4581"/>
                    </a:cubicBezTo>
                    <a:lnTo>
                      <a:pt x="10073" y="8210"/>
                    </a:lnTo>
                    <a:lnTo>
                      <a:pt x="11710" y="8940"/>
                    </a:lnTo>
                    <a:cubicBezTo>
                      <a:pt x="12403" y="9088"/>
                      <a:pt x="13101" y="9161"/>
                      <a:pt x="13803" y="9161"/>
                    </a:cubicBezTo>
                    <a:lnTo>
                      <a:pt x="17864" y="9161"/>
                    </a:lnTo>
                    <a:cubicBezTo>
                      <a:pt x="18563" y="9161"/>
                      <a:pt x="19264" y="9087"/>
                      <a:pt x="19957" y="8940"/>
                    </a:cubicBezTo>
                    <a:lnTo>
                      <a:pt x="21595" y="8210"/>
                    </a:lnTo>
                    <a:lnTo>
                      <a:pt x="29727" y="4581"/>
                    </a:lnTo>
                    <a:cubicBezTo>
                      <a:pt x="30276" y="4318"/>
                      <a:pt x="30760" y="3994"/>
                      <a:pt x="31108" y="3533"/>
                    </a:cubicBezTo>
                    <a:cubicBezTo>
                      <a:pt x="31456" y="3073"/>
                      <a:pt x="31666" y="2478"/>
                      <a:pt x="31666" y="1672"/>
                    </a:cubicBezTo>
                    <a:cubicBezTo>
                      <a:pt x="31666" y="1554"/>
                      <a:pt x="31658" y="1438"/>
                      <a:pt x="31643" y="1325"/>
                    </a:cubicBezTo>
                    <a:cubicBezTo>
                      <a:pt x="31628" y="1216"/>
                      <a:pt x="31605" y="1109"/>
                      <a:pt x="31576" y="1008"/>
                    </a:cubicBezTo>
                    <a:cubicBezTo>
                      <a:pt x="31403" y="412"/>
                      <a:pt x="31003" y="0"/>
                      <a:pt x="30547" y="0"/>
                    </a:cubicBezTo>
                    <a:cubicBezTo>
                      <a:pt x="30513" y="0"/>
                      <a:pt x="30478" y="3"/>
                      <a:pt x="30442" y="8"/>
                    </a:cubicBezTo>
                    <a:lnTo>
                      <a:pt x="19940" y="2180"/>
                    </a:lnTo>
                    <a:cubicBezTo>
                      <a:pt x="19259" y="2320"/>
                      <a:pt x="18573" y="2391"/>
                      <a:pt x="17885" y="2391"/>
                    </a:cubicBezTo>
                    <a:lnTo>
                      <a:pt x="13783" y="2391"/>
                    </a:lnTo>
                    <a:cubicBezTo>
                      <a:pt x="13096" y="2391"/>
                      <a:pt x="12410" y="2320"/>
                      <a:pt x="11730" y="2180"/>
                    </a:cubicBezTo>
                    <a:lnTo>
                      <a:pt x="1226" y="8"/>
                    </a:lnTo>
                    <a:cubicBezTo>
                      <a:pt x="1191" y="3"/>
                      <a:pt x="1156" y="0"/>
                      <a:pt x="1122" y="0"/>
                    </a:cubicBezTo>
                    <a:close/>
                  </a:path>
                </a:pathLst>
              </a:custGeom>
              <a:solidFill>
                <a:srgbClr val="FFFFFF">
                  <a:alpha val="142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Google Shape;1292;p36"/>
              <p:cNvSpPr/>
              <p:nvPr/>
            </p:nvSpPr>
            <p:spPr>
              <a:xfrm>
                <a:off x="4260328" y="3261502"/>
                <a:ext cx="204658" cy="43149"/>
              </a:xfrm>
              <a:custGeom>
                <a:avLst/>
                <a:gdLst/>
                <a:ahLst/>
                <a:cxnLst/>
                <a:rect l="l" t="t" r="r" b="b"/>
                <a:pathLst>
                  <a:path w="8747" h="1842" extrusionOk="0">
                    <a:moveTo>
                      <a:pt x="53" y="0"/>
                    </a:moveTo>
                    <a:cubicBezTo>
                      <a:pt x="24" y="0"/>
                      <a:pt x="0" y="23"/>
                      <a:pt x="0" y="52"/>
                    </a:cubicBezTo>
                    <a:lnTo>
                      <a:pt x="0" y="1842"/>
                    </a:lnTo>
                    <a:lnTo>
                      <a:pt x="8746" y="1842"/>
                    </a:lnTo>
                    <a:lnTo>
                      <a:pt x="8746" y="52"/>
                    </a:lnTo>
                    <a:cubicBezTo>
                      <a:pt x="8746" y="23"/>
                      <a:pt x="8723" y="0"/>
                      <a:pt x="8693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Google Shape;1293;p36"/>
              <p:cNvSpPr/>
              <p:nvPr/>
            </p:nvSpPr>
            <p:spPr>
              <a:xfrm>
                <a:off x="4818125" y="3352579"/>
                <a:ext cx="62214" cy="42891"/>
              </a:xfrm>
              <a:custGeom>
                <a:avLst/>
                <a:gdLst/>
                <a:ahLst/>
                <a:cxnLst/>
                <a:rect l="l" t="t" r="r" b="b"/>
                <a:pathLst>
                  <a:path w="2659" h="1831" extrusionOk="0">
                    <a:moveTo>
                      <a:pt x="0" y="1"/>
                    </a:moveTo>
                    <a:lnTo>
                      <a:pt x="0" y="1351"/>
                    </a:lnTo>
                    <a:cubicBezTo>
                      <a:pt x="0" y="1424"/>
                      <a:pt x="15" y="1492"/>
                      <a:pt x="39" y="1553"/>
                    </a:cubicBezTo>
                    <a:cubicBezTo>
                      <a:pt x="106" y="1718"/>
                      <a:pt x="252" y="1830"/>
                      <a:pt x="415" y="1830"/>
                    </a:cubicBezTo>
                    <a:cubicBezTo>
                      <a:pt x="447" y="1830"/>
                      <a:pt x="479" y="1826"/>
                      <a:pt x="511" y="1817"/>
                    </a:cubicBezTo>
                    <a:lnTo>
                      <a:pt x="2356" y="1137"/>
                    </a:lnTo>
                    <a:cubicBezTo>
                      <a:pt x="2374" y="1132"/>
                      <a:pt x="2392" y="1125"/>
                      <a:pt x="2408" y="1118"/>
                    </a:cubicBezTo>
                    <a:cubicBezTo>
                      <a:pt x="2557" y="1051"/>
                      <a:pt x="2659" y="884"/>
                      <a:pt x="2659" y="694"/>
                    </a:cubicBezTo>
                    <a:lnTo>
                      <a:pt x="26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Google Shape;1294;p36"/>
              <p:cNvSpPr/>
              <p:nvPr/>
            </p:nvSpPr>
            <p:spPr>
              <a:xfrm>
                <a:off x="4804695" y="3330700"/>
                <a:ext cx="84582" cy="58328"/>
              </a:xfrm>
              <a:custGeom>
                <a:avLst/>
                <a:gdLst/>
                <a:ahLst/>
                <a:cxnLst/>
                <a:rect l="l" t="t" r="r" b="b"/>
                <a:pathLst>
                  <a:path w="3615" h="2490" extrusionOk="0">
                    <a:moveTo>
                      <a:pt x="0" y="1"/>
                    </a:moveTo>
                    <a:lnTo>
                      <a:pt x="0" y="1837"/>
                    </a:lnTo>
                    <a:cubicBezTo>
                      <a:pt x="0" y="2205"/>
                      <a:pt x="260" y="2489"/>
                      <a:pt x="563" y="2489"/>
                    </a:cubicBezTo>
                    <a:cubicBezTo>
                      <a:pt x="579" y="2489"/>
                      <a:pt x="596" y="2488"/>
                      <a:pt x="612" y="2487"/>
                    </a:cubicBezTo>
                    <a:cubicBezTo>
                      <a:pt x="639" y="2484"/>
                      <a:pt x="666" y="2478"/>
                      <a:pt x="692" y="2471"/>
                    </a:cubicBezTo>
                    <a:lnTo>
                      <a:pt x="3031" y="1608"/>
                    </a:lnTo>
                    <a:lnTo>
                      <a:pt x="3203" y="1545"/>
                    </a:lnTo>
                    <a:cubicBezTo>
                      <a:pt x="3213" y="1543"/>
                      <a:pt x="3223" y="1540"/>
                      <a:pt x="3233" y="1536"/>
                    </a:cubicBezTo>
                    <a:cubicBezTo>
                      <a:pt x="3458" y="1459"/>
                      <a:pt x="3614" y="1220"/>
                      <a:pt x="3614" y="944"/>
                    </a:cubicBezTo>
                    <a:lnTo>
                      <a:pt x="361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Google Shape;1295;p36"/>
              <p:cNvSpPr/>
              <p:nvPr/>
            </p:nvSpPr>
            <p:spPr>
              <a:xfrm>
                <a:off x="3847901" y="3349206"/>
                <a:ext cx="62214" cy="42868"/>
              </a:xfrm>
              <a:custGeom>
                <a:avLst/>
                <a:gdLst/>
                <a:ahLst/>
                <a:cxnLst/>
                <a:rect l="l" t="t" r="r" b="b"/>
                <a:pathLst>
                  <a:path w="2659" h="1830" extrusionOk="0">
                    <a:moveTo>
                      <a:pt x="0" y="0"/>
                    </a:moveTo>
                    <a:lnTo>
                      <a:pt x="0" y="694"/>
                    </a:lnTo>
                    <a:cubicBezTo>
                      <a:pt x="0" y="775"/>
                      <a:pt x="19" y="853"/>
                      <a:pt x="53" y="920"/>
                    </a:cubicBezTo>
                    <a:cubicBezTo>
                      <a:pt x="107" y="1027"/>
                      <a:pt x="195" y="1107"/>
                      <a:pt x="303" y="1136"/>
                    </a:cubicBezTo>
                    <a:lnTo>
                      <a:pt x="569" y="1235"/>
                    </a:lnTo>
                    <a:lnTo>
                      <a:pt x="2149" y="1817"/>
                    </a:lnTo>
                    <a:cubicBezTo>
                      <a:pt x="2181" y="1825"/>
                      <a:pt x="2213" y="1830"/>
                      <a:pt x="2245" y="1830"/>
                    </a:cubicBezTo>
                    <a:cubicBezTo>
                      <a:pt x="2407" y="1830"/>
                      <a:pt x="2553" y="1718"/>
                      <a:pt x="2619" y="1551"/>
                    </a:cubicBezTo>
                    <a:cubicBezTo>
                      <a:pt x="2644" y="1489"/>
                      <a:pt x="2658" y="1422"/>
                      <a:pt x="2658" y="1350"/>
                    </a:cubicBezTo>
                    <a:lnTo>
                      <a:pt x="265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Google Shape;1296;p36"/>
              <p:cNvSpPr/>
              <p:nvPr/>
            </p:nvSpPr>
            <p:spPr>
              <a:xfrm>
                <a:off x="3838986" y="3327303"/>
                <a:ext cx="84559" cy="58305"/>
              </a:xfrm>
              <a:custGeom>
                <a:avLst/>
                <a:gdLst/>
                <a:ahLst/>
                <a:cxnLst/>
                <a:rect l="l" t="t" r="r" b="b"/>
                <a:pathLst>
                  <a:path w="3614" h="2489" extrusionOk="0">
                    <a:moveTo>
                      <a:pt x="1" y="0"/>
                    </a:moveTo>
                    <a:lnTo>
                      <a:pt x="1" y="944"/>
                    </a:lnTo>
                    <a:cubicBezTo>
                      <a:pt x="1" y="1219"/>
                      <a:pt x="159" y="1459"/>
                      <a:pt x="384" y="1536"/>
                    </a:cubicBezTo>
                    <a:cubicBezTo>
                      <a:pt x="393" y="1540"/>
                      <a:pt x="404" y="1542"/>
                      <a:pt x="413" y="1546"/>
                    </a:cubicBezTo>
                    <a:lnTo>
                      <a:pt x="902" y="1726"/>
                    </a:lnTo>
                    <a:lnTo>
                      <a:pt x="2921" y="2471"/>
                    </a:lnTo>
                    <a:cubicBezTo>
                      <a:pt x="2948" y="2479"/>
                      <a:pt x="2975" y="2484"/>
                      <a:pt x="3002" y="2486"/>
                    </a:cubicBezTo>
                    <a:cubicBezTo>
                      <a:pt x="3020" y="2488"/>
                      <a:pt x="3037" y="2489"/>
                      <a:pt x="3054" y="2489"/>
                    </a:cubicBezTo>
                    <a:cubicBezTo>
                      <a:pt x="3356" y="2489"/>
                      <a:pt x="3614" y="2205"/>
                      <a:pt x="3614" y="1838"/>
                    </a:cubicBezTo>
                    <a:lnTo>
                      <a:pt x="3614" y="1"/>
                    </a:lnTo>
                    <a:lnTo>
                      <a:pt x="361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Google Shape;1297;p36"/>
              <p:cNvSpPr/>
              <p:nvPr/>
            </p:nvSpPr>
            <p:spPr>
              <a:xfrm>
                <a:off x="4284802" y="3261502"/>
                <a:ext cx="155664" cy="43149"/>
              </a:xfrm>
              <a:custGeom>
                <a:avLst/>
                <a:gdLst/>
                <a:ahLst/>
                <a:cxnLst/>
                <a:rect l="l" t="t" r="r" b="b"/>
                <a:pathLst>
                  <a:path w="6653" h="1842" extrusionOk="0">
                    <a:moveTo>
                      <a:pt x="53" y="0"/>
                    </a:moveTo>
                    <a:cubicBezTo>
                      <a:pt x="24" y="0"/>
                      <a:pt x="0" y="23"/>
                      <a:pt x="0" y="52"/>
                    </a:cubicBezTo>
                    <a:lnTo>
                      <a:pt x="0" y="1842"/>
                    </a:lnTo>
                    <a:lnTo>
                      <a:pt x="6652" y="1842"/>
                    </a:lnTo>
                    <a:lnTo>
                      <a:pt x="6652" y="52"/>
                    </a:lnTo>
                    <a:cubicBezTo>
                      <a:pt x="6652" y="23"/>
                      <a:pt x="6630" y="0"/>
                      <a:pt x="6600" y="0"/>
                    </a:cubicBezTo>
                    <a:close/>
                  </a:path>
                </a:pathLst>
              </a:custGeom>
              <a:solidFill>
                <a:srgbClr val="FFFFFF">
                  <a:alpha val="142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Google Shape;1298;p36"/>
              <p:cNvSpPr/>
              <p:nvPr/>
            </p:nvSpPr>
            <p:spPr>
              <a:xfrm>
                <a:off x="4829566" y="3107132"/>
                <a:ext cx="184817" cy="17358"/>
              </a:xfrm>
              <a:custGeom>
                <a:avLst/>
                <a:gdLst/>
                <a:ahLst/>
                <a:cxnLst/>
                <a:rect l="l" t="t" r="r" b="b"/>
                <a:pathLst>
                  <a:path w="7899" h="741" extrusionOk="0">
                    <a:moveTo>
                      <a:pt x="144" y="1"/>
                    </a:moveTo>
                    <a:cubicBezTo>
                      <a:pt x="65" y="1"/>
                      <a:pt x="2" y="75"/>
                      <a:pt x="1" y="167"/>
                    </a:cubicBezTo>
                    <a:lnTo>
                      <a:pt x="1" y="196"/>
                    </a:lnTo>
                    <a:cubicBezTo>
                      <a:pt x="1" y="465"/>
                      <a:pt x="187" y="688"/>
                      <a:pt x="422" y="691"/>
                    </a:cubicBezTo>
                    <a:cubicBezTo>
                      <a:pt x="1277" y="707"/>
                      <a:pt x="2827" y="740"/>
                      <a:pt x="4168" y="740"/>
                    </a:cubicBezTo>
                    <a:cubicBezTo>
                      <a:pt x="5040" y="740"/>
                      <a:pt x="5824" y="726"/>
                      <a:pt x="6268" y="683"/>
                    </a:cubicBezTo>
                    <a:cubicBezTo>
                      <a:pt x="7603" y="551"/>
                      <a:pt x="7898" y="1"/>
                      <a:pt x="789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Google Shape;1299;p36"/>
              <p:cNvSpPr/>
              <p:nvPr/>
            </p:nvSpPr>
            <p:spPr>
              <a:xfrm>
                <a:off x="4801770" y="3142902"/>
                <a:ext cx="66168" cy="46545"/>
              </a:xfrm>
              <a:custGeom>
                <a:avLst/>
                <a:gdLst/>
                <a:ahLst/>
                <a:cxnLst/>
                <a:rect l="l" t="t" r="r" b="b"/>
                <a:pathLst>
                  <a:path w="2828" h="1987" extrusionOk="0">
                    <a:moveTo>
                      <a:pt x="264" y="1"/>
                    </a:moveTo>
                    <a:cubicBezTo>
                      <a:pt x="118" y="2"/>
                      <a:pt x="1" y="137"/>
                      <a:pt x="1" y="305"/>
                    </a:cubicBezTo>
                    <a:lnTo>
                      <a:pt x="1" y="1986"/>
                    </a:lnTo>
                    <a:lnTo>
                      <a:pt x="2827" y="1986"/>
                    </a:lnTo>
                    <a:lnTo>
                      <a:pt x="2827" y="305"/>
                    </a:lnTo>
                    <a:cubicBezTo>
                      <a:pt x="2827" y="137"/>
                      <a:pt x="2709" y="1"/>
                      <a:pt x="256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Google Shape;1300;p36"/>
              <p:cNvSpPr/>
              <p:nvPr/>
            </p:nvSpPr>
            <p:spPr>
              <a:xfrm>
                <a:off x="4815832" y="3142902"/>
                <a:ext cx="38044" cy="46545"/>
              </a:xfrm>
              <a:custGeom>
                <a:avLst/>
                <a:gdLst/>
                <a:ahLst/>
                <a:cxnLst/>
                <a:rect l="l" t="t" r="r" b="b"/>
                <a:pathLst>
                  <a:path w="1626" h="1987" extrusionOk="0">
                    <a:moveTo>
                      <a:pt x="153" y="1"/>
                    </a:moveTo>
                    <a:cubicBezTo>
                      <a:pt x="68" y="2"/>
                      <a:pt x="1" y="137"/>
                      <a:pt x="1" y="305"/>
                    </a:cubicBezTo>
                    <a:lnTo>
                      <a:pt x="1" y="1986"/>
                    </a:lnTo>
                    <a:lnTo>
                      <a:pt x="1625" y="1986"/>
                    </a:lnTo>
                    <a:lnTo>
                      <a:pt x="1625" y="305"/>
                    </a:lnTo>
                    <a:cubicBezTo>
                      <a:pt x="1625" y="137"/>
                      <a:pt x="1558" y="1"/>
                      <a:pt x="1475" y="1"/>
                    </a:cubicBezTo>
                    <a:close/>
                  </a:path>
                </a:pathLst>
              </a:custGeom>
              <a:solidFill>
                <a:srgbClr val="FFFFFF">
                  <a:alpha val="142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Google Shape;1301;p36"/>
              <p:cNvSpPr/>
              <p:nvPr/>
            </p:nvSpPr>
            <p:spPr>
              <a:xfrm>
                <a:off x="4792551" y="3183357"/>
                <a:ext cx="84582" cy="72454"/>
              </a:xfrm>
              <a:custGeom>
                <a:avLst/>
                <a:gdLst/>
                <a:ahLst/>
                <a:cxnLst/>
                <a:rect l="l" t="t" r="r" b="b"/>
                <a:pathLst>
                  <a:path w="3615" h="3093" extrusionOk="0">
                    <a:moveTo>
                      <a:pt x="338" y="1"/>
                    </a:moveTo>
                    <a:cubicBezTo>
                      <a:pt x="152" y="1"/>
                      <a:pt x="1" y="174"/>
                      <a:pt x="0" y="391"/>
                    </a:cubicBezTo>
                    <a:lnTo>
                      <a:pt x="0" y="3093"/>
                    </a:lnTo>
                    <a:lnTo>
                      <a:pt x="3614" y="2279"/>
                    </a:lnTo>
                    <a:lnTo>
                      <a:pt x="3614" y="390"/>
                    </a:lnTo>
                    <a:cubicBezTo>
                      <a:pt x="3614" y="175"/>
                      <a:pt x="3464" y="1"/>
                      <a:pt x="3278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Google Shape;1302;p36"/>
              <p:cNvSpPr/>
              <p:nvPr/>
            </p:nvSpPr>
            <p:spPr>
              <a:xfrm>
                <a:off x="4811644" y="3183357"/>
                <a:ext cx="46397" cy="72454"/>
              </a:xfrm>
              <a:custGeom>
                <a:avLst/>
                <a:gdLst/>
                <a:ahLst/>
                <a:cxnLst/>
                <a:rect l="l" t="t" r="r" b="b"/>
                <a:pathLst>
                  <a:path w="1983" h="3093" extrusionOk="0">
                    <a:moveTo>
                      <a:pt x="184" y="1"/>
                    </a:moveTo>
                    <a:cubicBezTo>
                      <a:pt x="83" y="1"/>
                      <a:pt x="0" y="174"/>
                      <a:pt x="0" y="391"/>
                    </a:cubicBezTo>
                    <a:lnTo>
                      <a:pt x="0" y="3093"/>
                    </a:lnTo>
                    <a:lnTo>
                      <a:pt x="1983" y="2279"/>
                    </a:lnTo>
                    <a:lnTo>
                      <a:pt x="1983" y="390"/>
                    </a:lnTo>
                    <a:cubicBezTo>
                      <a:pt x="1983" y="175"/>
                      <a:pt x="1900" y="1"/>
                      <a:pt x="1798" y="1"/>
                    </a:cubicBezTo>
                    <a:close/>
                  </a:path>
                </a:pathLst>
              </a:custGeom>
              <a:solidFill>
                <a:srgbClr val="FFFFFF">
                  <a:alpha val="142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Google Shape;1303;p36"/>
              <p:cNvSpPr/>
              <p:nvPr/>
            </p:nvSpPr>
            <p:spPr>
              <a:xfrm>
                <a:off x="4775120" y="3208960"/>
                <a:ext cx="122299" cy="46827"/>
              </a:xfrm>
              <a:custGeom>
                <a:avLst/>
                <a:gdLst/>
                <a:ahLst/>
                <a:cxnLst/>
                <a:rect l="l" t="t" r="r" b="b"/>
                <a:pathLst>
                  <a:path w="5227" h="1999" extrusionOk="0">
                    <a:moveTo>
                      <a:pt x="4980" y="0"/>
                    </a:moveTo>
                    <a:cubicBezTo>
                      <a:pt x="4969" y="0"/>
                      <a:pt x="4957" y="1"/>
                      <a:pt x="4945" y="3"/>
                    </a:cubicBezTo>
                    <a:lnTo>
                      <a:pt x="4292" y="108"/>
                    </a:lnTo>
                    <a:lnTo>
                      <a:pt x="878" y="655"/>
                    </a:lnTo>
                    <a:lnTo>
                      <a:pt x="215" y="762"/>
                    </a:lnTo>
                    <a:cubicBezTo>
                      <a:pt x="92" y="781"/>
                      <a:pt x="1" y="902"/>
                      <a:pt x="1" y="1045"/>
                    </a:cubicBezTo>
                    <a:lnTo>
                      <a:pt x="1" y="1999"/>
                    </a:lnTo>
                    <a:lnTo>
                      <a:pt x="786" y="1847"/>
                    </a:lnTo>
                    <a:lnTo>
                      <a:pt x="1722" y="1668"/>
                    </a:lnTo>
                    <a:lnTo>
                      <a:pt x="5227" y="992"/>
                    </a:lnTo>
                    <a:lnTo>
                      <a:pt x="5227" y="286"/>
                    </a:lnTo>
                    <a:cubicBezTo>
                      <a:pt x="5227" y="126"/>
                      <a:pt x="5115" y="0"/>
                      <a:pt x="498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Google Shape;1304;p36"/>
              <p:cNvSpPr/>
              <p:nvPr/>
            </p:nvSpPr>
            <p:spPr>
              <a:xfrm>
                <a:off x="4793511" y="3211865"/>
                <a:ext cx="85565" cy="40666"/>
              </a:xfrm>
              <a:custGeom>
                <a:avLst/>
                <a:gdLst/>
                <a:ahLst/>
                <a:cxnLst/>
                <a:rect l="l" t="t" r="r" b="b"/>
                <a:pathLst>
                  <a:path w="3657" h="1736" extrusionOk="0">
                    <a:moveTo>
                      <a:pt x="3408" y="1"/>
                    </a:moveTo>
                    <a:cubicBezTo>
                      <a:pt x="3397" y="1"/>
                      <a:pt x="3386" y="2"/>
                      <a:pt x="3374" y="3"/>
                    </a:cubicBezTo>
                    <a:lnTo>
                      <a:pt x="206" y="512"/>
                    </a:lnTo>
                    <a:cubicBezTo>
                      <a:pt x="92" y="530"/>
                      <a:pt x="3" y="640"/>
                      <a:pt x="1" y="778"/>
                    </a:cubicBezTo>
                    <a:lnTo>
                      <a:pt x="0" y="1724"/>
                    </a:lnTo>
                    <a:lnTo>
                      <a:pt x="0" y="1735"/>
                    </a:lnTo>
                    <a:lnTo>
                      <a:pt x="936" y="1543"/>
                    </a:lnTo>
                    <a:lnTo>
                      <a:pt x="3655" y="986"/>
                    </a:lnTo>
                    <a:lnTo>
                      <a:pt x="3656" y="278"/>
                    </a:lnTo>
                    <a:cubicBezTo>
                      <a:pt x="3656" y="276"/>
                      <a:pt x="3656" y="275"/>
                      <a:pt x="3655" y="274"/>
                    </a:cubicBezTo>
                    <a:cubicBezTo>
                      <a:pt x="3652" y="119"/>
                      <a:pt x="3538" y="1"/>
                      <a:pt x="3408" y="1"/>
                    </a:cubicBezTo>
                    <a:close/>
                  </a:path>
                </a:pathLst>
              </a:custGeom>
              <a:solidFill>
                <a:srgbClr val="FFFFFF">
                  <a:alpha val="142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Google Shape;1305;p36"/>
              <p:cNvSpPr/>
              <p:nvPr/>
            </p:nvSpPr>
            <p:spPr>
              <a:xfrm>
                <a:off x="4813375" y="3134867"/>
                <a:ext cx="42934" cy="8058"/>
              </a:xfrm>
              <a:custGeom>
                <a:avLst/>
                <a:gdLst/>
                <a:ahLst/>
                <a:cxnLst/>
                <a:rect l="l" t="t" r="r" b="b"/>
                <a:pathLst>
                  <a:path w="1835" h="344" extrusionOk="0">
                    <a:moveTo>
                      <a:pt x="0" y="0"/>
                    </a:moveTo>
                    <a:lnTo>
                      <a:pt x="0" y="344"/>
                    </a:lnTo>
                    <a:lnTo>
                      <a:pt x="1834" y="344"/>
                    </a:lnTo>
                    <a:lnTo>
                      <a:pt x="183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Google Shape;1306;p36"/>
              <p:cNvSpPr/>
              <p:nvPr/>
            </p:nvSpPr>
            <p:spPr>
              <a:xfrm>
                <a:off x="4805864" y="3098628"/>
                <a:ext cx="57956" cy="36285"/>
              </a:xfrm>
              <a:custGeom>
                <a:avLst/>
                <a:gdLst/>
                <a:ahLst/>
                <a:cxnLst/>
                <a:rect l="l" t="t" r="r" b="b"/>
                <a:pathLst>
                  <a:path w="2477" h="1549" extrusionOk="0">
                    <a:moveTo>
                      <a:pt x="1239" y="1"/>
                    </a:moveTo>
                    <a:cubicBezTo>
                      <a:pt x="555" y="1"/>
                      <a:pt x="0" y="642"/>
                      <a:pt x="1" y="1432"/>
                    </a:cubicBezTo>
                    <a:cubicBezTo>
                      <a:pt x="1" y="1497"/>
                      <a:pt x="45" y="1548"/>
                      <a:pt x="101" y="1548"/>
                    </a:cubicBezTo>
                    <a:lnTo>
                      <a:pt x="2378" y="1548"/>
                    </a:lnTo>
                    <a:cubicBezTo>
                      <a:pt x="2431" y="1548"/>
                      <a:pt x="2476" y="1497"/>
                      <a:pt x="2476" y="1432"/>
                    </a:cubicBezTo>
                    <a:cubicBezTo>
                      <a:pt x="2476" y="642"/>
                      <a:pt x="1922" y="1"/>
                      <a:pt x="123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Google Shape;1307;p36"/>
              <p:cNvSpPr/>
              <p:nvPr/>
            </p:nvSpPr>
            <p:spPr>
              <a:xfrm>
                <a:off x="4809842" y="3104742"/>
                <a:ext cx="49977" cy="30195"/>
              </a:xfrm>
              <a:custGeom>
                <a:avLst/>
                <a:gdLst/>
                <a:ahLst/>
                <a:cxnLst/>
                <a:rect l="l" t="t" r="r" b="b"/>
                <a:pathLst>
                  <a:path w="2136" h="1289" extrusionOk="0">
                    <a:moveTo>
                      <a:pt x="1065" y="0"/>
                    </a:moveTo>
                    <a:cubicBezTo>
                      <a:pt x="477" y="0"/>
                      <a:pt x="1" y="475"/>
                      <a:pt x="3" y="1064"/>
                    </a:cubicBezTo>
                    <a:lnTo>
                      <a:pt x="3" y="1202"/>
                    </a:lnTo>
                    <a:cubicBezTo>
                      <a:pt x="3" y="1249"/>
                      <a:pt x="40" y="1288"/>
                      <a:pt x="87" y="1288"/>
                    </a:cubicBezTo>
                    <a:lnTo>
                      <a:pt x="2051" y="1288"/>
                    </a:lnTo>
                    <a:cubicBezTo>
                      <a:pt x="2097" y="1288"/>
                      <a:pt x="2136" y="1249"/>
                      <a:pt x="2136" y="1202"/>
                    </a:cubicBezTo>
                    <a:lnTo>
                      <a:pt x="2136" y="1064"/>
                    </a:lnTo>
                    <a:cubicBezTo>
                      <a:pt x="2136" y="475"/>
                      <a:pt x="1660" y="0"/>
                      <a:pt x="10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Google Shape;1308;p36"/>
              <p:cNvSpPr/>
              <p:nvPr/>
            </p:nvSpPr>
            <p:spPr>
              <a:xfrm>
                <a:off x="4813422" y="3134914"/>
                <a:ext cx="42934" cy="8058"/>
              </a:xfrm>
              <a:custGeom>
                <a:avLst/>
                <a:gdLst/>
                <a:ahLst/>
                <a:cxnLst/>
                <a:rect l="l" t="t" r="r" b="b"/>
                <a:pathLst>
                  <a:path w="1835" h="344" extrusionOk="0">
                    <a:moveTo>
                      <a:pt x="0" y="0"/>
                    </a:moveTo>
                    <a:lnTo>
                      <a:pt x="0" y="344"/>
                    </a:lnTo>
                    <a:lnTo>
                      <a:pt x="244" y="344"/>
                    </a:lnTo>
                    <a:lnTo>
                      <a:pt x="244" y="294"/>
                    </a:lnTo>
                    <a:cubicBezTo>
                      <a:pt x="244" y="204"/>
                      <a:pt x="307" y="131"/>
                      <a:pt x="384" y="131"/>
                    </a:cubicBezTo>
                    <a:lnTo>
                      <a:pt x="1834" y="131"/>
                    </a:lnTo>
                    <a:lnTo>
                      <a:pt x="1834" y="0"/>
                    </a:ln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Google Shape;1309;p36"/>
              <p:cNvSpPr/>
              <p:nvPr/>
            </p:nvSpPr>
            <p:spPr>
              <a:xfrm>
                <a:off x="4613888" y="3107132"/>
                <a:ext cx="213432" cy="17358"/>
              </a:xfrm>
              <a:custGeom>
                <a:avLst/>
                <a:gdLst/>
                <a:ahLst/>
                <a:cxnLst/>
                <a:rect l="l" t="t" r="r" b="b"/>
                <a:pathLst>
                  <a:path w="9122" h="741" extrusionOk="0">
                    <a:moveTo>
                      <a:pt x="1" y="1"/>
                    </a:moveTo>
                    <a:cubicBezTo>
                      <a:pt x="1" y="1"/>
                      <a:pt x="296" y="551"/>
                      <a:pt x="1632" y="683"/>
                    </a:cubicBezTo>
                    <a:cubicBezTo>
                      <a:pt x="2075" y="726"/>
                      <a:pt x="3048" y="740"/>
                      <a:pt x="4151" y="740"/>
                    </a:cubicBezTo>
                    <a:cubicBezTo>
                      <a:pt x="5845" y="740"/>
                      <a:pt x="7844" y="707"/>
                      <a:pt x="8699" y="691"/>
                    </a:cubicBezTo>
                    <a:cubicBezTo>
                      <a:pt x="8933" y="688"/>
                      <a:pt x="9121" y="465"/>
                      <a:pt x="9121" y="196"/>
                    </a:cubicBezTo>
                    <a:lnTo>
                      <a:pt x="9121" y="167"/>
                    </a:lnTo>
                    <a:cubicBezTo>
                      <a:pt x="9121" y="75"/>
                      <a:pt x="9057" y="1"/>
                      <a:pt x="897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Google Shape;1310;p36"/>
              <p:cNvSpPr/>
              <p:nvPr/>
            </p:nvSpPr>
            <p:spPr>
              <a:xfrm>
                <a:off x="3710932" y="3107132"/>
                <a:ext cx="184793" cy="17358"/>
              </a:xfrm>
              <a:custGeom>
                <a:avLst/>
                <a:gdLst/>
                <a:ahLst/>
                <a:cxnLst/>
                <a:rect l="l" t="t" r="r" b="b"/>
                <a:pathLst>
                  <a:path w="7898" h="741" extrusionOk="0">
                    <a:moveTo>
                      <a:pt x="0" y="1"/>
                    </a:moveTo>
                    <a:cubicBezTo>
                      <a:pt x="0" y="1"/>
                      <a:pt x="295" y="551"/>
                      <a:pt x="1631" y="683"/>
                    </a:cubicBezTo>
                    <a:cubicBezTo>
                      <a:pt x="2074" y="726"/>
                      <a:pt x="2858" y="740"/>
                      <a:pt x="3731" y="740"/>
                    </a:cubicBezTo>
                    <a:cubicBezTo>
                      <a:pt x="5071" y="740"/>
                      <a:pt x="6622" y="707"/>
                      <a:pt x="7476" y="691"/>
                    </a:cubicBezTo>
                    <a:cubicBezTo>
                      <a:pt x="7711" y="688"/>
                      <a:pt x="7898" y="465"/>
                      <a:pt x="7898" y="196"/>
                    </a:cubicBezTo>
                    <a:lnTo>
                      <a:pt x="7898" y="167"/>
                    </a:lnTo>
                    <a:cubicBezTo>
                      <a:pt x="7898" y="74"/>
                      <a:pt x="7834" y="1"/>
                      <a:pt x="77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Google Shape;1311;p36"/>
              <p:cNvSpPr/>
              <p:nvPr/>
            </p:nvSpPr>
            <p:spPr>
              <a:xfrm>
                <a:off x="3857423" y="3142902"/>
                <a:ext cx="66121" cy="46545"/>
              </a:xfrm>
              <a:custGeom>
                <a:avLst/>
                <a:gdLst/>
                <a:ahLst/>
                <a:cxnLst/>
                <a:rect l="l" t="t" r="r" b="b"/>
                <a:pathLst>
                  <a:path w="2826" h="1987" extrusionOk="0">
                    <a:moveTo>
                      <a:pt x="263" y="1"/>
                    </a:moveTo>
                    <a:cubicBezTo>
                      <a:pt x="118" y="1"/>
                      <a:pt x="0" y="137"/>
                      <a:pt x="0" y="305"/>
                    </a:cubicBezTo>
                    <a:lnTo>
                      <a:pt x="0" y="1986"/>
                    </a:lnTo>
                    <a:lnTo>
                      <a:pt x="2826" y="1986"/>
                    </a:lnTo>
                    <a:lnTo>
                      <a:pt x="2826" y="305"/>
                    </a:lnTo>
                    <a:cubicBezTo>
                      <a:pt x="2826" y="137"/>
                      <a:pt x="2708" y="2"/>
                      <a:pt x="256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Google Shape;1312;p36"/>
              <p:cNvSpPr/>
              <p:nvPr/>
            </p:nvSpPr>
            <p:spPr>
              <a:xfrm>
                <a:off x="3871462" y="3142902"/>
                <a:ext cx="37998" cy="46545"/>
              </a:xfrm>
              <a:custGeom>
                <a:avLst/>
                <a:gdLst/>
                <a:ahLst/>
                <a:cxnLst/>
                <a:rect l="l" t="t" r="r" b="b"/>
                <a:pathLst>
                  <a:path w="1624" h="1987" extrusionOk="0">
                    <a:moveTo>
                      <a:pt x="151" y="1"/>
                    </a:moveTo>
                    <a:cubicBezTo>
                      <a:pt x="68" y="1"/>
                      <a:pt x="0" y="137"/>
                      <a:pt x="0" y="305"/>
                    </a:cubicBezTo>
                    <a:lnTo>
                      <a:pt x="0" y="1986"/>
                    </a:lnTo>
                    <a:lnTo>
                      <a:pt x="1624" y="1986"/>
                    </a:lnTo>
                    <a:lnTo>
                      <a:pt x="1624" y="305"/>
                    </a:lnTo>
                    <a:cubicBezTo>
                      <a:pt x="1624" y="137"/>
                      <a:pt x="1556" y="2"/>
                      <a:pt x="1473" y="1"/>
                    </a:cubicBezTo>
                    <a:close/>
                  </a:path>
                </a:pathLst>
              </a:custGeom>
              <a:solidFill>
                <a:srgbClr val="FFFFFF">
                  <a:alpha val="142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Google Shape;1313;p36"/>
              <p:cNvSpPr/>
              <p:nvPr/>
            </p:nvSpPr>
            <p:spPr>
              <a:xfrm>
                <a:off x="3848181" y="3183357"/>
                <a:ext cx="84582" cy="72430"/>
              </a:xfrm>
              <a:custGeom>
                <a:avLst/>
                <a:gdLst/>
                <a:ahLst/>
                <a:cxnLst/>
                <a:rect l="l" t="t" r="r" b="b"/>
                <a:pathLst>
                  <a:path w="3615" h="3092" extrusionOk="0">
                    <a:moveTo>
                      <a:pt x="336" y="1"/>
                    </a:moveTo>
                    <a:cubicBezTo>
                      <a:pt x="150" y="1"/>
                      <a:pt x="0" y="175"/>
                      <a:pt x="0" y="390"/>
                    </a:cubicBezTo>
                    <a:lnTo>
                      <a:pt x="0" y="2278"/>
                    </a:lnTo>
                    <a:lnTo>
                      <a:pt x="3614" y="3092"/>
                    </a:lnTo>
                    <a:lnTo>
                      <a:pt x="3614" y="390"/>
                    </a:lnTo>
                    <a:cubicBezTo>
                      <a:pt x="3614" y="174"/>
                      <a:pt x="3464" y="1"/>
                      <a:pt x="3278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Google Shape;1314;p36"/>
              <p:cNvSpPr/>
              <p:nvPr/>
            </p:nvSpPr>
            <p:spPr>
              <a:xfrm>
                <a:off x="3867250" y="3183357"/>
                <a:ext cx="46421" cy="72454"/>
              </a:xfrm>
              <a:custGeom>
                <a:avLst/>
                <a:gdLst/>
                <a:ahLst/>
                <a:cxnLst/>
                <a:rect l="l" t="t" r="r" b="b"/>
                <a:pathLst>
                  <a:path w="1984" h="3093" extrusionOk="0">
                    <a:moveTo>
                      <a:pt x="185" y="1"/>
                    </a:moveTo>
                    <a:cubicBezTo>
                      <a:pt x="83" y="1"/>
                      <a:pt x="1" y="175"/>
                      <a:pt x="1" y="390"/>
                    </a:cubicBezTo>
                    <a:lnTo>
                      <a:pt x="1" y="2279"/>
                    </a:lnTo>
                    <a:lnTo>
                      <a:pt x="1982" y="3093"/>
                    </a:lnTo>
                    <a:lnTo>
                      <a:pt x="1982" y="391"/>
                    </a:lnTo>
                    <a:cubicBezTo>
                      <a:pt x="1983" y="174"/>
                      <a:pt x="1900" y="1"/>
                      <a:pt x="1799" y="1"/>
                    </a:cubicBezTo>
                    <a:close/>
                  </a:path>
                </a:pathLst>
              </a:custGeom>
              <a:solidFill>
                <a:srgbClr val="FFFFFF">
                  <a:alpha val="142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Google Shape;1315;p36"/>
              <p:cNvSpPr/>
              <p:nvPr/>
            </p:nvSpPr>
            <p:spPr>
              <a:xfrm>
                <a:off x="3827896" y="3208960"/>
                <a:ext cx="122299" cy="46827"/>
              </a:xfrm>
              <a:custGeom>
                <a:avLst/>
                <a:gdLst/>
                <a:ahLst/>
                <a:cxnLst/>
                <a:rect l="l" t="t" r="r" b="b"/>
                <a:pathLst>
                  <a:path w="5227" h="1999" extrusionOk="0">
                    <a:moveTo>
                      <a:pt x="247" y="0"/>
                    </a:moveTo>
                    <a:cubicBezTo>
                      <a:pt x="113" y="0"/>
                      <a:pt x="1" y="126"/>
                      <a:pt x="1" y="286"/>
                    </a:cubicBezTo>
                    <a:lnTo>
                      <a:pt x="1" y="992"/>
                    </a:lnTo>
                    <a:lnTo>
                      <a:pt x="3505" y="1668"/>
                    </a:lnTo>
                    <a:lnTo>
                      <a:pt x="4441" y="1847"/>
                    </a:lnTo>
                    <a:lnTo>
                      <a:pt x="5227" y="1999"/>
                    </a:lnTo>
                    <a:lnTo>
                      <a:pt x="5227" y="1045"/>
                    </a:lnTo>
                    <a:cubicBezTo>
                      <a:pt x="5227" y="902"/>
                      <a:pt x="5136" y="781"/>
                      <a:pt x="5013" y="762"/>
                    </a:cubicBezTo>
                    <a:lnTo>
                      <a:pt x="4349" y="655"/>
                    </a:lnTo>
                    <a:lnTo>
                      <a:pt x="936" y="108"/>
                    </a:lnTo>
                    <a:lnTo>
                      <a:pt x="283" y="3"/>
                    </a:lnTo>
                    <a:cubicBezTo>
                      <a:pt x="271" y="1"/>
                      <a:pt x="259" y="0"/>
                      <a:pt x="24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Google Shape;1316;p36"/>
              <p:cNvSpPr/>
              <p:nvPr/>
            </p:nvSpPr>
            <p:spPr>
              <a:xfrm>
                <a:off x="3846263" y="3211865"/>
                <a:ext cx="85565" cy="40666"/>
              </a:xfrm>
              <a:custGeom>
                <a:avLst/>
                <a:gdLst/>
                <a:ahLst/>
                <a:cxnLst/>
                <a:rect l="l" t="t" r="r" b="b"/>
                <a:pathLst>
                  <a:path w="3657" h="1736" extrusionOk="0">
                    <a:moveTo>
                      <a:pt x="247" y="1"/>
                    </a:moveTo>
                    <a:cubicBezTo>
                      <a:pt x="116" y="1"/>
                      <a:pt x="2" y="119"/>
                      <a:pt x="0" y="274"/>
                    </a:cubicBezTo>
                    <a:lnTo>
                      <a:pt x="0" y="278"/>
                    </a:lnTo>
                    <a:lnTo>
                      <a:pt x="1" y="986"/>
                    </a:lnTo>
                    <a:lnTo>
                      <a:pt x="2720" y="1543"/>
                    </a:lnTo>
                    <a:lnTo>
                      <a:pt x="3656" y="1735"/>
                    </a:lnTo>
                    <a:lnTo>
                      <a:pt x="3656" y="1724"/>
                    </a:lnTo>
                    <a:lnTo>
                      <a:pt x="3655" y="778"/>
                    </a:lnTo>
                    <a:cubicBezTo>
                      <a:pt x="3653" y="640"/>
                      <a:pt x="3564" y="530"/>
                      <a:pt x="3450" y="512"/>
                    </a:cubicBezTo>
                    <a:lnTo>
                      <a:pt x="281" y="3"/>
                    </a:lnTo>
                    <a:cubicBezTo>
                      <a:pt x="270" y="2"/>
                      <a:pt x="259" y="1"/>
                      <a:pt x="247" y="1"/>
                    </a:cubicBezTo>
                    <a:close/>
                  </a:path>
                </a:pathLst>
              </a:custGeom>
              <a:solidFill>
                <a:srgbClr val="FFFFFF">
                  <a:alpha val="142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Google Shape;1317;p36"/>
              <p:cNvSpPr/>
              <p:nvPr/>
            </p:nvSpPr>
            <p:spPr>
              <a:xfrm>
                <a:off x="3869029" y="3134890"/>
                <a:ext cx="42911" cy="8058"/>
              </a:xfrm>
              <a:custGeom>
                <a:avLst/>
                <a:gdLst/>
                <a:ahLst/>
                <a:cxnLst/>
                <a:rect l="l" t="t" r="r" b="b"/>
                <a:pathLst>
                  <a:path w="1834" h="344" extrusionOk="0">
                    <a:moveTo>
                      <a:pt x="1" y="0"/>
                    </a:moveTo>
                    <a:lnTo>
                      <a:pt x="1" y="344"/>
                    </a:lnTo>
                    <a:lnTo>
                      <a:pt x="1833" y="344"/>
                    </a:lnTo>
                    <a:lnTo>
                      <a:pt x="183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Google Shape;1318;p36"/>
              <p:cNvSpPr/>
              <p:nvPr/>
            </p:nvSpPr>
            <p:spPr>
              <a:xfrm>
                <a:off x="3861518" y="3098628"/>
                <a:ext cx="57932" cy="36285"/>
              </a:xfrm>
              <a:custGeom>
                <a:avLst/>
                <a:gdLst/>
                <a:ahLst/>
                <a:cxnLst/>
                <a:rect l="l" t="t" r="r" b="b"/>
                <a:pathLst>
                  <a:path w="2476" h="1549" extrusionOk="0">
                    <a:moveTo>
                      <a:pt x="1237" y="1"/>
                    </a:moveTo>
                    <a:cubicBezTo>
                      <a:pt x="554" y="1"/>
                      <a:pt x="1" y="642"/>
                      <a:pt x="1" y="1432"/>
                    </a:cubicBezTo>
                    <a:cubicBezTo>
                      <a:pt x="1" y="1495"/>
                      <a:pt x="46" y="1548"/>
                      <a:pt x="99" y="1548"/>
                    </a:cubicBezTo>
                    <a:lnTo>
                      <a:pt x="2376" y="1548"/>
                    </a:lnTo>
                    <a:cubicBezTo>
                      <a:pt x="2431" y="1548"/>
                      <a:pt x="2475" y="1497"/>
                      <a:pt x="2475" y="1432"/>
                    </a:cubicBezTo>
                    <a:cubicBezTo>
                      <a:pt x="2475" y="642"/>
                      <a:pt x="1920" y="1"/>
                      <a:pt x="123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Google Shape;1319;p36"/>
              <p:cNvSpPr/>
              <p:nvPr/>
            </p:nvSpPr>
            <p:spPr>
              <a:xfrm>
                <a:off x="3865472" y="3104742"/>
                <a:ext cx="49954" cy="30195"/>
              </a:xfrm>
              <a:custGeom>
                <a:avLst/>
                <a:gdLst/>
                <a:ahLst/>
                <a:cxnLst/>
                <a:rect l="l" t="t" r="r" b="b"/>
                <a:pathLst>
                  <a:path w="2135" h="1289" extrusionOk="0">
                    <a:moveTo>
                      <a:pt x="1072" y="0"/>
                    </a:moveTo>
                    <a:cubicBezTo>
                      <a:pt x="478" y="0"/>
                      <a:pt x="1" y="475"/>
                      <a:pt x="1" y="1064"/>
                    </a:cubicBezTo>
                    <a:lnTo>
                      <a:pt x="1" y="1202"/>
                    </a:lnTo>
                    <a:cubicBezTo>
                      <a:pt x="1" y="1249"/>
                      <a:pt x="39" y="1288"/>
                      <a:pt x="87" y="1288"/>
                    </a:cubicBezTo>
                    <a:lnTo>
                      <a:pt x="2051" y="1288"/>
                    </a:lnTo>
                    <a:cubicBezTo>
                      <a:pt x="2098" y="1288"/>
                      <a:pt x="2135" y="1249"/>
                      <a:pt x="2135" y="1202"/>
                    </a:cubicBezTo>
                    <a:lnTo>
                      <a:pt x="2135" y="1064"/>
                    </a:lnTo>
                    <a:cubicBezTo>
                      <a:pt x="2135" y="475"/>
                      <a:pt x="1660" y="0"/>
                      <a:pt x="107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Google Shape;1320;p36"/>
              <p:cNvSpPr/>
              <p:nvPr/>
            </p:nvSpPr>
            <p:spPr>
              <a:xfrm>
                <a:off x="3868982" y="3134890"/>
                <a:ext cx="42934" cy="8058"/>
              </a:xfrm>
              <a:custGeom>
                <a:avLst/>
                <a:gdLst/>
                <a:ahLst/>
                <a:cxnLst/>
                <a:rect l="l" t="t" r="r" b="b"/>
                <a:pathLst>
                  <a:path w="1835" h="344" extrusionOk="0">
                    <a:moveTo>
                      <a:pt x="1" y="0"/>
                    </a:moveTo>
                    <a:lnTo>
                      <a:pt x="1" y="132"/>
                    </a:lnTo>
                    <a:lnTo>
                      <a:pt x="1451" y="132"/>
                    </a:lnTo>
                    <a:cubicBezTo>
                      <a:pt x="1528" y="132"/>
                      <a:pt x="1590" y="205"/>
                      <a:pt x="1590" y="294"/>
                    </a:cubicBezTo>
                    <a:lnTo>
                      <a:pt x="1590" y="344"/>
                    </a:lnTo>
                    <a:lnTo>
                      <a:pt x="1834" y="344"/>
                    </a:lnTo>
                    <a:lnTo>
                      <a:pt x="1834" y="0"/>
                    </a:ln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Google Shape;1321;p36"/>
              <p:cNvSpPr/>
              <p:nvPr/>
            </p:nvSpPr>
            <p:spPr>
              <a:xfrm>
                <a:off x="3898018" y="3107132"/>
                <a:ext cx="213409" cy="17358"/>
              </a:xfrm>
              <a:custGeom>
                <a:avLst/>
                <a:gdLst/>
                <a:ahLst/>
                <a:cxnLst/>
                <a:rect l="l" t="t" r="r" b="b"/>
                <a:pathLst>
                  <a:path w="9121" h="741" extrusionOk="0">
                    <a:moveTo>
                      <a:pt x="144" y="1"/>
                    </a:moveTo>
                    <a:cubicBezTo>
                      <a:pt x="65" y="1"/>
                      <a:pt x="0" y="74"/>
                      <a:pt x="0" y="167"/>
                    </a:cubicBezTo>
                    <a:lnTo>
                      <a:pt x="0" y="196"/>
                    </a:lnTo>
                    <a:cubicBezTo>
                      <a:pt x="0" y="465"/>
                      <a:pt x="189" y="688"/>
                      <a:pt x="423" y="691"/>
                    </a:cubicBezTo>
                    <a:cubicBezTo>
                      <a:pt x="1278" y="707"/>
                      <a:pt x="3276" y="740"/>
                      <a:pt x="4970" y="740"/>
                    </a:cubicBezTo>
                    <a:cubicBezTo>
                      <a:pt x="6073" y="740"/>
                      <a:pt x="7046" y="726"/>
                      <a:pt x="7490" y="683"/>
                    </a:cubicBezTo>
                    <a:cubicBezTo>
                      <a:pt x="8825" y="551"/>
                      <a:pt x="9121" y="1"/>
                      <a:pt x="912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Google Shape;1322;p36"/>
              <p:cNvSpPr/>
              <p:nvPr/>
            </p:nvSpPr>
            <p:spPr>
              <a:xfrm>
                <a:off x="3781779" y="3222640"/>
                <a:ext cx="1161686" cy="261048"/>
              </a:xfrm>
              <a:custGeom>
                <a:avLst/>
                <a:gdLst/>
                <a:ahLst/>
                <a:cxnLst/>
                <a:rect l="l" t="t" r="r" b="b"/>
                <a:pathLst>
                  <a:path w="49650" h="11144" extrusionOk="0">
                    <a:moveTo>
                      <a:pt x="1755" y="1"/>
                    </a:moveTo>
                    <a:cubicBezTo>
                      <a:pt x="1040" y="1"/>
                      <a:pt x="416" y="502"/>
                      <a:pt x="144" y="1226"/>
                    </a:cubicBezTo>
                    <a:cubicBezTo>
                      <a:pt x="98" y="1349"/>
                      <a:pt x="62" y="1480"/>
                      <a:pt x="39" y="1614"/>
                    </a:cubicBezTo>
                    <a:cubicBezTo>
                      <a:pt x="14" y="1749"/>
                      <a:pt x="1" y="1891"/>
                      <a:pt x="1" y="2034"/>
                    </a:cubicBezTo>
                    <a:cubicBezTo>
                      <a:pt x="1" y="2497"/>
                      <a:pt x="74" y="2902"/>
                      <a:pt x="209" y="3260"/>
                    </a:cubicBezTo>
                    <a:cubicBezTo>
                      <a:pt x="360" y="3661"/>
                      <a:pt x="588" y="4001"/>
                      <a:pt x="875" y="4298"/>
                    </a:cubicBezTo>
                    <a:cubicBezTo>
                      <a:pt x="1419" y="4857"/>
                      <a:pt x="2179" y="5252"/>
                      <a:pt x="3039" y="5573"/>
                    </a:cubicBezTo>
                    <a:lnTo>
                      <a:pt x="15791" y="9988"/>
                    </a:lnTo>
                    <a:lnTo>
                      <a:pt x="18358" y="10876"/>
                    </a:lnTo>
                    <a:cubicBezTo>
                      <a:pt x="19446" y="11054"/>
                      <a:pt x="20543" y="11143"/>
                      <a:pt x="21642" y="11143"/>
                    </a:cubicBezTo>
                    <a:lnTo>
                      <a:pt x="28010" y="11143"/>
                    </a:lnTo>
                    <a:cubicBezTo>
                      <a:pt x="29108" y="11143"/>
                      <a:pt x="30205" y="11054"/>
                      <a:pt x="31292" y="10876"/>
                    </a:cubicBezTo>
                    <a:lnTo>
                      <a:pt x="33860" y="9988"/>
                    </a:lnTo>
                    <a:lnTo>
                      <a:pt x="46611" y="5573"/>
                    </a:lnTo>
                    <a:cubicBezTo>
                      <a:pt x="47472" y="5252"/>
                      <a:pt x="48230" y="4857"/>
                      <a:pt x="48775" y="4298"/>
                    </a:cubicBezTo>
                    <a:cubicBezTo>
                      <a:pt x="49064" y="4003"/>
                      <a:pt x="49292" y="3661"/>
                      <a:pt x="49442" y="3260"/>
                    </a:cubicBezTo>
                    <a:cubicBezTo>
                      <a:pt x="49577" y="2902"/>
                      <a:pt x="49650" y="2497"/>
                      <a:pt x="49650" y="2034"/>
                    </a:cubicBezTo>
                    <a:cubicBezTo>
                      <a:pt x="49650" y="1890"/>
                      <a:pt x="49637" y="1749"/>
                      <a:pt x="49608" y="1614"/>
                    </a:cubicBezTo>
                    <a:cubicBezTo>
                      <a:pt x="49583" y="1480"/>
                      <a:pt x="49547" y="1349"/>
                      <a:pt x="49501" y="1226"/>
                    </a:cubicBezTo>
                    <a:cubicBezTo>
                      <a:pt x="49230" y="502"/>
                      <a:pt x="48606" y="1"/>
                      <a:pt x="47891" y="1"/>
                    </a:cubicBezTo>
                    <a:cubicBezTo>
                      <a:pt x="47836" y="1"/>
                      <a:pt x="47780" y="4"/>
                      <a:pt x="47724" y="10"/>
                    </a:cubicBezTo>
                    <a:lnTo>
                      <a:pt x="31258" y="2652"/>
                    </a:lnTo>
                    <a:cubicBezTo>
                      <a:pt x="30191" y="2824"/>
                      <a:pt x="29115" y="2910"/>
                      <a:pt x="28038" y="2910"/>
                    </a:cubicBezTo>
                    <a:lnTo>
                      <a:pt x="21607" y="2910"/>
                    </a:lnTo>
                    <a:cubicBezTo>
                      <a:pt x="20530" y="2910"/>
                      <a:pt x="19454" y="2824"/>
                      <a:pt x="18388" y="2652"/>
                    </a:cubicBezTo>
                    <a:lnTo>
                      <a:pt x="1922" y="10"/>
                    </a:lnTo>
                    <a:cubicBezTo>
                      <a:pt x="1865" y="4"/>
                      <a:pt x="1810" y="1"/>
                      <a:pt x="1755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Google Shape;1323;p36"/>
              <p:cNvSpPr/>
              <p:nvPr/>
            </p:nvSpPr>
            <p:spPr>
              <a:xfrm>
                <a:off x="3788401" y="3273801"/>
                <a:ext cx="1148583" cy="209888"/>
              </a:xfrm>
              <a:custGeom>
                <a:avLst/>
                <a:gdLst/>
                <a:ahLst/>
                <a:cxnLst/>
                <a:rect l="l" t="t" r="r" b="b"/>
                <a:pathLst>
                  <a:path w="49090" h="8960" extrusionOk="0">
                    <a:moveTo>
                      <a:pt x="47616" y="1"/>
                    </a:moveTo>
                    <a:cubicBezTo>
                      <a:pt x="47561" y="1"/>
                      <a:pt x="47505" y="3"/>
                      <a:pt x="47449" y="9"/>
                    </a:cubicBezTo>
                    <a:lnTo>
                      <a:pt x="30983" y="2651"/>
                    </a:lnTo>
                    <a:cubicBezTo>
                      <a:pt x="29916" y="2820"/>
                      <a:pt x="28840" y="2908"/>
                      <a:pt x="27764" y="2908"/>
                    </a:cubicBezTo>
                    <a:lnTo>
                      <a:pt x="21330" y="2908"/>
                    </a:lnTo>
                    <a:cubicBezTo>
                      <a:pt x="20253" y="2908"/>
                      <a:pt x="19179" y="2821"/>
                      <a:pt x="18112" y="2651"/>
                    </a:cubicBezTo>
                    <a:lnTo>
                      <a:pt x="1644" y="9"/>
                    </a:lnTo>
                    <a:cubicBezTo>
                      <a:pt x="1589" y="4"/>
                      <a:pt x="1535" y="1"/>
                      <a:pt x="1481" y="1"/>
                    </a:cubicBezTo>
                    <a:cubicBezTo>
                      <a:pt x="1302" y="1"/>
                      <a:pt x="1128" y="32"/>
                      <a:pt x="965" y="88"/>
                    </a:cubicBezTo>
                    <a:cubicBezTo>
                      <a:pt x="211" y="357"/>
                      <a:pt x="1" y="1495"/>
                      <a:pt x="588" y="2104"/>
                    </a:cubicBezTo>
                    <a:lnTo>
                      <a:pt x="597" y="2113"/>
                    </a:lnTo>
                    <a:cubicBezTo>
                      <a:pt x="999" y="2526"/>
                      <a:pt x="1516" y="2849"/>
                      <a:pt x="2106" y="3118"/>
                    </a:cubicBezTo>
                    <a:cubicBezTo>
                      <a:pt x="2315" y="3215"/>
                      <a:pt x="2536" y="3305"/>
                      <a:pt x="2761" y="3389"/>
                    </a:cubicBezTo>
                    <a:lnTo>
                      <a:pt x="3004" y="3472"/>
                    </a:lnTo>
                    <a:lnTo>
                      <a:pt x="11910" y="6556"/>
                    </a:lnTo>
                    <a:lnTo>
                      <a:pt x="12545" y="6775"/>
                    </a:lnTo>
                    <a:lnTo>
                      <a:pt x="15513" y="7804"/>
                    </a:lnTo>
                    <a:lnTo>
                      <a:pt x="15795" y="7902"/>
                    </a:lnTo>
                    <a:lnTo>
                      <a:pt x="16646" y="8195"/>
                    </a:lnTo>
                    <a:lnTo>
                      <a:pt x="18081" y="8693"/>
                    </a:lnTo>
                    <a:cubicBezTo>
                      <a:pt x="19166" y="8870"/>
                      <a:pt x="20264" y="8959"/>
                      <a:pt x="21363" y="8959"/>
                    </a:cubicBezTo>
                    <a:lnTo>
                      <a:pt x="27729" y="8959"/>
                    </a:lnTo>
                    <a:cubicBezTo>
                      <a:pt x="28827" y="8959"/>
                      <a:pt x="29923" y="8871"/>
                      <a:pt x="31010" y="8693"/>
                    </a:cubicBezTo>
                    <a:lnTo>
                      <a:pt x="33578" y="7804"/>
                    </a:lnTo>
                    <a:lnTo>
                      <a:pt x="38029" y="6262"/>
                    </a:lnTo>
                    <a:lnTo>
                      <a:pt x="38664" y="6042"/>
                    </a:lnTo>
                    <a:lnTo>
                      <a:pt x="46328" y="3389"/>
                    </a:lnTo>
                    <a:cubicBezTo>
                      <a:pt x="46403" y="3362"/>
                      <a:pt x="46477" y="3333"/>
                      <a:pt x="46551" y="3303"/>
                    </a:cubicBezTo>
                    <a:cubicBezTo>
                      <a:pt x="46725" y="3235"/>
                      <a:pt x="46892" y="3163"/>
                      <a:pt x="47056" y="3085"/>
                    </a:cubicBezTo>
                    <a:cubicBezTo>
                      <a:pt x="47194" y="3020"/>
                      <a:pt x="47327" y="2953"/>
                      <a:pt x="47456" y="2881"/>
                    </a:cubicBezTo>
                    <a:cubicBezTo>
                      <a:pt x="47851" y="2664"/>
                      <a:pt x="48203" y="2413"/>
                      <a:pt x="48492" y="2114"/>
                    </a:cubicBezTo>
                    <a:cubicBezTo>
                      <a:pt x="48496" y="2112"/>
                      <a:pt x="48499" y="2108"/>
                      <a:pt x="48501" y="2106"/>
                    </a:cubicBezTo>
                    <a:cubicBezTo>
                      <a:pt x="49090" y="1495"/>
                      <a:pt x="48880" y="356"/>
                      <a:pt x="48128" y="88"/>
                    </a:cubicBezTo>
                    <a:cubicBezTo>
                      <a:pt x="47965" y="30"/>
                      <a:pt x="47793" y="1"/>
                      <a:pt x="47616" y="1"/>
                    </a:cubicBezTo>
                    <a:close/>
                  </a:path>
                </a:pathLst>
              </a:custGeom>
              <a:solidFill>
                <a:srgbClr val="FFFFFF">
                  <a:alpha val="142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Google Shape;1324;p36"/>
              <p:cNvSpPr/>
              <p:nvPr/>
            </p:nvSpPr>
            <p:spPr>
              <a:xfrm>
                <a:off x="3923404" y="3327772"/>
                <a:ext cx="21105" cy="36754"/>
              </a:xfrm>
              <a:custGeom>
                <a:avLst/>
                <a:gdLst/>
                <a:ahLst/>
                <a:cxnLst/>
                <a:rect l="l" t="t" r="r" b="b"/>
                <a:pathLst>
                  <a:path w="902" h="1569" extrusionOk="0">
                    <a:moveTo>
                      <a:pt x="356" y="1"/>
                    </a:moveTo>
                    <a:cubicBezTo>
                      <a:pt x="150" y="1"/>
                      <a:pt x="0" y="228"/>
                      <a:pt x="55" y="458"/>
                    </a:cubicBezTo>
                    <a:lnTo>
                      <a:pt x="257" y="1304"/>
                    </a:lnTo>
                    <a:cubicBezTo>
                      <a:pt x="294" y="1460"/>
                      <a:pt x="417" y="1569"/>
                      <a:pt x="557" y="1569"/>
                    </a:cubicBezTo>
                    <a:cubicBezTo>
                      <a:pt x="599" y="1569"/>
                      <a:pt x="638" y="1560"/>
                      <a:pt x="674" y="1542"/>
                    </a:cubicBezTo>
                    <a:cubicBezTo>
                      <a:pt x="816" y="1476"/>
                      <a:pt x="902" y="1295"/>
                      <a:pt x="861" y="1111"/>
                    </a:cubicBezTo>
                    <a:lnTo>
                      <a:pt x="659" y="265"/>
                    </a:lnTo>
                    <a:cubicBezTo>
                      <a:pt x="639" y="187"/>
                      <a:pt x="599" y="121"/>
                      <a:pt x="546" y="74"/>
                    </a:cubicBezTo>
                    <a:cubicBezTo>
                      <a:pt x="524" y="55"/>
                      <a:pt x="499" y="38"/>
                      <a:pt x="473" y="26"/>
                    </a:cubicBezTo>
                    <a:cubicBezTo>
                      <a:pt x="437" y="10"/>
                      <a:pt x="397" y="1"/>
                      <a:pt x="35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Google Shape;1325;p36"/>
              <p:cNvSpPr/>
              <p:nvPr/>
            </p:nvSpPr>
            <p:spPr>
              <a:xfrm>
                <a:off x="3929137" y="3328381"/>
                <a:ext cx="15372" cy="35512"/>
              </a:xfrm>
              <a:custGeom>
                <a:avLst/>
                <a:gdLst/>
                <a:ahLst/>
                <a:cxnLst/>
                <a:rect l="l" t="t" r="r" b="b"/>
                <a:pathLst>
                  <a:path w="657" h="1516" extrusionOk="0">
                    <a:moveTo>
                      <a:pt x="227" y="0"/>
                    </a:moveTo>
                    <a:cubicBezTo>
                      <a:pt x="86" y="66"/>
                      <a:pt x="1" y="248"/>
                      <a:pt x="44" y="432"/>
                    </a:cubicBezTo>
                    <a:lnTo>
                      <a:pt x="245" y="1278"/>
                    </a:lnTo>
                    <a:cubicBezTo>
                      <a:pt x="272" y="1389"/>
                      <a:pt x="341" y="1476"/>
                      <a:pt x="429" y="1516"/>
                    </a:cubicBezTo>
                    <a:cubicBezTo>
                      <a:pt x="571" y="1450"/>
                      <a:pt x="657" y="1269"/>
                      <a:pt x="614" y="1085"/>
                    </a:cubicBezTo>
                    <a:lnTo>
                      <a:pt x="413" y="239"/>
                    </a:lnTo>
                    <a:cubicBezTo>
                      <a:pt x="393" y="161"/>
                      <a:pt x="352" y="95"/>
                      <a:pt x="300" y="48"/>
                    </a:cubicBezTo>
                    <a:cubicBezTo>
                      <a:pt x="276" y="29"/>
                      <a:pt x="253" y="12"/>
                      <a:pt x="22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Google Shape;1326;p36"/>
              <p:cNvSpPr/>
              <p:nvPr/>
            </p:nvSpPr>
            <p:spPr>
              <a:xfrm>
                <a:off x="3954944" y="3338500"/>
                <a:ext cx="21105" cy="36707"/>
              </a:xfrm>
              <a:custGeom>
                <a:avLst/>
                <a:gdLst/>
                <a:ahLst/>
                <a:cxnLst/>
                <a:rect l="l" t="t" r="r" b="b"/>
                <a:pathLst>
                  <a:path w="902" h="1567" extrusionOk="0">
                    <a:moveTo>
                      <a:pt x="356" y="1"/>
                    </a:moveTo>
                    <a:cubicBezTo>
                      <a:pt x="150" y="1"/>
                      <a:pt x="0" y="228"/>
                      <a:pt x="54" y="457"/>
                    </a:cubicBezTo>
                    <a:lnTo>
                      <a:pt x="256" y="1302"/>
                    </a:lnTo>
                    <a:cubicBezTo>
                      <a:pt x="293" y="1459"/>
                      <a:pt x="416" y="1567"/>
                      <a:pt x="557" y="1567"/>
                    </a:cubicBezTo>
                    <a:cubicBezTo>
                      <a:pt x="598" y="1567"/>
                      <a:pt x="638" y="1559"/>
                      <a:pt x="674" y="1540"/>
                    </a:cubicBezTo>
                    <a:cubicBezTo>
                      <a:pt x="815" y="1475"/>
                      <a:pt x="902" y="1293"/>
                      <a:pt x="859" y="1113"/>
                    </a:cubicBezTo>
                    <a:lnTo>
                      <a:pt x="658" y="267"/>
                    </a:lnTo>
                    <a:cubicBezTo>
                      <a:pt x="639" y="188"/>
                      <a:pt x="598" y="121"/>
                      <a:pt x="546" y="74"/>
                    </a:cubicBezTo>
                    <a:cubicBezTo>
                      <a:pt x="522" y="54"/>
                      <a:pt x="498" y="38"/>
                      <a:pt x="473" y="27"/>
                    </a:cubicBezTo>
                    <a:cubicBezTo>
                      <a:pt x="437" y="10"/>
                      <a:pt x="397" y="1"/>
                      <a:pt x="35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Google Shape;1327;p36"/>
              <p:cNvSpPr/>
              <p:nvPr/>
            </p:nvSpPr>
            <p:spPr>
              <a:xfrm>
                <a:off x="3960653" y="3339110"/>
                <a:ext cx="15396" cy="35489"/>
              </a:xfrm>
              <a:custGeom>
                <a:avLst/>
                <a:gdLst/>
                <a:ahLst/>
                <a:cxnLst/>
                <a:rect l="l" t="t" r="r" b="b"/>
                <a:pathLst>
                  <a:path w="658" h="1515" extrusionOk="0">
                    <a:moveTo>
                      <a:pt x="227" y="1"/>
                    </a:moveTo>
                    <a:cubicBezTo>
                      <a:pt x="86" y="66"/>
                      <a:pt x="0" y="248"/>
                      <a:pt x="44" y="431"/>
                    </a:cubicBezTo>
                    <a:lnTo>
                      <a:pt x="245" y="1276"/>
                    </a:lnTo>
                    <a:cubicBezTo>
                      <a:pt x="272" y="1387"/>
                      <a:pt x="342" y="1474"/>
                      <a:pt x="430" y="1514"/>
                    </a:cubicBezTo>
                    <a:cubicBezTo>
                      <a:pt x="571" y="1449"/>
                      <a:pt x="658" y="1267"/>
                      <a:pt x="614" y="1087"/>
                    </a:cubicBezTo>
                    <a:lnTo>
                      <a:pt x="413" y="241"/>
                    </a:lnTo>
                    <a:cubicBezTo>
                      <a:pt x="394" y="162"/>
                      <a:pt x="353" y="95"/>
                      <a:pt x="301" y="48"/>
                    </a:cubicBezTo>
                    <a:cubicBezTo>
                      <a:pt x="277" y="28"/>
                      <a:pt x="252" y="12"/>
                      <a:pt x="22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Google Shape;1328;p36"/>
              <p:cNvSpPr/>
              <p:nvPr/>
            </p:nvSpPr>
            <p:spPr>
              <a:xfrm>
                <a:off x="3986484" y="3349206"/>
                <a:ext cx="21105" cy="36754"/>
              </a:xfrm>
              <a:custGeom>
                <a:avLst/>
                <a:gdLst/>
                <a:ahLst/>
                <a:cxnLst/>
                <a:rect l="l" t="t" r="r" b="b"/>
                <a:pathLst>
                  <a:path w="902" h="1569" extrusionOk="0">
                    <a:moveTo>
                      <a:pt x="357" y="0"/>
                    </a:moveTo>
                    <a:cubicBezTo>
                      <a:pt x="150" y="0"/>
                      <a:pt x="1" y="227"/>
                      <a:pt x="55" y="457"/>
                    </a:cubicBezTo>
                    <a:lnTo>
                      <a:pt x="257" y="1303"/>
                    </a:lnTo>
                    <a:cubicBezTo>
                      <a:pt x="294" y="1459"/>
                      <a:pt x="417" y="1568"/>
                      <a:pt x="558" y="1568"/>
                    </a:cubicBezTo>
                    <a:cubicBezTo>
                      <a:pt x="599" y="1568"/>
                      <a:pt x="639" y="1559"/>
                      <a:pt x="674" y="1541"/>
                    </a:cubicBezTo>
                    <a:cubicBezTo>
                      <a:pt x="816" y="1476"/>
                      <a:pt x="901" y="1294"/>
                      <a:pt x="860" y="1111"/>
                    </a:cubicBezTo>
                    <a:lnTo>
                      <a:pt x="659" y="265"/>
                    </a:lnTo>
                    <a:cubicBezTo>
                      <a:pt x="640" y="187"/>
                      <a:pt x="599" y="120"/>
                      <a:pt x="546" y="73"/>
                    </a:cubicBezTo>
                    <a:cubicBezTo>
                      <a:pt x="524" y="54"/>
                      <a:pt x="499" y="37"/>
                      <a:pt x="473" y="26"/>
                    </a:cubicBezTo>
                    <a:cubicBezTo>
                      <a:pt x="438" y="9"/>
                      <a:pt x="398" y="0"/>
                      <a:pt x="35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Google Shape;1329;p36"/>
              <p:cNvSpPr/>
              <p:nvPr/>
            </p:nvSpPr>
            <p:spPr>
              <a:xfrm>
                <a:off x="3992193" y="3349791"/>
                <a:ext cx="15396" cy="35512"/>
              </a:xfrm>
              <a:custGeom>
                <a:avLst/>
                <a:gdLst/>
                <a:ahLst/>
                <a:cxnLst/>
                <a:rect l="l" t="t" r="r" b="b"/>
                <a:pathLst>
                  <a:path w="658" h="1516" extrusionOk="0">
                    <a:moveTo>
                      <a:pt x="228" y="1"/>
                    </a:moveTo>
                    <a:cubicBezTo>
                      <a:pt x="87" y="66"/>
                      <a:pt x="1" y="248"/>
                      <a:pt x="45" y="432"/>
                    </a:cubicBezTo>
                    <a:lnTo>
                      <a:pt x="246" y="1278"/>
                    </a:lnTo>
                    <a:cubicBezTo>
                      <a:pt x="273" y="1390"/>
                      <a:pt x="342" y="1476"/>
                      <a:pt x="430" y="1516"/>
                    </a:cubicBezTo>
                    <a:cubicBezTo>
                      <a:pt x="572" y="1451"/>
                      <a:pt x="657" y="1269"/>
                      <a:pt x="615" y="1086"/>
                    </a:cubicBezTo>
                    <a:lnTo>
                      <a:pt x="414" y="240"/>
                    </a:lnTo>
                    <a:cubicBezTo>
                      <a:pt x="395" y="162"/>
                      <a:pt x="354" y="95"/>
                      <a:pt x="301" y="48"/>
                    </a:cubicBezTo>
                    <a:cubicBezTo>
                      <a:pt x="278" y="29"/>
                      <a:pt x="254" y="12"/>
                      <a:pt x="22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Google Shape;1330;p36"/>
              <p:cNvSpPr/>
              <p:nvPr/>
            </p:nvSpPr>
            <p:spPr>
              <a:xfrm>
                <a:off x="3782692" y="3251359"/>
                <a:ext cx="1159908" cy="151911"/>
              </a:xfrm>
              <a:custGeom>
                <a:avLst/>
                <a:gdLst/>
                <a:ahLst/>
                <a:cxnLst/>
                <a:rect l="l" t="t" r="r" b="b"/>
                <a:pathLst>
                  <a:path w="49574" h="6485" extrusionOk="0">
                    <a:moveTo>
                      <a:pt x="107" y="0"/>
                    </a:moveTo>
                    <a:cubicBezTo>
                      <a:pt x="61" y="123"/>
                      <a:pt x="25" y="254"/>
                      <a:pt x="1" y="388"/>
                    </a:cubicBezTo>
                    <a:lnTo>
                      <a:pt x="54" y="407"/>
                    </a:lnTo>
                    <a:lnTo>
                      <a:pt x="12453" y="4877"/>
                    </a:lnTo>
                    <a:cubicBezTo>
                      <a:pt x="15412" y="5943"/>
                      <a:pt x="18482" y="6485"/>
                      <a:pt x="21580" y="6485"/>
                    </a:cubicBezTo>
                    <a:lnTo>
                      <a:pt x="27993" y="6485"/>
                    </a:lnTo>
                    <a:cubicBezTo>
                      <a:pt x="31091" y="6485"/>
                      <a:pt x="34163" y="5943"/>
                      <a:pt x="37121" y="4877"/>
                    </a:cubicBezTo>
                    <a:lnTo>
                      <a:pt x="49520" y="407"/>
                    </a:lnTo>
                    <a:lnTo>
                      <a:pt x="49574" y="388"/>
                    </a:lnTo>
                    <a:cubicBezTo>
                      <a:pt x="49548" y="254"/>
                      <a:pt x="49513" y="123"/>
                      <a:pt x="49464" y="0"/>
                    </a:cubicBezTo>
                    <a:lnTo>
                      <a:pt x="37014" y="4490"/>
                    </a:lnTo>
                    <a:cubicBezTo>
                      <a:pt x="34090" y="5543"/>
                      <a:pt x="31054" y="6079"/>
                      <a:pt x="27992" y="6079"/>
                    </a:cubicBezTo>
                    <a:lnTo>
                      <a:pt x="21579" y="6079"/>
                    </a:lnTo>
                    <a:cubicBezTo>
                      <a:pt x="18517" y="6079"/>
                      <a:pt x="15481" y="5544"/>
                      <a:pt x="12558" y="4490"/>
                    </a:cubicBezTo>
                    <a:lnTo>
                      <a:pt x="10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Google Shape;1331;p36"/>
              <p:cNvSpPr/>
              <p:nvPr/>
            </p:nvSpPr>
            <p:spPr>
              <a:xfrm>
                <a:off x="3782762" y="3256396"/>
                <a:ext cx="1159837" cy="146875"/>
              </a:xfrm>
              <a:custGeom>
                <a:avLst/>
                <a:gdLst/>
                <a:ahLst/>
                <a:cxnLst/>
                <a:rect l="l" t="t" r="r" b="b"/>
                <a:pathLst>
                  <a:path w="49571" h="6270" extrusionOk="0">
                    <a:moveTo>
                      <a:pt x="39" y="1"/>
                    </a:moveTo>
                    <a:cubicBezTo>
                      <a:pt x="18" y="54"/>
                      <a:pt x="16" y="119"/>
                      <a:pt x="1" y="173"/>
                    </a:cubicBezTo>
                    <a:lnTo>
                      <a:pt x="12452" y="4662"/>
                    </a:lnTo>
                    <a:cubicBezTo>
                      <a:pt x="15411" y="5728"/>
                      <a:pt x="18481" y="6270"/>
                      <a:pt x="21579" y="6270"/>
                    </a:cubicBezTo>
                    <a:lnTo>
                      <a:pt x="27991" y="6270"/>
                    </a:lnTo>
                    <a:cubicBezTo>
                      <a:pt x="31090" y="6270"/>
                      <a:pt x="34162" y="5728"/>
                      <a:pt x="37119" y="4662"/>
                    </a:cubicBezTo>
                    <a:lnTo>
                      <a:pt x="49571" y="173"/>
                    </a:lnTo>
                    <a:cubicBezTo>
                      <a:pt x="49554" y="119"/>
                      <a:pt x="49551" y="52"/>
                      <a:pt x="49532" y="1"/>
                    </a:cubicBezTo>
                    <a:lnTo>
                      <a:pt x="37014" y="4522"/>
                    </a:lnTo>
                    <a:cubicBezTo>
                      <a:pt x="34090" y="5578"/>
                      <a:pt x="31055" y="6112"/>
                      <a:pt x="27991" y="6112"/>
                    </a:cubicBezTo>
                    <a:lnTo>
                      <a:pt x="21579" y="6112"/>
                    </a:lnTo>
                    <a:cubicBezTo>
                      <a:pt x="18517" y="6112"/>
                      <a:pt x="15481" y="5578"/>
                      <a:pt x="12557" y="4522"/>
                    </a:cubicBezTo>
                    <a:lnTo>
                      <a:pt x="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6"/>
              <p:cNvSpPr/>
              <p:nvPr/>
            </p:nvSpPr>
            <p:spPr>
              <a:xfrm>
                <a:off x="4780806" y="3327772"/>
                <a:ext cx="21105" cy="36754"/>
              </a:xfrm>
              <a:custGeom>
                <a:avLst/>
                <a:gdLst/>
                <a:ahLst/>
                <a:cxnLst/>
                <a:rect l="l" t="t" r="r" b="b"/>
                <a:pathLst>
                  <a:path w="902" h="1569" extrusionOk="0">
                    <a:moveTo>
                      <a:pt x="546" y="1"/>
                    </a:moveTo>
                    <a:cubicBezTo>
                      <a:pt x="505" y="1"/>
                      <a:pt x="465" y="10"/>
                      <a:pt x="429" y="26"/>
                    </a:cubicBezTo>
                    <a:cubicBezTo>
                      <a:pt x="404" y="38"/>
                      <a:pt x="379" y="55"/>
                      <a:pt x="357" y="74"/>
                    </a:cubicBezTo>
                    <a:cubicBezTo>
                      <a:pt x="303" y="121"/>
                      <a:pt x="262" y="187"/>
                      <a:pt x="245" y="265"/>
                    </a:cubicBezTo>
                    <a:lnTo>
                      <a:pt x="44" y="1111"/>
                    </a:lnTo>
                    <a:cubicBezTo>
                      <a:pt x="1" y="1295"/>
                      <a:pt x="87" y="1476"/>
                      <a:pt x="228" y="1542"/>
                    </a:cubicBezTo>
                    <a:cubicBezTo>
                      <a:pt x="264" y="1560"/>
                      <a:pt x="303" y="1569"/>
                      <a:pt x="344" y="1569"/>
                    </a:cubicBezTo>
                    <a:cubicBezTo>
                      <a:pt x="486" y="1569"/>
                      <a:pt x="609" y="1460"/>
                      <a:pt x="646" y="1304"/>
                    </a:cubicBezTo>
                    <a:lnTo>
                      <a:pt x="847" y="458"/>
                    </a:lnTo>
                    <a:cubicBezTo>
                      <a:pt x="901" y="228"/>
                      <a:pt x="752" y="1"/>
                      <a:pt x="54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6"/>
              <p:cNvSpPr/>
              <p:nvPr/>
            </p:nvSpPr>
            <p:spPr>
              <a:xfrm>
                <a:off x="4780806" y="3328381"/>
                <a:ext cx="15372" cy="35512"/>
              </a:xfrm>
              <a:custGeom>
                <a:avLst/>
                <a:gdLst/>
                <a:ahLst/>
                <a:cxnLst/>
                <a:rect l="l" t="t" r="r" b="b"/>
                <a:pathLst>
                  <a:path w="657" h="1516" extrusionOk="0">
                    <a:moveTo>
                      <a:pt x="430" y="0"/>
                    </a:moveTo>
                    <a:cubicBezTo>
                      <a:pt x="405" y="12"/>
                      <a:pt x="380" y="29"/>
                      <a:pt x="358" y="48"/>
                    </a:cubicBezTo>
                    <a:cubicBezTo>
                      <a:pt x="305" y="95"/>
                      <a:pt x="264" y="161"/>
                      <a:pt x="246" y="239"/>
                    </a:cubicBezTo>
                    <a:lnTo>
                      <a:pt x="45" y="1085"/>
                    </a:lnTo>
                    <a:cubicBezTo>
                      <a:pt x="1" y="1269"/>
                      <a:pt x="87" y="1450"/>
                      <a:pt x="228" y="1516"/>
                    </a:cubicBezTo>
                    <a:cubicBezTo>
                      <a:pt x="317" y="1476"/>
                      <a:pt x="385" y="1389"/>
                      <a:pt x="413" y="1278"/>
                    </a:cubicBezTo>
                    <a:lnTo>
                      <a:pt x="614" y="432"/>
                    </a:lnTo>
                    <a:cubicBezTo>
                      <a:pt x="657" y="248"/>
                      <a:pt x="572" y="66"/>
                      <a:pt x="4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6"/>
              <p:cNvSpPr/>
              <p:nvPr/>
            </p:nvSpPr>
            <p:spPr>
              <a:xfrm>
                <a:off x="4749266" y="3338500"/>
                <a:ext cx="21105" cy="36707"/>
              </a:xfrm>
              <a:custGeom>
                <a:avLst/>
                <a:gdLst/>
                <a:ahLst/>
                <a:cxnLst/>
                <a:rect l="l" t="t" r="r" b="b"/>
                <a:pathLst>
                  <a:path w="902" h="1567" extrusionOk="0">
                    <a:moveTo>
                      <a:pt x="546" y="1"/>
                    </a:moveTo>
                    <a:cubicBezTo>
                      <a:pt x="505" y="1"/>
                      <a:pt x="465" y="10"/>
                      <a:pt x="429" y="27"/>
                    </a:cubicBezTo>
                    <a:cubicBezTo>
                      <a:pt x="403" y="38"/>
                      <a:pt x="378" y="54"/>
                      <a:pt x="356" y="74"/>
                    </a:cubicBezTo>
                    <a:cubicBezTo>
                      <a:pt x="303" y="121"/>
                      <a:pt x="262" y="188"/>
                      <a:pt x="244" y="267"/>
                    </a:cubicBezTo>
                    <a:lnTo>
                      <a:pt x="42" y="1113"/>
                    </a:lnTo>
                    <a:cubicBezTo>
                      <a:pt x="0" y="1293"/>
                      <a:pt x="86" y="1475"/>
                      <a:pt x="228" y="1540"/>
                    </a:cubicBezTo>
                    <a:cubicBezTo>
                      <a:pt x="264" y="1559"/>
                      <a:pt x="303" y="1567"/>
                      <a:pt x="344" y="1567"/>
                    </a:cubicBezTo>
                    <a:cubicBezTo>
                      <a:pt x="485" y="1567"/>
                      <a:pt x="608" y="1459"/>
                      <a:pt x="645" y="1302"/>
                    </a:cubicBezTo>
                    <a:lnTo>
                      <a:pt x="846" y="457"/>
                    </a:lnTo>
                    <a:cubicBezTo>
                      <a:pt x="902" y="228"/>
                      <a:pt x="752" y="1"/>
                      <a:pt x="54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6"/>
              <p:cNvSpPr/>
              <p:nvPr/>
            </p:nvSpPr>
            <p:spPr>
              <a:xfrm>
                <a:off x="4749266" y="3339110"/>
                <a:ext cx="15372" cy="35489"/>
              </a:xfrm>
              <a:custGeom>
                <a:avLst/>
                <a:gdLst/>
                <a:ahLst/>
                <a:cxnLst/>
                <a:rect l="l" t="t" r="r" b="b"/>
                <a:pathLst>
                  <a:path w="657" h="1515" extrusionOk="0">
                    <a:moveTo>
                      <a:pt x="430" y="1"/>
                    </a:moveTo>
                    <a:cubicBezTo>
                      <a:pt x="404" y="12"/>
                      <a:pt x="379" y="28"/>
                      <a:pt x="357" y="48"/>
                    </a:cubicBezTo>
                    <a:cubicBezTo>
                      <a:pt x="305" y="95"/>
                      <a:pt x="264" y="162"/>
                      <a:pt x="245" y="241"/>
                    </a:cubicBezTo>
                    <a:lnTo>
                      <a:pt x="44" y="1087"/>
                    </a:lnTo>
                    <a:cubicBezTo>
                      <a:pt x="0" y="1267"/>
                      <a:pt x="86" y="1449"/>
                      <a:pt x="228" y="1514"/>
                    </a:cubicBezTo>
                    <a:cubicBezTo>
                      <a:pt x="316" y="1474"/>
                      <a:pt x="385" y="1387"/>
                      <a:pt x="412" y="1276"/>
                    </a:cubicBezTo>
                    <a:lnTo>
                      <a:pt x="613" y="431"/>
                    </a:lnTo>
                    <a:cubicBezTo>
                      <a:pt x="656" y="248"/>
                      <a:pt x="571" y="66"/>
                      <a:pt x="4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6"/>
              <p:cNvSpPr/>
              <p:nvPr/>
            </p:nvSpPr>
            <p:spPr>
              <a:xfrm>
                <a:off x="4717703" y="3349206"/>
                <a:ext cx="21105" cy="36754"/>
              </a:xfrm>
              <a:custGeom>
                <a:avLst/>
                <a:gdLst/>
                <a:ahLst/>
                <a:cxnLst/>
                <a:rect l="l" t="t" r="r" b="b"/>
                <a:pathLst>
                  <a:path w="902" h="1569" extrusionOk="0">
                    <a:moveTo>
                      <a:pt x="546" y="0"/>
                    </a:moveTo>
                    <a:cubicBezTo>
                      <a:pt x="505" y="0"/>
                      <a:pt x="465" y="9"/>
                      <a:pt x="429" y="26"/>
                    </a:cubicBezTo>
                    <a:cubicBezTo>
                      <a:pt x="403" y="37"/>
                      <a:pt x="379" y="54"/>
                      <a:pt x="356" y="73"/>
                    </a:cubicBezTo>
                    <a:cubicBezTo>
                      <a:pt x="303" y="120"/>
                      <a:pt x="262" y="187"/>
                      <a:pt x="243" y="265"/>
                    </a:cubicBezTo>
                    <a:lnTo>
                      <a:pt x="41" y="1111"/>
                    </a:lnTo>
                    <a:cubicBezTo>
                      <a:pt x="0" y="1294"/>
                      <a:pt x="87" y="1476"/>
                      <a:pt x="228" y="1541"/>
                    </a:cubicBezTo>
                    <a:cubicBezTo>
                      <a:pt x="264" y="1559"/>
                      <a:pt x="303" y="1568"/>
                      <a:pt x="344" y="1568"/>
                    </a:cubicBezTo>
                    <a:cubicBezTo>
                      <a:pt x="486" y="1568"/>
                      <a:pt x="609" y="1459"/>
                      <a:pt x="646" y="1303"/>
                    </a:cubicBezTo>
                    <a:lnTo>
                      <a:pt x="847" y="457"/>
                    </a:lnTo>
                    <a:cubicBezTo>
                      <a:pt x="902" y="227"/>
                      <a:pt x="752" y="0"/>
                      <a:pt x="54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6"/>
              <p:cNvSpPr/>
              <p:nvPr/>
            </p:nvSpPr>
            <p:spPr>
              <a:xfrm>
                <a:off x="4717703" y="3349791"/>
                <a:ext cx="15372" cy="35512"/>
              </a:xfrm>
              <a:custGeom>
                <a:avLst/>
                <a:gdLst/>
                <a:ahLst/>
                <a:cxnLst/>
                <a:rect l="l" t="t" r="r" b="b"/>
                <a:pathLst>
                  <a:path w="657" h="1516" extrusionOk="0">
                    <a:moveTo>
                      <a:pt x="430" y="1"/>
                    </a:moveTo>
                    <a:cubicBezTo>
                      <a:pt x="405" y="12"/>
                      <a:pt x="380" y="29"/>
                      <a:pt x="357" y="48"/>
                    </a:cubicBezTo>
                    <a:cubicBezTo>
                      <a:pt x="305" y="95"/>
                      <a:pt x="264" y="162"/>
                      <a:pt x="245" y="240"/>
                    </a:cubicBezTo>
                    <a:lnTo>
                      <a:pt x="44" y="1086"/>
                    </a:lnTo>
                    <a:cubicBezTo>
                      <a:pt x="0" y="1269"/>
                      <a:pt x="87" y="1451"/>
                      <a:pt x="228" y="1516"/>
                    </a:cubicBezTo>
                    <a:cubicBezTo>
                      <a:pt x="316" y="1476"/>
                      <a:pt x="385" y="1390"/>
                      <a:pt x="413" y="1278"/>
                    </a:cubicBezTo>
                    <a:lnTo>
                      <a:pt x="614" y="432"/>
                    </a:lnTo>
                    <a:cubicBezTo>
                      <a:pt x="657" y="248"/>
                      <a:pt x="572" y="66"/>
                      <a:pt x="4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6"/>
              <p:cNvSpPr/>
              <p:nvPr/>
            </p:nvSpPr>
            <p:spPr>
              <a:xfrm>
                <a:off x="3837676" y="3346816"/>
                <a:ext cx="340153" cy="367819"/>
              </a:xfrm>
              <a:custGeom>
                <a:avLst/>
                <a:gdLst/>
                <a:ahLst/>
                <a:cxnLst/>
                <a:rect l="l" t="t" r="r" b="b"/>
                <a:pathLst>
                  <a:path w="14538" h="15702" extrusionOk="0">
                    <a:moveTo>
                      <a:pt x="0" y="1"/>
                    </a:moveTo>
                    <a:lnTo>
                      <a:pt x="1608" y="14187"/>
                    </a:lnTo>
                    <a:cubicBezTo>
                      <a:pt x="1706" y="15050"/>
                      <a:pt x="2347" y="15701"/>
                      <a:pt x="3099" y="15701"/>
                    </a:cubicBezTo>
                    <a:lnTo>
                      <a:pt x="11642" y="15701"/>
                    </a:lnTo>
                    <a:cubicBezTo>
                      <a:pt x="13239" y="15701"/>
                      <a:pt x="14537" y="14198"/>
                      <a:pt x="14537" y="12350"/>
                    </a:cubicBezTo>
                    <a:lnTo>
                      <a:pt x="14537" y="5078"/>
                    </a:lnTo>
                    <a:lnTo>
                      <a:pt x="13960" y="4878"/>
                    </a:lnTo>
                    <a:lnTo>
                      <a:pt x="13689" y="4785"/>
                    </a:lnTo>
                    <a:lnTo>
                      <a:pt x="13689" y="12351"/>
                    </a:lnTo>
                    <a:cubicBezTo>
                      <a:pt x="13689" y="13656"/>
                      <a:pt x="12770" y="14718"/>
                      <a:pt x="11643" y="14718"/>
                    </a:cubicBezTo>
                    <a:lnTo>
                      <a:pt x="3100" y="14718"/>
                    </a:lnTo>
                    <a:cubicBezTo>
                      <a:pt x="2773" y="14718"/>
                      <a:pt x="2495" y="14434"/>
                      <a:pt x="2453" y="14060"/>
                    </a:cubicBezTo>
                    <a:lnTo>
                      <a:pt x="1039" y="1589"/>
                    </a:lnTo>
                    <a:lnTo>
                      <a:pt x="1010" y="1337"/>
                    </a:lnTo>
                    <a:lnTo>
                      <a:pt x="850" y="1278"/>
                    </a:lnTo>
                    <a:lnTo>
                      <a:pt x="744" y="1238"/>
                    </a:lnTo>
                    <a:cubicBezTo>
                      <a:pt x="635" y="1209"/>
                      <a:pt x="547" y="1129"/>
                      <a:pt x="494" y="1022"/>
                    </a:cubicBezTo>
                    <a:cubicBezTo>
                      <a:pt x="477" y="988"/>
                      <a:pt x="465" y="953"/>
                      <a:pt x="456" y="915"/>
                    </a:cubicBezTo>
                    <a:cubicBezTo>
                      <a:pt x="446" y="878"/>
                      <a:pt x="441" y="837"/>
                      <a:pt x="441" y="796"/>
                    </a:cubicBezTo>
                    <a:lnTo>
                      <a:pt x="441" y="703"/>
                    </a:lnTo>
                    <a:cubicBezTo>
                      <a:pt x="215" y="626"/>
                      <a:pt x="59" y="386"/>
                      <a:pt x="59" y="111"/>
                    </a:cubicBezTo>
                    <a:lnTo>
                      <a:pt x="59" y="26"/>
                    </a:lnTo>
                    <a:cubicBezTo>
                      <a:pt x="39" y="18"/>
                      <a:pt x="20" y="10"/>
                      <a:pt x="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6"/>
              <p:cNvSpPr/>
              <p:nvPr/>
            </p:nvSpPr>
            <p:spPr>
              <a:xfrm>
                <a:off x="3849141" y="3370757"/>
                <a:ext cx="318604" cy="332986"/>
              </a:xfrm>
              <a:custGeom>
                <a:avLst/>
                <a:gdLst/>
                <a:ahLst/>
                <a:cxnLst/>
                <a:rect l="l" t="t" r="r" b="b"/>
                <a:pathLst>
                  <a:path w="13617" h="14215" extrusionOk="0">
                    <a:moveTo>
                      <a:pt x="0" y="0"/>
                    </a:moveTo>
                    <a:lnTo>
                      <a:pt x="1449" y="12791"/>
                    </a:lnTo>
                    <a:cubicBezTo>
                      <a:pt x="1544" y="13602"/>
                      <a:pt x="2146" y="14214"/>
                      <a:pt x="2853" y="14214"/>
                    </a:cubicBezTo>
                    <a:lnTo>
                      <a:pt x="10892" y="14214"/>
                    </a:lnTo>
                    <a:cubicBezTo>
                      <a:pt x="12394" y="14214"/>
                      <a:pt x="13617" y="12801"/>
                      <a:pt x="13617" y="11061"/>
                    </a:cubicBezTo>
                    <a:lnTo>
                      <a:pt x="13617" y="3908"/>
                    </a:lnTo>
                    <a:lnTo>
                      <a:pt x="13196" y="3763"/>
                    </a:lnTo>
                    <a:lnTo>
                      <a:pt x="13196" y="11329"/>
                    </a:lnTo>
                    <a:cubicBezTo>
                      <a:pt x="13196" y="12634"/>
                      <a:pt x="12277" y="13696"/>
                      <a:pt x="11150" y="13696"/>
                    </a:cubicBezTo>
                    <a:lnTo>
                      <a:pt x="2607" y="13696"/>
                    </a:lnTo>
                    <a:cubicBezTo>
                      <a:pt x="2280" y="13696"/>
                      <a:pt x="2002" y="13412"/>
                      <a:pt x="1960" y="13038"/>
                    </a:cubicBezTo>
                    <a:lnTo>
                      <a:pt x="516" y="315"/>
                    </a:lnTo>
                    <a:lnTo>
                      <a:pt x="250" y="216"/>
                    </a:lnTo>
                    <a:cubicBezTo>
                      <a:pt x="141" y="187"/>
                      <a:pt x="53" y="107"/>
                      <a:pt x="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6"/>
              <p:cNvSpPr/>
              <p:nvPr/>
            </p:nvSpPr>
            <p:spPr>
              <a:xfrm>
                <a:off x="4558085" y="3341265"/>
                <a:ext cx="340691" cy="373371"/>
              </a:xfrm>
              <a:custGeom>
                <a:avLst/>
                <a:gdLst/>
                <a:ahLst/>
                <a:cxnLst/>
                <a:rect l="l" t="t" r="r" b="b"/>
                <a:pathLst>
                  <a:path w="14561" h="15939" extrusionOk="0">
                    <a:moveTo>
                      <a:pt x="14560" y="1"/>
                    </a:moveTo>
                    <a:cubicBezTo>
                      <a:pt x="14432" y="73"/>
                      <a:pt x="14298" y="140"/>
                      <a:pt x="14154" y="206"/>
                    </a:cubicBezTo>
                    <a:lnTo>
                      <a:pt x="14154" y="492"/>
                    </a:lnTo>
                    <a:cubicBezTo>
                      <a:pt x="14154" y="591"/>
                      <a:pt x="14134" y="687"/>
                      <a:pt x="14097" y="771"/>
                    </a:cubicBezTo>
                    <a:cubicBezTo>
                      <a:pt x="14032" y="920"/>
                      <a:pt x="13916" y="1036"/>
                      <a:pt x="13773" y="1084"/>
                    </a:cubicBezTo>
                    <a:lnTo>
                      <a:pt x="13773" y="1176"/>
                    </a:lnTo>
                    <a:cubicBezTo>
                      <a:pt x="13773" y="1365"/>
                      <a:pt x="13671" y="1531"/>
                      <a:pt x="13522" y="1600"/>
                    </a:cubicBezTo>
                    <a:lnTo>
                      <a:pt x="12087" y="14294"/>
                    </a:lnTo>
                    <a:cubicBezTo>
                      <a:pt x="12045" y="14670"/>
                      <a:pt x="11766" y="14952"/>
                      <a:pt x="11439" y="14952"/>
                    </a:cubicBezTo>
                    <a:lnTo>
                      <a:pt x="2897" y="14952"/>
                    </a:lnTo>
                    <a:cubicBezTo>
                      <a:pt x="1768" y="14952"/>
                      <a:pt x="851" y="13891"/>
                      <a:pt x="851" y="12585"/>
                    </a:cubicBezTo>
                    <a:lnTo>
                      <a:pt x="851" y="4869"/>
                    </a:lnTo>
                    <a:lnTo>
                      <a:pt x="430" y="5016"/>
                    </a:lnTo>
                    <a:lnTo>
                      <a:pt x="0" y="5165"/>
                    </a:lnTo>
                    <a:lnTo>
                      <a:pt x="0" y="12587"/>
                    </a:lnTo>
                    <a:cubicBezTo>
                      <a:pt x="0" y="14435"/>
                      <a:pt x="1299" y="15938"/>
                      <a:pt x="2897" y="15938"/>
                    </a:cubicBezTo>
                    <a:lnTo>
                      <a:pt x="11439" y="15938"/>
                    </a:lnTo>
                    <a:cubicBezTo>
                      <a:pt x="12191" y="15938"/>
                      <a:pt x="12832" y="15287"/>
                      <a:pt x="12930" y="14424"/>
                    </a:cubicBezTo>
                    <a:lnTo>
                      <a:pt x="1456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6"/>
              <p:cNvSpPr/>
              <p:nvPr/>
            </p:nvSpPr>
            <p:spPr>
              <a:xfrm>
                <a:off x="4568099" y="3359349"/>
                <a:ext cx="319820" cy="344394"/>
              </a:xfrm>
              <a:custGeom>
                <a:avLst/>
                <a:gdLst/>
                <a:ahLst/>
                <a:cxnLst/>
                <a:rect l="l" t="t" r="r" b="b"/>
                <a:pathLst>
                  <a:path w="13669" h="14702" extrusionOk="0">
                    <a:moveTo>
                      <a:pt x="13669" y="0"/>
                    </a:moveTo>
                    <a:cubicBezTo>
                      <a:pt x="13603" y="149"/>
                      <a:pt x="13488" y="265"/>
                      <a:pt x="13343" y="313"/>
                    </a:cubicBezTo>
                    <a:lnTo>
                      <a:pt x="13343" y="405"/>
                    </a:lnTo>
                    <a:cubicBezTo>
                      <a:pt x="13343" y="594"/>
                      <a:pt x="13241" y="761"/>
                      <a:pt x="13092" y="829"/>
                    </a:cubicBezTo>
                    <a:lnTo>
                      <a:pt x="11657" y="13524"/>
                    </a:lnTo>
                    <a:cubicBezTo>
                      <a:pt x="11615" y="13899"/>
                      <a:pt x="11337" y="14182"/>
                      <a:pt x="11009" y="14182"/>
                    </a:cubicBezTo>
                    <a:lnTo>
                      <a:pt x="2467" y="14182"/>
                    </a:lnTo>
                    <a:cubicBezTo>
                      <a:pt x="1338" y="14182"/>
                      <a:pt x="421" y="13120"/>
                      <a:pt x="421" y="11815"/>
                    </a:cubicBezTo>
                    <a:lnTo>
                      <a:pt x="421" y="4099"/>
                    </a:lnTo>
                    <a:lnTo>
                      <a:pt x="0" y="4244"/>
                    </a:lnTo>
                    <a:lnTo>
                      <a:pt x="0" y="11548"/>
                    </a:lnTo>
                    <a:cubicBezTo>
                      <a:pt x="0" y="13288"/>
                      <a:pt x="1224" y="14701"/>
                      <a:pt x="2726" y="14701"/>
                    </a:cubicBezTo>
                    <a:lnTo>
                      <a:pt x="10763" y="14701"/>
                    </a:lnTo>
                    <a:cubicBezTo>
                      <a:pt x="11471" y="14701"/>
                      <a:pt x="12075" y="14089"/>
                      <a:pt x="12167" y="13278"/>
                    </a:cubicBezTo>
                    <a:lnTo>
                      <a:pt x="1366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6"/>
              <p:cNvSpPr/>
              <p:nvPr/>
            </p:nvSpPr>
            <p:spPr>
              <a:xfrm>
                <a:off x="4889253" y="3346043"/>
                <a:ext cx="164" cy="1288"/>
              </a:xfrm>
              <a:custGeom>
                <a:avLst/>
                <a:gdLst/>
                <a:ahLst/>
                <a:cxnLst/>
                <a:rect l="l" t="t" r="r" b="b"/>
                <a:pathLst>
                  <a:path w="7" h="55" extrusionOk="0">
                    <a:moveTo>
                      <a:pt x="6" y="1"/>
                    </a:moveTo>
                    <a:lnTo>
                      <a:pt x="6" y="1"/>
                    </a:lnTo>
                    <a:cubicBezTo>
                      <a:pt x="4" y="2"/>
                      <a:pt x="3" y="2"/>
                      <a:pt x="0" y="4"/>
                    </a:cubicBezTo>
                    <a:lnTo>
                      <a:pt x="0" y="54"/>
                    </a:lnTo>
                    <a:lnTo>
                      <a:pt x="6" y="1"/>
                    </a:lnTo>
                    <a:close/>
                  </a:path>
                </a:pathLst>
              </a:custGeom>
              <a:solidFill>
                <a:srgbClr val="BABCB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6"/>
              <p:cNvSpPr/>
              <p:nvPr/>
            </p:nvSpPr>
            <p:spPr>
              <a:xfrm>
                <a:off x="4115638" y="3768794"/>
                <a:ext cx="35471" cy="14992"/>
              </a:xfrm>
              <a:custGeom>
                <a:avLst/>
                <a:gdLst/>
                <a:ahLst/>
                <a:cxnLst/>
                <a:rect l="l" t="t" r="r" b="b"/>
                <a:pathLst>
                  <a:path w="1516" h="640" extrusionOk="0">
                    <a:moveTo>
                      <a:pt x="10" y="1"/>
                    </a:moveTo>
                    <a:lnTo>
                      <a:pt x="4" y="283"/>
                    </a:lnTo>
                    <a:cubicBezTo>
                      <a:pt x="0" y="460"/>
                      <a:pt x="122" y="607"/>
                      <a:pt x="274" y="611"/>
                    </a:cubicBezTo>
                    <a:lnTo>
                      <a:pt x="1225" y="640"/>
                    </a:lnTo>
                    <a:cubicBezTo>
                      <a:pt x="1226" y="640"/>
                      <a:pt x="1228" y="640"/>
                      <a:pt x="1230" y="640"/>
                    </a:cubicBezTo>
                    <a:cubicBezTo>
                      <a:pt x="1381" y="640"/>
                      <a:pt x="1506" y="501"/>
                      <a:pt x="1509" y="327"/>
                    </a:cubicBezTo>
                    <a:lnTo>
                      <a:pt x="1516" y="45"/>
                    </a:lnTo>
                    <a:lnTo>
                      <a:pt x="10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6"/>
              <p:cNvSpPr/>
              <p:nvPr/>
            </p:nvSpPr>
            <p:spPr>
              <a:xfrm>
                <a:off x="4118165" y="3535294"/>
                <a:ext cx="13851" cy="45702"/>
              </a:xfrm>
              <a:custGeom>
                <a:avLst/>
                <a:gdLst/>
                <a:ahLst/>
                <a:cxnLst/>
                <a:rect l="l" t="t" r="r" b="b"/>
                <a:pathLst>
                  <a:path w="592" h="1951" extrusionOk="0">
                    <a:moveTo>
                      <a:pt x="114" y="1"/>
                    </a:moveTo>
                    <a:cubicBezTo>
                      <a:pt x="72" y="1"/>
                      <a:pt x="34" y="38"/>
                      <a:pt x="33" y="92"/>
                    </a:cubicBezTo>
                    <a:lnTo>
                      <a:pt x="1" y="1568"/>
                    </a:lnTo>
                    <a:cubicBezTo>
                      <a:pt x="1" y="1598"/>
                      <a:pt x="14" y="1627"/>
                      <a:pt x="35" y="1645"/>
                    </a:cubicBezTo>
                    <a:lnTo>
                      <a:pt x="369" y="1932"/>
                    </a:lnTo>
                    <a:cubicBezTo>
                      <a:pt x="384" y="1945"/>
                      <a:pt x="401" y="1951"/>
                      <a:pt x="417" y="1951"/>
                    </a:cubicBezTo>
                    <a:cubicBezTo>
                      <a:pt x="455" y="1951"/>
                      <a:pt x="492" y="1919"/>
                      <a:pt x="497" y="1869"/>
                    </a:cubicBezTo>
                    <a:lnTo>
                      <a:pt x="571" y="1241"/>
                    </a:lnTo>
                    <a:lnTo>
                      <a:pt x="571" y="1231"/>
                    </a:lnTo>
                    <a:lnTo>
                      <a:pt x="591" y="362"/>
                    </a:lnTo>
                    <a:cubicBezTo>
                      <a:pt x="592" y="327"/>
                      <a:pt x="576" y="296"/>
                      <a:pt x="551" y="278"/>
                    </a:cubicBezTo>
                    <a:lnTo>
                      <a:pt x="155" y="14"/>
                    </a:lnTo>
                    <a:cubicBezTo>
                      <a:pt x="142" y="5"/>
                      <a:pt x="128" y="1"/>
                      <a:pt x="11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6"/>
              <p:cNvSpPr/>
              <p:nvPr/>
            </p:nvSpPr>
            <p:spPr>
              <a:xfrm>
                <a:off x="4144230" y="3536278"/>
                <a:ext cx="13805" cy="45281"/>
              </a:xfrm>
              <a:custGeom>
                <a:avLst/>
                <a:gdLst/>
                <a:ahLst/>
                <a:cxnLst/>
                <a:rect l="l" t="t" r="r" b="b"/>
                <a:pathLst>
                  <a:path w="590" h="1933" extrusionOk="0">
                    <a:moveTo>
                      <a:pt x="507" y="0"/>
                    </a:moveTo>
                    <a:cubicBezTo>
                      <a:pt x="495" y="0"/>
                      <a:pt x="482" y="4"/>
                      <a:pt x="470" y="11"/>
                    </a:cubicBezTo>
                    <a:lnTo>
                      <a:pt x="64" y="254"/>
                    </a:lnTo>
                    <a:cubicBezTo>
                      <a:pt x="39" y="269"/>
                      <a:pt x="20" y="300"/>
                      <a:pt x="20" y="334"/>
                    </a:cubicBezTo>
                    <a:lnTo>
                      <a:pt x="1" y="1203"/>
                    </a:lnTo>
                    <a:lnTo>
                      <a:pt x="1" y="1214"/>
                    </a:lnTo>
                    <a:lnTo>
                      <a:pt x="49" y="1845"/>
                    </a:lnTo>
                    <a:cubicBezTo>
                      <a:pt x="53" y="1897"/>
                      <a:pt x="90" y="1932"/>
                      <a:pt x="130" y="1932"/>
                    </a:cubicBezTo>
                    <a:cubicBezTo>
                      <a:pt x="144" y="1932"/>
                      <a:pt x="160" y="1927"/>
                      <a:pt x="174" y="1916"/>
                    </a:cubicBezTo>
                    <a:lnTo>
                      <a:pt x="521" y="1649"/>
                    </a:lnTo>
                    <a:cubicBezTo>
                      <a:pt x="542" y="1633"/>
                      <a:pt x="557" y="1604"/>
                      <a:pt x="557" y="1574"/>
                    </a:cubicBezTo>
                    <a:lnTo>
                      <a:pt x="588" y="97"/>
                    </a:lnTo>
                    <a:cubicBezTo>
                      <a:pt x="589" y="41"/>
                      <a:pt x="550" y="0"/>
                      <a:pt x="507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6"/>
              <p:cNvSpPr/>
              <p:nvPr/>
            </p:nvSpPr>
            <p:spPr>
              <a:xfrm>
                <a:off x="4096101" y="3550192"/>
                <a:ext cx="76065" cy="230713"/>
              </a:xfrm>
              <a:custGeom>
                <a:avLst/>
                <a:gdLst/>
                <a:ahLst/>
                <a:cxnLst/>
                <a:rect l="l" t="t" r="r" b="b"/>
                <a:pathLst>
                  <a:path w="3251" h="9849" extrusionOk="0">
                    <a:moveTo>
                      <a:pt x="1528" y="0"/>
                    </a:moveTo>
                    <a:cubicBezTo>
                      <a:pt x="1451" y="658"/>
                      <a:pt x="1353" y="1312"/>
                      <a:pt x="1236" y="1962"/>
                    </a:cubicBezTo>
                    <a:cubicBezTo>
                      <a:pt x="1232" y="1984"/>
                      <a:pt x="1229" y="2004"/>
                      <a:pt x="1225" y="2026"/>
                    </a:cubicBezTo>
                    <a:cubicBezTo>
                      <a:pt x="1219" y="2057"/>
                      <a:pt x="1214" y="2090"/>
                      <a:pt x="1206" y="2122"/>
                    </a:cubicBezTo>
                    <a:cubicBezTo>
                      <a:pt x="1204" y="2136"/>
                      <a:pt x="1201" y="2149"/>
                      <a:pt x="1199" y="2163"/>
                    </a:cubicBezTo>
                    <a:cubicBezTo>
                      <a:pt x="1050" y="2985"/>
                      <a:pt x="867" y="3800"/>
                      <a:pt x="658" y="4605"/>
                    </a:cubicBezTo>
                    <a:cubicBezTo>
                      <a:pt x="345" y="5804"/>
                      <a:pt x="183" y="6557"/>
                      <a:pt x="98" y="7059"/>
                    </a:cubicBezTo>
                    <a:cubicBezTo>
                      <a:pt x="87" y="7123"/>
                      <a:pt x="77" y="7182"/>
                      <a:pt x="68" y="7239"/>
                    </a:cubicBezTo>
                    <a:cubicBezTo>
                      <a:pt x="52" y="7349"/>
                      <a:pt x="39" y="7447"/>
                      <a:pt x="30" y="7533"/>
                    </a:cubicBezTo>
                    <a:cubicBezTo>
                      <a:pt x="22" y="7604"/>
                      <a:pt x="16" y="7665"/>
                      <a:pt x="12" y="7723"/>
                    </a:cubicBezTo>
                    <a:cubicBezTo>
                      <a:pt x="10" y="7757"/>
                      <a:pt x="7" y="7789"/>
                      <a:pt x="6" y="7820"/>
                    </a:cubicBezTo>
                    <a:cubicBezTo>
                      <a:pt x="5" y="7854"/>
                      <a:pt x="1" y="7887"/>
                      <a:pt x="1" y="7922"/>
                    </a:cubicBezTo>
                    <a:cubicBezTo>
                      <a:pt x="0" y="7959"/>
                      <a:pt x="0" y="7995"/>
                      <a:pt x="1" y="8033"/>
                    </a:cubicBezTo>
                    <a:cubicBezTo>
                      <a:pt x="5" y="8105"/>
                      <a:pt x="10" y="8177"/>
                      <a:pt x="19" y="8246"/>
                    </a:cubicBezTo>
                    <a:cubicBezTo>
                      <a:pt x="132" y="9134"/>
                      <a:pt x="783" y="9825"/>
                      <a:pt x="1585" y="9849"/>
                    </a:cubicBezTo>
                    <a:cubicBezTo>
                      <a:pt x="1598" y="9849"/>
                      <a:pt x="1610" y="9849"/>
                      <a:pt x="1623" y="9849"/>
                    </a:cubicBezTo>
                    <a:cubicBezTo>
                      <a:pt x="1667" y="9849"/>
                      <a:pt x="1710" y="9847"/>
                      <a:pt x="1754" y="9843"/>
                    </a:cubicBezTo>
                    <a:cubicBezTo>
                      <a:pt x="2481" y="9778"/>
                      <a:pt x="3077" y="9156"/>
                      <a:pt x="3219" y="8338"/>
                    </a:cubicBezTo>
                    <a:cubicBezTo>
                      <a:pt x="3230" y="8270"/>
                      <a:pt x="3239" y="8199"/>
                      <a:pt x="3244" y="8128"/>
                    </a:cubicBezTo>
                    <a:cubicBezTo>
                      <a:pt x="3246" y="8092"/>
                      <a:pt x="3248" y="8055"/>
                      <a:pt x="3249" y="8016"/>
                    </a:cubicBezTo>
                    <a:cubicBezTo>
                      <a:pt x="3250" y="7983"/>
                      <a:pt x="3250" y="7949"/>
                      <a:pt x="3249" y="7916"/>
                    </a:cubicBezTo>
                    <a:cubicBezTo>
                      <a:pt x="3249" y="7886"/>
                      <a:pt x="3249" y="7854"/>
                      <a:pt x="3248" y="7819"/>
                    </a:cubicBezTo>
                    <a:cubicBezTo>
                      <a:pt x="3246" y="7762"/>
                      <a:pt x="3244" y="7698"/>
                      <a:pt x="3239" y="7628"/>
                    </a:cubicBezTo>
                    <a:cubicBezTo>
                      <a:pt x="3234" y="7541"/>
                      <a:pt x="3225" y="7445"/>
                      <a:pt x="3213" y="7332"/>
                    </a:cubicBezTo>
                    <a:cubicBezTo>
                      <a:pt x="3208" y="7275"/>
                      <a:pt x="3200" y="7215"/>
                      <a:pt x="3193" y="7151"/>
                    </a:cubicBezTo>
                    <a:cubicBezTo>
                      <a:pt x="3128" y="6635"/>
                      <a:pt x="2995" y="5860"/>
                      <a:pt x="2727" y="4610"/>
                    </a:cubicBezTo>
                    <a:cubicBezTo>
                      <a:pt x="2557" y="3813"/>
                      <a:pt x="2415" y="3009"/>
                      <a:pt x="2302" y="2199"/>
                    </a:cubicBezTo>
                    <a:cubicBezTo>
                      <a:pt x="2301" y="2185"/>
                      <a:pt x="2298" y="2172"/>
                      <a:pt x="2297" y="2158"/>
                    </a:cubicBezTo>
                    <a:cubicBezTo>
                      <a:pt x="2291" y="2123"/>
                      <a:pt x="2287" y="2088"/>
                      <a:pt x="2282" y="2054"/>
                    </a:cubicBezTo>
                    <a:cubicBezTo>
                      <a:pt x="2280" y="2035"/>
                      <a:pt x="2277" y="2014"/>
                      <a:pt x="2275" y="1995"/>
                    </a:cubicBezTo>
                    <a:cubicBezTo>
                      <a:pt x="2191" y="1368"/>
                      <a:pt x="2126" y="739"/>
                      <a:pt x="2078" y="108"/>
                    </a:cubicBezTo>
                    <a:lnTo>
                      <a:pt x="2072" y="16"/>
                    </a:lnTo>
                    <a:lnTo>
                      <a:pt x="1815" y="8"/>
                    </a:lnTo>
                    <a:lnTo>
                      <a:pt x="1528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6"/>
              <p:cNvSpPr/>
              <p:nvPr/>
            </p:nvSpPr>
            <p:spPr>
              <a:xfrm>
                <a:off x="4135456" y="3534216"/>
                <a:ext cx="6154" cy="52378"/>
              </a:xfrm>
              <a:custGeom>
                <a:avLst/>
                <a:gdLst/>
                <a:ahLst/>
                <a:cxnLst/>
                <a:rect l="l" t="t" r="r" b="b"/>
                <a:pathLst>
                  <a:path w="263" h="2236" extrusionOk="0">
                    <a:moveTo>
                      <a:pt x="36" y="0"/>
                    </a:moveTo>
                    <a:cubicBezTo>
                      <a:pt x="16" y="0"/>
                      <a:pt x="0" y="19"/>
                      <a:pt x="0" y="41"/>
                    </a:cubicBezTo>
                    <a:lnTo>
                      <a:pt x="45" y="2196"/>
                    </a:lnTo>
                    <a:cubicBezTo>
                      <a:pt x="45" y="2218"/>
                      <a:pt x="61" y="2235"/>
                      <a:pt x="87" y="2236"/>
                    </a:cubicBezTo>
                    <a:cubicBezTo>
                      <a:pt x="107" y="2236"/>
                      <a:pt x="122" y="2219"/>
                      <a:pt x="123" y="2199"/>
                    </a:cubicBezTo>
                    <a:lnTo>
                      <a:pt x="262" y="49"/>
                    </a:lnTo>
                    <a:cubicBezTo>
                      <a:pt x="263" y="26"/>
                      <a:pt x="248" y="6"/>
                      <a:pt x="229" y="5"/>
                    </a:cubicBezTo>
                    <a:lnTo>
                      <a:pt x="36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6"/>
              <p:cNvSpPr/>
              <p:nvPr/>
            </p:nvSpPr>
            <p:spPr>
              <a:xfrm>
                <a:off x="4129583" y="3589944"/>
                <a:ext cx="2761" cy="3139"/>
              </a:xfrm>
              <a:custGeom>
                <a:avLst/>
                <a:gdLst/>
                <a:ahLst/>
                <a:cxnLst/>
                <a:rect l="l" t="t" r="r" b="b"/>
                <a:pathLst>
                  <a:path w="118" h="134" extrusionOk="0">
                    <a:moveTo>
                      <a:pt x="59" y="0"/>
                    </a:moveTo>
                    <a:cubicBezTo>
                      <a:pt x="29" y="0"/>
                      <a:pt x="3" y="30"/>
                      <a:pt x="1" y="66"/>
                    </a:cubicBezTo>
                    <a:cubicBezTo>
                      <a:pt x="0" y="102"/>
                      <a:pt x="26" y="133"/>
                      <a:pt x="57" y="134"/>
                    </a:cubicBezTo>
                    <a:cubicBezTo>
                      <a:pt x="90" y="134"/>
                      <a:pt x="116" y="105"/>
                      <a:pt x="117" y="68"/>
                    </a:cubicBezTo>
                    <a:cubicBezTo>
                      <a:pt x="118" y="32"/>
                      <a:pt x="92" y="1"/>
                      <a:pt x="61" y="0"/>
                    </a:cubicBezTo>
                    <a:cubicBezTo>
                      <a:pt x="60" y="0"/>
                      <a:pt x="60" y="0"/>
                      <a:pt x="5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6"/>
              <p:cNvSpPr/>
              <p:nvPr/>
            </p:nvSpPr>
            <p:spPr>
              <a:xfrm>
                <a:off x="4130425" y="3579286"/>
                <a:ext cx="2784" cy="3139"/>
              </a:xfrm>
              <a:custGeom>
                <a:avLst/>
                <a:gdLst/>
                <a:ahLst/>
                <a:cxnLst/>
                <a:rect l="l" t="t" r="r" b="b"/>
                <a:pathLst>
                  <a:path w="119" h="134" extrusionOk="0">
                    <a:moveTo>
                      <a:pt x="60" y="0"/>
                    </a:moveTo>
                    <a:cubicBezTo>
                      <a:pt x="29" y="0"/>
                      <a:pt x="3" y="29"/>
                      <a:pt x="3" y="66"/>
                    </a:cubicBezTo>
                    <a:cubicBezTo>
                      <a:pt x="1" y="102"/>
                      <a:pt x="27" y="132"/>
                      <a:pt x="59" y="133"/>
                    </a:cubicBezTo>
                    <a:cubicBezTo>
                      <a:pt x="60" y="133"/>
                      <a:pt x="61" y="134"/>
                      <a:pt x="63" y="134"/>
                    </a:cubicBezTo>
                    <a:cubicBezTo>
                      <a:pt x="93" y="134"/>
                      <a:pt x="117" y="104"/>
                      <a:pt x="118" y="68"/>
                    </a:cubicBezTo>
                    <a:cubicBezTo>
                      <a:pt x="119" y="33"/>
                      <a:pt x="93" y="2"/>
                      <a:pt x="61" y="0"/>
                    </a:cubicBezTo>
                    <a:cubicBezTo>
                      <a:pt x="61" y="0"/>
                      <a:pt x="60" y="0"/>
                      <a:pt x="6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6"/>
              <p:cNvSpPr/>
              <p:nvPr/>
            </p:nvSpPr>
            <p:spPr>
              <a:xfrm>
                <a:off x="4131291" y="3568628"/>
                <a:ext cx="2738" cy="3162"/>
              </a:xfrm>
              <a:custGeom>
                <a:avLst/>
                <a:gdLst/>
                <a:ahLst/>
                <a:cxnLst/>
                <a:rect l="l" t="t" r="r" b="b"/>
                <a:pathLst>
                  <a:path w="117" h="135" extrusionOk="0">
                    <a:moveTo>
                      <a:pt x="56" y="1"/>
                    </a:moveTo>
                    <a:cubicBezTo>
                      <a:pt x="27" y="1"/>
                      <a:pt x="2" y="30"/>
                      <a:pt x="1" y="65"/>
                    </a:cubicBezTo>
                    <a:cubicBezTo>
                      <a:pt x="1" y="101"/>
                      <a:pt x="24" y="132"/>
                      <a:pt x="56" y="134"/>
                    </a:cubicBezTo>
                    <a:cubicBezTo>
                      <a:pt x="57" y="134"/>
                      <a:pt x="57" y="134"/>
                      <a:pt x="58" y="134"/>
                    </a:cubicBezTo>
                    <a:cubicBezTo>
                      <a:pt x="90" y="134"/>
                      <a:pt x="115" y="105"/>
                      <a:pt x="116" y="68"/>
                    </a:cubicBezTo>
                    <a:cubicBezTo>
                      <a:pt x="117" y="33"/>
                      <a:pt x="91" y="2"/>
                      <a:pt x="59" y="1"/>
                    </a:cubicBezTo>
                    <a:cubicBezTo>
                      <a:pt x="58" y="1"/>
                      <a:pt x="57" y="1"/>
                      <a:pt x="56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6"/>
              <p:cNvSpPr/>
              <p:nvPr/>
            </p:nvSpPr>
            <p:spPr>
              <a:xfrm>
                <a:off x="4132087" y="3557969"/>
                <a:ext cx="2784" cy="3162"/>
              </a:xfrm>
              <a:custGeom>
                <a:avLst/>
                <a:gdLst/>
                <a:ahLst/>
                <a:cxnLst/>
                <a:rect l="l" t="t" r="r" b="b"/>
                <a:pathLst>
                  <a:path w="119" h="135" extrusionOk="0">
                    <a:moveTo>
                      <a:pt x="61" y="0"/>
                    </a:moveTo>
                    <a:cubicBezTo>
                      <a:pt x="30" y="0"/>
                      <a:pt x="4" y="28"/>
                      <a:pt x="2" y="67"/>
                    </a:cubicBezTo>
                    <a:cubicBezTo>
                      <a:pt x="1" y="103"/>
                      <a:pt x="26" y="134"/>
                      <a:pt x="58" y="135"/>
                    </a:cubicBezTo>
                    <a:cubicBezTo>
                      <a:pt x="91" y="135"/>
                      <a:pt x="117" y="106"/>
                      <a:pt x="118" y="69"/>
                    </a:cubicBezTo>
                    <a:cubicBezTo>
                      <a:pt x="119" y="32"/>
                      <a:pt x="93" y="1"/>
                      <a:pt x="61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6"/>
              <p:cNvSpPr/>
              <p:nvPr/>
            </p:nvSpPr>
            <p:spPr>
              <a:xfrm>
                <a:off x="4142288" y="3590296"/>
                <a:ext cx="2761" cy="3162"/>
              </a:xfrm>
              <a:custGeom>
                <a:avLst/>
                <a:gdLst/>
                <a:ahLst/>
                <a:cxnLst/>
                <a:rect l="l" t="t" r="r" b="b"/>
                <a:pathLst>
                  <a:path w="118" h="135" extrusionOk="0">
                    <a:moveTo>
                      <a:pt x="60" y="1"/>
                    </a:moveTo>
                    <a:cubicBezTo>
                      <a:pt x="28" y="1"/>
                      <a:pt x="2" y="30"/>
                      <a:pt x="2" y="66"/>
                    </a:cubicBezTo>
                    <a:cubicBezTo>
                      <a:pt x="1" y="103"/>
                      <a:pt x="26" y="134"/>
                      <a:pt x="58" y="134"/>
                    </a:cubicBezTo>
                    <a:cubicBezTo>
                      <a:pt x="59" y="134"/>
                      <a:pt x="59" y="134"/>
                      <a:pt x="60" y="134"/>
                    </a:cubicBezTo>
                    <a:cubicBezTo>
                      <a:pt x="92" y="134"/>
                      <a:pt x="118" y="106"/>
                      <a:pt x="118" y="68"/>
                    </a:cubicBezTo>
                    <a:cubicBezTo>
                      <a:pt x="118" y="33"/>
                      <a:pt x="93" y="2"/>
                      <a:pt x="61" y="1"/>
                    </a:cubicBezTo>
                    <a:cubicBezTo>
                      <a:pt x="61" y="1"/>
                      <a:pt x="60" y="1"/>
                      <a:pt x="6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6"/>
              <p:cNvSpPr/>
              <p:nvPr/>
            </p:nvSpPr>
            <p:spPr>
              <a:xfrm>
                <a:off x="4141914" y="3579614"/>
                <a:ext cx="2761" cy="3139"/>
              </a:xfrm>
              <a:custGeom>
                <a:avLst/>
                <a:gdLst/>
                <a:ahLst/>
                <a:cxnLst/>
                <a:rect l="l" t="t" r="r" b="b"/>
                <a:pathLst>
                  <a:path w="118" h="134" extrusionOk="0">
                    <a:moveTo>
                      <a:pt x="59" y="0"/>
                    </a:moveTo>
                    <a:cubicBezTo>
                      <a:pt x="28" y="0"/>
                      <a:pt x="1" y="30"/>
                      <a:pt x="1" y="66"/>
                    </a:cubicBezTo>
                    <a:cubicBezTo>
                      <a:pt x="0" y="103"/>
                      <a:pt x="26" y="134"/>
                      <a:pt x="58" y="134"/>
                    </a:cubicBezTo>
                    <a:cubicBezTo>
                      <a:pt x="58" y="134"/>
                      <a:pt x="59" y="134"/>
                      <a:pt x="59" y="134"/>
                    </a:cubicBezTo>
                    <a:cubicBezTo>
                      <a:pt x="90" y="134"/>
                      <a:pt x="117" y="104"/>
                      <a:pt x="117" y="68"/>
                    </a:cubicBezTo>
                    <a:cubicBezTo>
                      <a:pt x="117" y="32"/>
                      <a:pt x="92" y="1"/>
                      <a:pt x="61" y="0"/>
                    </a:cubicBezTo>
                    <a:cubicBezTo>
                      <a:pt x="60" y="0"/>
                      <a:pt x="60" y="0"/>
                      <a:pt x="5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6"/>
              <p:cNvSpPr/>
              <p:nvPr/>
            </p:nvSpPr>
            <p:spPr>
              <a:xfrm>
                <a:off x="4141516" y="3568932"/>
                <a:ext cx="2784" cy="3139"/>
              </a:xfrm>
              <a:custGeom>
                <a:avLst/>
                <a:gdLst/>
                <a:ahLst/>
                <a:cxnLst/>
                <a:rect l="l" t="t" r="r" b="b"/>
                <a:pathLst>
                  <a:path w="119" h="134" extrusionOk="0">
                    <a:moveTo>
                      <a:pt x="60" y="0"/>
                    </a:moveTo>
                    <a:cubicBezTo>
                      <a:pt x="28" y="0"/>
                      <a:pt x="2" y="29"/>
                      <a:pt x="2" y="66"/>
                    </a:cubicBezTo>
                    <a:cubicBezTo>
                      <a:pt x="1" y="103"/>
                      <a:pt x="26" y="133"/>
                      <a:pt x="58" y="133"/>
                    </a:cubicBezTo>
                    <a:cubicBezTo>
                      <a:pt x="59" y="133"/>
                      <a:pt x="59" y="133"/>
                      <a:pt x="60" y="133"/>
                    </a:cubicBezTo>
                    <a:cubicBezTo>
                      <a:pt x="91" y="133"/>
                      <a:pt x="118" y="104"/>
                      <a:pt x="118" y="68"/>
                    </a:cubicBezTo>
                    <a:cubicBezTo>
                      <a:pt x="119" y="32"/>
                      <a:pt x="93" y="1"/>
                      <a:pt x="61" y="0"/>
                    </a:cubicBezTo>
                    <a:cubicBezTo>
                      <a:pt x="61" y="0"/>
                      <a:pt x="60" y="0"/>
                      <a:pt x="6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6"/>
              <p:cNvSpPr/>
              <p:nvPr/>
            </p:nvSpPr>
            <p:spPr>
              <a:xfrm>
                <a:off x="4141165" y="3558227"/>
                <a:ext cx="2761" cy="3162"/>
              </a:xfrm>
              <a:custGeom>
                <a:avLst/>
                <a:gdLst/>
                <a:ahLst/>
                <a:cxnLst/>
                <a:rect l="l" t="t" r="r" b="b"/>
                <a:pathLst>
                  <a:path w="118" h="135" extrusionOk="0">
                    <a:moveTo>
                      <a:pt x="59" y="1"/>
                    </a:moveTo>
                    <a:cubicBezTo>
                      <a:pt x="27" y="1"/>
                      <a:pt x="1" y="30"/>
                      <a:pt x="1" y="66"/>
                    </a:cubicBezTo>
                    <a:cubicBezTo>
                      <a:pt x="0" y="103"/>
                      <a:pt x="26" y="134"/>
                      <a:pt x="58" y="134"/>
                    </a:cubicBezTo>
                    <a:cubicBezTo>
                      <a:pt x="58" y="134"/>
                      <a:pt x="59" y="134"/>
                      <a:pt x="59" y="134"/>
                    </a:cubicBezTo>
                    <a:cubicBezTo>
                      <a:pt x="91" y="134"/>
                      <a:pt x="117" y="106"/>
                      <a:pt x="117" y="68"/>
                    </a:cubicBezTo>
                    <a:cubicBezTo>
                      <a:pt x="117" y="32"/>
                      <a:pt x="93" y="2"/>
                      <a:pt x="61" y="1"/>
                    </a:cubicBezTo>
                    <a:cubicBezTo>
                      <a:pt x="60" y="1"/>
                      <a:pt x="60" y="1"/>
                      <a:pt x="5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6"/>
              <p:cNvSpPr/>
              <p:nvPr/>
            </p:nvSpPr>
            <p:spPr>
              <a:xfrm>
                <a:off x="4096172" y="3738389"/>
                <a:ext cx="75901" cy="13423"/>
              </a:xfrm>
              <a:custGeom>
                <a:avLst/>
                <a:gdLst/>
                <a:ahLst/>
                <a:cxnLst/>
                <a:rect l="l" t="t" r="r" b="b"/>
                <a:pathLst>
                  <a:path w="3244" h="573" extrusionOk="0">
                    <a:moveTo>
                      <a:pt x="0" y="0"/>
                    </a:moveTo>
                    <a:cubicBezTo>
                      <a:pt x="3" y="72"/>
                      <a:pt x="8" y="143"/>
                      <a:pt x="17" y="212"/>
                    </a:cubicBezTo>
                    <a:cubicBezTo>
                      <a:pt x="252" y="351"/>
                      <a:pt x="731" y="544"/>
                      <a:pt x="1611" y="570"/>
                    </a:cubicBezTo>
                    <a:cubicBezTo>
                      <a:pt x="1673" y="571"/>
                      <a:pt x="1733" y="572"/>
                      <a:pt x="1791" y="572"/>
                    </a:cubicBezTo>
                    <a:cubicBezTo>
                      <a:pt x="2557" y="572"/>
                      <a:pt x="2994" y="422"/>
                      <a:pt x="3218" y="304"/>
                    </a:cubicBezTo>
                    <a:cubicBezTo>
                      <a:pt x="3229" y="236"/>
                      <a:pt x="3238" y="165"/>
                      <a:pt x="3243" y="94"/>
                    </a:cubicBezTo>
                    <a:lnTo>
                      <a:pt x="3243" y="94"/>
                    </a:lnTo>
                    <a:cubicBezTo>
                      <a:pt x="3091" y="194"/>
                      <a:pt x="2669" y="399"/>
                      <a:pt x="1787" y="399"/>
                    </a:cubicBezTo>
                    <a:cubicBezTo>
                      <a:pt x="1731" y="399"/>
                      <a:pt x="1674" y="398"/>
                      <a:pt x="1615" y="396"/>
                    </a:cubicBezTo>
                    <a:cubicBezTo>
                      <a:pt x="616" y="366"/>
                      <a:pt x="159" y="115"/>
                      <a:pt x="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6"/>
              <p:cNvSpPr/>
              <p:nvPr/>
            </p:nvSpPr>
            <p:spPr>
              <a:xfrm>
                <a:off x="4096405" y="3726700"/>
                <a:ext cx="75738" cy="13188"/>
              </a:xfrm>
              <a:custGeom>
                <a:avLst/>
                <a:gdLst/>
                <a:ahLst/>
                <a:cxnLst/>
                <a:rect l="l" t="t" r="r" b="b"/>
                <a:pathLst>
                  <a:path w="3237" h="563" extrusionOk="0">
                    <a:moveTo>
                      <a:pt x="18" y="1"/>
                    </a:moveTo>
                    <a:cubicBezTo>
                      <a:pt x="11" y="71"/>
                      <a:pt x="4" y="132"/>
                      <a:pt x="1" y="191"/>
                    </a:cubicBezTo>
                    <a:cubicBezTo>
                      <a:pt x="230" y="331"/>
                      <a:pt x="710" y="534"/>
                      <a:pt x="1612" y="560"/>
                    </a:cubicBezTo>
                    <a:cubicBezTo>
                      <a:pt x="1672" y="562"/>
                      <a:pt x="1731" y="562"/>
                      <a:pt x="1787" y="562"/>
                    </a:cubicBezTo>
                    <a:cubicBezTo>
                      <a:pt x="2577" y="562"/>
                      <a:pt x="3017" y="403"/>
                      <a:pt x="3236" y="284"/>
                    </a:cubicBezTo>
                    <a:cubicBezTo>
                      <a:pt x="3235" y="227"/>
                      <a:pt x="3232" y="163"/>
                      <a:pt x="3227" y="93"/>
                    </a:cubicBezTo>
                    <a:cubicBezTo>
                      <a:pt x="3061" y="197"/>
                      <a:pt x="2634" y="388"/>
                      <a:pt x="1777" y="388"/>
                    </a:cubicBezTo>
                    <a:cubicBezTo>
                      <a:pt x="1725" y="388"/>
                      <a:pt x="1671" y="387"/>
                      <a:pt x="1616" y="386"/>
                    </a:cubicBezTo>
                    <a:cubicBezTo>
                      <a:pt x="649" y="357"/>
                      <a:pt x="191" y="121"/>
                      <a:pt x="1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6"/>
              <p:cNvSpPr/>
              <p:nvPr/>
            </p:nvSpPr>
            <p:spPr>
              <a:xfrm>
                <a:off x="4097763" y="3715573"/>
                <a:ext cx="73562" cy="12298"/>
              </a:xfrm>
              <a:custGeom>
                <a:avLst/>
                <a:gdLst/>
                <a:ahLst/>
                <a:cxnLst/>
                <a:rect l="l" t="t" r="r" b="b"/>
                <a:pathLst>
                  <a:path w="3144" h="525" extrusionOk="0">
                    <a:moveTo>
                      <a:pt x="30" y="0"/>
                    </a:moveTo>
                    <a:cubicBezTo>
                      <a:pt x="19" y="64"/>
                      <a:pt x="9" y="123"/>
                      <a:pt x="0" y="180"/>
                    </a:cubicBezTo>
                    <a:cubicBezTo>
                      <a:pt x="244" y="318"/>
                      <a:pt x="719" y="497"/>
                      <a:pt x="1565" y="522"/>
                    </a:cubicBezTo>
                    <a:cubicBezTo>
                      <a:pt x="1625" y="524"/>
                      <a:pt x="1683" y="525"/>
                      <a:pt x="1739" y="525"/>
                    </a:cubicBezTo>
                    <a:cubicBezTo>
                      <a:pt x="2477" y="525"/>
                      <a:pt x="2911" y="386"/>
                      <a:pt x="3143" y="271"/>
                    </a:cubicBezTo>
                    <a:cubicBezTo>
                      <a:pt x="3138" y="214"/>
                      <a:pt x="3131" y="154"/>
                      <a:pt x="3123" y="89"/>
                    </a:cubicBezTo>
                    <a:cubicBezTo>
                      <a:pt x="2925" y="196"/>
                      <a:pt x="2507" y="350"/>
                      <a:pt x="1745" y="350"/>
                    </a:cubicBezTo>
                    <a:cubicBezTo>
                      <a:pt x="1689" y="350"/>
                      <a:pt x="1630" y="349"/>
                      <a:pt x="1570" y="348"/>
                    </a:cubicBezTo>
                    <a:cubicBezTo>
                      <a:pt x="694" y="322"/>
                      <a:pt x="236" y="125"/>
                      <a:pt x="3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6"/>
              <p:cNvSpPr/>
              <p:nvPr/>
            </p:nvSpPr>
            <p:spPr>
              <a:xfrm>
                <a:off x="4124178" y="3596175"/>
                <a:ext cx="25784" cy="7519"/>
              </a:xfrm>
              <a:custGeom>
                <a:avLst/>
                <a:gdLst/>
                <a:ahLst/>
                <a:cxnLst/>
                <a:rect l="l" t="t" r="r" b="b"/>
                <a:pathLst>
                  <a:path w="1102" h="321" extrusionOk="0">
                    <a:moveTo>
                      <a:pt x="38" y="0"/>
                    </a:moveTo>
                    <a:cubicBezTo>
                      <a:pt x="34" y="21"/>
                      <a:pt x="30" y="42"/>
                      <a:pt x="26" y="64"/>
                    </a:cubicBezTo>
                    <a:cubicBezTo>
                      <a:pt x="20" y="96"/>
                      <a:pt x="15" y="128"/>
                      <a:pt x="9" y="160"/>
                    </a:cubicBezTo>
                    <a:cubicBezTo>
                      <a:pt x="5" y="174"/>
                      <a:pt x="3" y="187"/>
                      <a:pt x="0" y="201"/>
                    </a:cubicBezTo>
                    <a:cubicBezTo>
                      <a:pt x="96" y="253"/>
                      <a:pt x="262" y="310"/>
                      <a:pt x="551" y="319"/>
                    </a:cubicBezTo>
                    <a:cubicBezTo>
                      <a:pt x="575" y="320"/>
                      <a:pt x="599" y="320"/>
                      <a:pt x="622" y="320"/>
                    </a:cubicBezTo>
                    <a:cubicBezTo>
                      <a:pt x="865" y="320"/>
                      <a:pt x="1014" y="277"/>
                      <a:pt x="1102" y="235"/>
                    </a:cubicBezTo>
                    <a:cubicBezTo>
                      <a:pt x="1101" y="221"/>
                      <a:pt x="1098" y="207"/>
                      <a:pt x="1097" y="194"/>
                    </a:cubicBezTo>
                    <a:cubicBezTo>
                      <a:pt x="1091" y="159"/>
                      <a:pt x="1087" y="124"/>
                      <a:pt x="1082" y="89"/>
                    </a:cubicBezTo>
                    <a:cubicBezTo>
                      <a:pt x="1080" y="71"/>
                      <a:pt x="1077" y="50"/>
                      <a:pt x="1075" y="31"/>
                    </a:cubicBezTo>
                    <a:cubicBezTo>
                      <a:pt x="1032" y="60"/>
                      <a:pt x="903" y="124"/>
                      <a:pt x="614" y="124"/>
                    </a:cubicBezTo>
                    <a:cubicBezTo>
                      <a:pt x="595" y="124"/>
                      <a:pt x="576" y="124"/>
                      <a:pt x="556" y="123"/>
                    </a:cubicBezTo>
                    <a:cubicBezTo>
                      <a:pt x="218" y="114"/>
                      <a:pt x="78" y="32"/>
                      <a:pt x="38" y="0"/>
                    </a:cubicBezTo>
                    <a:close/>
                  </a:path>
                </a:pathLst>
              </a:custGeom>
              <a:solidFill>
                <a:srgbClr val="3E597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6"/>
              <p:cNvSpPr/>
              <p:nvPr/>
            </p:nvSpPr>
            <p:spPr>
              <a:xfrm>
                <a:off x="4137141" y="3550380"/>
                <a:ext cx="35026" cy="230408"/>
              </a:xfrm>
              <a:custGeom>
                <a:avLst/>
                <a:gdLst/>
                <a:ahLst/>
                <a:cxnLst/>
                <a:rect l="l" t="t" r="r" b="b"/>
                <a:pathLst>
                  <a:path w="1497" h="9836" extrusionOk="0">
                    <a:moveTo>
                      <a:pt x="57" y="0"/>
                    </a:moveTo>
                    <a:lnTo>
                      <a:pt x="57" y="3501"/>
                    </a:lnTo>
                    <a:cubicBezTo>
                      <a:pt x="57" y="4157"/>
                      <a:pt x="126" y="4810"/>
                      <a:pt x="250" y="5451"/>
                    </a:cubicBezTo>
                    <a:cubicBezTo>
                      <a:pt x="684" y="7677"/>
                      <a:pt x="292" y="9133"/>
                      <a:pt x="0" y="9835"/>
                    </a:cubicBezTo>
                    <a:cubicBezTo>
                      <a:pt x="727" y="9770"/>
                      <a:pt x="1323" y="9148"/>
                      <a:pt x="1465" y="8330"/>
                    </a:cubicBezTo>
                    <a:cubicBezTo>
                      <a:pt x="1476" y="8262"/>
                      <a:pt x="1485" y="8191"/>
                      <a:pt x="1490" y="8120"/>
                    </a:cubicBezTo>
                    <a:cubicBezTo>
                      <a:pt x="1492" y="8084"/>
                      <a:pt x="1494" y="8047"/>
                      <a:pt x="1495" y="8008"/>
                    </a:cubicBezTo>
                    <a:cubicBezTo>
                      <a:pt x="1496" y="7975"/>
                      <a:pt x="1496" y="7941"/>
                      <a:pt x="1495" y="7908"/>
                    </a:cubicBezTo>
                    <a:cubicBezTo>
                      <a:pt x="1495" y="7878"/>
                      <a:pt x="1495" y="7846"/>
                      <a:pt x="1494" y="7811"/>
                    </a:cubicBezTo>
                    <a:cubicBezTo>
                      <a:pt x="1492" y="7754"/>
                      <a:pt x="1490" y="7690"/>
                      <a:pt x="1485" y="7620"/>
                    </a:cubicBezTo>
                    <a:cubicBezTo>
                      <a:pt x="1480" y="7533"/>
                      <a:pt x="1471" y="7437"/>
                      <a:pt x="1459" y="7324"/>
                    </a:cubicBezTo>
                    <a:cubicBezTo>
                      <a:pt x="1454" y="7267"/>
                      <a:pt x="1446" y="7207"/>
                      <a:pt x="1439" y="7143"/>
                    </a:cubicBezTo>
                    <a:cubicBezTo>
                      <a:pt x="1374" y="6627"/>
                      <a:pt x="1241" y="5852"/>
                      <a:pt x="973" y="4602"/>
                    </a:cubicBezTo>
                    <a:cubicBezTo>
                      <a:pt x="803" y="3805"/>
                      <a:pt x="661" y="3001"/>
                      <a:pt x="548" y="2191"/>
                    </a:cubicBezTo>
                    <a:cubicBezTo>
                      <a:pt x="547" y="2177"/>
                      <a:pt x="544" y="2164"/>
                      <a:pt x="543" y="2150"/>
                    </a:cubicBezTo>
                    <a:cubicBezTo>
                      <a:pt x="537" y="2115"/>
                      <a:pt x="533" y="2080"/>
                      <a:pt x="528" y="2046"/>
                    </a:cubicBezTo>
                    <a:cubicBezTo>
                      <a:pt x="526" y="2027"/>
                      <a:pt x="523" y="2006"/>
                      <a:pt x="521" y="1987"/>
                    </a:cubicBezTo>
                    <a:cubicBezTo>
                      <a:pt x="438" y="1360"/>
                      <a:pt x="372" y="731"/>
                      <a:pt x="325" y="100"/>
                    </a:cubicBezTo>
                    <a:lnTo>
                      <a:pt x="318" y="8"/>
                    </a:lnTo>
                    <a:lnTo>
                      <a:pt x="61" y="0"/>
                    </a:lnTo>
                    <a:close/>
                  </a:path>
                </a:pathLst>
              </a:custGeom>
              <a:solidFill>
                <a:srgbClr val="EC9836">
                  <a:alpha val="434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6"/>
              <p:cNvSpPr/>
              <p:nvPr/>
            </p:nvSpPr>
            <p:spPr>
              <a:xfrm>
                <a:off x="4586256" y="3768794"/>
                <a:ext cx="35471" cy="14992"/>
              </a:xfrm>
              <a:custGeom>
                <a:avLst/>
                <a:gdLst/>
                <a:ahLst/>
                <a:cxnLst/>
                <a:rect l="l" t="t" r="r" b="b"/>
                <a:pathLst>
                  <a:path w="1516" h="640" extrusionOk="0">
                    <a:moveTo>
                      <a:pt x="10" y="1"/>
                    </a:moveTo>
                    <a:lnTo>
                      <a:pt x="4" y="283"/>
                    </a:lnTo>
                    <a:cubicBezTo>
                      <a:pt x="0" y="460"/>
                      <a:pt x="121" y="607"/>
                      <a:pt x="274" y="611"/>
                    </a:cubicBezTo>
                    <a:lnTo>
                      <a:pt x="1224" y="640"/>
                    </a:lnTo>
                    <a:cubicBezTo>
                      <a:pt x="1226" y="640"/>
                      <a:pt x="1227" y="640"/>
                      <a:pt x="1229" y="640"/>
                    </a:cubicBezTo>
                    <a:cubicBezTo>
                      <a:pt x="1380" y="640"/>
                      <a:pt x="1505" y="501"/>
                      <a:pt x="1509" y="327"/>
                    </a:cubicBezTo>
                    <a:lnTo>
                      <a:pt x="1515" y="45"/>
                    </a:lnTo>
                    <a:lnTo>
                      <a:pt x="10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Google Shape;1362;p36"/>
              <p:cNvSpPr/>
              <p:nvPr/>
            </p:nvSpPr>
            <p:spPr>
              <a:xfrm>
                <a:off x="4588829" y="3535294"/>
                <a:ext cx="13828" cy="45702"/>
              </a:xfrm>
              <a:custGeom>
                <a:avLst/>
                <a:gdLst/>
                <a:ahLst/>
                <a:cxnLst/>
                <a:rect l="l" t="t" r="r" b="b"/>
                <a:pathLst>
                  <a:path w="591" h="1951" extrusionOk="0">
                    <a:moveTo>
                      <a:pt x="113" y="1"/>
                    </a:moveTo>
                    <a:cubicBezTo>
                      <a:pt x="71" y="1"/>
                      <a:pt x="34" y="38"/>
                      <a:pt x="32" y="92"/>
                    </a:cubicBezTo>
                    <a:lnTo>
                      <a:pt x="0" y="1568"/>
                    </a:lnTo>
                    <a:cubicBezTo>
                      <a:pt x="0" y="1598"/>
                      <a:pt x="14" y="1627"/>
                      <a:pt x="34" y="1645"/>
                    </a:cubicBezTo>
                    <a:lnTo>
                      <a:pt x="368" y="1932"/>
                    </a:lnTo>
                    <a:cubicBezTo>
                      <a:pt x="383" y="1945"/>
                      <a:pt x="399" y="1951"/>
                      <a:pt x="415" y="1951"/>
                    </a:cubicBezTo>
                    <a:cubicBezTo>
                      <a:pt x="453" y="1951"/>
                      <a:pt x="490" y="1919"/>
                      <a:pt x="496" y="1869"/>
                    </a:cubicBezTo>
                    <a:lnTo>
                      <a:pt x="569" y="1241"/>
                    </a:lnTo>
                    <a:cubicBezTo>
                      <a:pt x="570" y="1237"/>
                      <a:pt x="570" y="1235"/>
                      <a:pt x="570" y="1231"/>
                    </a:cubicBezTo>
                    <a:lnTo>
                      <a:pt x="590" y="362"/>
                    </a:lnTo>
                    <a:cubicBezTo>
                      <a:pt x="591" y="327"/>
                      <a:pt x="576" y="296"/>
                      <a:pt x="550" y="278"/>
                    </a:cubicBezTo>
                    <a:lnTo>
                      <a:pt x="154" y="14"/>
                    </a:lnTo>
                    <a:cubicBezTo>
                      <a:pt x="141" y="5"/>
                      <a:pt x="126" y="1"/>
                      <a:pt x="113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Google Shape;1363;p36"/>
              <p:cNvSpPr/>
              <p:nvPr/>
            </p:nvSpPr>
            <p:spPr>
              <a:xfrm>
                <a:off x="4614871" y="3536278"/>
                <a:ext cx="13805" cy="45281"/>
              </a:xfrm>
              <a:custGeom>
                <a:avLst/>
                <a:gdLst/>
                <a:ahLst/>
                <a:cxnLst/>
                <a:rect l="l" t="t" r="r" b="b"/>
                <a:pathLst>
                  <a:path w="590" h="1933" extrusionOk="0">
                    <a:moveTo>
                      <a:pt x="507" y="0"/>
                    </a:moveTo>
                    <a:cubicBezTo>
                      <a:pt x="495" y="0"/>
                      <a:pt x="483" y="4"/>
                      <a:pt x="471" y="11"/>
                    </a:cubicBezTo>
                    <a:lnTo>
                      <a:pt x="63" y="254"/>
                    </a:lnTo>
                    <a:cubicBezTo>
                      <a:pt x="38" y="269"/>
                      <a:pt x="20" y="300"/>
                      <a:pt x="20" y="334"/>
                    </a:cubicBezTo>
                    <a:lnTo>
                      <a:pt x="1" y="1203"/>
                    </a:lnTo>
                    <a:lnTo>
                      <a:pt x="1" y="1214"/>
                    </a:lnTo>
                    <a:lnTo>
                      <a:pt x="49" y="1845"/>
                    </a:lnTo>
                    <a:cubicBezTo>
                      <a:pt x="53" y="1897"/>
                      <a:pt x="90" y="1932"/>
                      <a:pt x="130" y="1932"/>
                    </a:cubicBezTo>
                    <a:cubicBezTo>
                      <a:pt x="145" y="1932"/>
                      <a:pt x="160" y="1927"/>
                      <a:pt x="174" y="1916"/>
                    </a:cubicBezTo>
                    <a:lnTo>
                      <a:pt x="521" y="1649"/>
                    </a:lnTo>
                    <a:cubicBezTo>
                      <a:pt x="542" y="1633"/>
                      <a:pt x="557" y="1604"/>
                      <a:pt x="557" y="1574"/>
                    </a:cubicBezTo>
                    <a:lnTo>
                      <a:pt x="589" y="97"/>
                    </a:lnTo>
                    <a:cubicBezTo>
                      <a:pt x="589" y="41"/>
                      <a:pt x="551" y="0"/>
                      <a:pt x="507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Google Shape;1364;p36"/>
              <p:cNvSpPr/>
              <p:nvPr/>
            </p:nvSpPr>
            <p:spPr>
              <a:xfrm>
                <a:off x="4566719" y="3550192"/>
                <a:ext cx="76065" cy="230713"/>
              </a:xfrm>
              <a:custGeom>
                <a:avLst/>
                <a:gdLst/>
                <a:ahLst/>
                <a:cxnLst/>
                <a:rect l="l" t="t" r="r" b="b"/>
                <a:pathLst>
                  <a:path w="3251" h="9849" extrusionOk="0">
                    <a:moveTo>
                      <a:pt x="1530" y="0"/>
                    </a:moveTo>
                    <a:cubicBezTo>
                      <a:pt x="1452" y="658"/>
                      <a:pt x="1354" y="1312"/>
                      <a:pt x="1236" y="1962"/>
                    </a:cubicBezTo>
                    <a:cubicBezTo>
                      <a:pt x="1232" y="1984"/>
                      <a:pt x="1228" y="2004"/>
                      <a:pt x="1225" y="2026"/>
                    </a:cubicBezTo>
                    <a:cubicBezTo>
                      <a:pt x="1218" y="2057"/>
                      <a:pt x="1213" y="2090"/>
                      <a:pt x="1207" y="2122"/>
                    </a:cubicBezTo>
                    <a:cubicBezTo>
                      <a:pt x="1205" y="2136"/>
                      <a:pt x="1202" y="2149"/>
                      <a:pt x="1200" y="2163"/>
                    </a:cubicBezTo>
                    <a:cubicBezTo>
                      <a:pt x="1048" y="2985"/>
                      <a:pt x="867" y="3800"/>
                      <a:pt x="658" y="4605"/>
                    </a:cubicBezTo>
                    <a:cubicBezTo>
                      <a:pt x="345" y="5804"/>
                      <a:pt x="182" y="6557"/>
                      <a:pt x="98" y="7059"/>
                    </a:cubicBezTo>
                    <a:cubicBezTo>
                      <a:pt x="87" y="7123"/>
                      <a:pt x="78" y="7182"/>
                      <a:pt x="68" y="7239"/>
                    </a:cubicBezTo>
                    <a:cubicBezTo>
                      <a:pt x="52" y="7349"/>
                      <a:pt x="39" y="7447"/>
                      <a:pt x="30" y="7533"/>
                    </a:cubicBezTo>
                    <a:cubicBezTo>
                      <a:pt x="22" y="7604"/>
                      <a:pt x="16" y="7665"/>
                      <a:pt x="12" y="7723"/>
                    </a:cubicBezTo>
                    <a:cubicBezTo>
                      <a:pt x="10" y="7757"/>
                      <a:pt x="7" y="7789"/>
                      <a:pt x="6" y="7820"/>
                    </a:cubicBezTo>
                    <a:cubicBezTo>
                      <a:pt x="5" y="7854"/>
                      <a:pt x="2" y="7887"/>
                      <a:pt x="2" y="7922"/>
                    </a:cubicBezTo>
                    <a:cubicBezTo>
                      <a:pt x="1" y="7959"/>
                      <a:pt x="1" y="7995"/>
                      <a:pt x="2" y="8033"/>
                    </a:cubicBezTo>
                    <a:cubicBezTo>
                      <a:pt x="5" y="8105"/>
                      <a:pt x="10" y="8177"/>
                      <a:pt x="18" y="8246"/>
                    </a:cubicBezTo>
                    <a:cubicBezTo>
                      <a:pt x="131" y="9134"/>
                      <a:pt x="782" y="9825"/>
                      <a:pt x="1585" y="9849"/>
                    </a:cubicBezTo>
                    <a:cubicBezTo>
                      <a:pt x="1598" y="9849"/>
                      <a:pt x="1611" y="9849"/>
                      <a:pt x="1623" y="9849"/>
                    </a:cubicBezTo>
                    <a:cubicBezTo>
                      <a:pt x="1667" y="9849"/>
                      <a:pt x="1711" y="9847"/>
                      <a:pt x="1754" y="9843"/>
                    </a:cubicBezTo>
                    <a:cubicBezTo>
                      <a:pt x="2481" y="9778"/>
                      <a:pt x="3078" y="9156"/>
                      <a:pt x="3218" y="8338"/>
                    </a:cubicBezTo>
                    <a:cubicBezTo>
                      <a:pt x="3230" y="8270"/>
                      <a:pt x="3238" y="8199"/>
                      <a:pt x="3243" y="8128"/>
                    </a:cubicBezTo>
                    <a:cubicBezTo>
                      <a:pt x="3247" y="8092"/>
                      <a:pt x="3248" y="8055"/>
                      <a:pt x="3249" y="8016"/>
                    </a:cubicBezTo>
                    <a:cubicBezTo>
                      <a:pt x="3251" y="7983"/>
                      <a:pt x="3251" y="7949"/>
                      <a:pt x="3249" y="7916"/>
                    </a:cubicBezTo>
                    <a:cubicBezTo>
                      <a:pt x="3249" y="7886"/>
                      <a:pt x="3249" y="7854"/>
                      <a:pt x="3248" y="7819"/>
                    </a:cubicBezTo>
                    <a:cubicBezTo>
                      <a:pt x="3247" y="7762"/>
                      <a:pt x="3243" y="7698"/>
                      <a:pt x="3238" y="7628"/>
                    </a:cubicBezTo>
                    <a:cubicBezTo>
                      <a:pt x="3233" y="7541"/>
                      <a:pt x="3225" y="7445"/>
                      <a:pt x="3213" y="7332"/>
                    </a:cubicBezTo>
                    <a:cubicBezTo>
                      <a:pt x="3208" y="7275"/>
                      <a:pt x="3200" y="7215"/>
                      <a:pt x="3192" y="7151"/>
                    </a:cubicBezTo>
                    <a:cubicBezTo>
                      <a:pt x="3129" y="6635"/>
                      <a:pt x="2995" y="5860"/>
                      <a:pt x="2728" y="4610"/>
                    </a:cubicBezTo>
                    <a:cubicBezTo>
                      <a:pt x="2556" y="3813"/>
                      <a:pt x="2415" y="3009"/>
                      <a:pt x="2302" y="2199"/>
                    </a:cubicBezTo>
                    <a:cubicBezTo>
                      <a:pt x="2300" y="2185"/>
                      <a:pt x="2298" y="2172"/>
                      <a:pt x="2297" y="2158"/>
                    </a:cubicBezTo>
                    <a:cubicBezTo>
                      <a:pt x="2292" y="2123"/>
                      <a:pt x="2288" y="2088"/>
                      <a:pt x="2282" y="2054"/>
                    </a:cubicBezTo>
                    <a:cubicBezTo>
                      <a:pt x="2279" y="2035"/>
                      <a:pt x="2277" y="2014"/>
                      <a:pt x="2274" y="1995"/>
                    </a:cubicBezTo>
                    <a:cubicBezTo>
                      <a:pt x="2191" y="1368"/>
                      <a:pt x="2126" y="739"/>
                      <a:pt x="2078" y="108"/>
                    </a:cubicBezTo>
                    <a:lnTo>
                      <a:pt x="2072" y="16"/>
                    </a:lnTo>
                    <a:lnTo>
                      <a:pt x="1815" y="8"/>
                    </a:lnTo>
                    <a:lnTo>
                      <a:pt x="153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Google Shape;1365;p36"/>
              <p:cNvSpPr/>
              <p:nvPr/>
            </p:nvSpPr>
            <p:spPr>
              <a:xfrm>
                <a:off x="4606097" y="3534216"/>
                <a:ext cx="6177" cy="52378"/>
              </a:xfrm>
              <a:custGeom>
                <a:avLst/>
                <a:gdLst/>
                <a:ahLst/>
                <a:cxnLst/>
                <a:rect l="l" t="t" r="r" b="b"/>
                <a:pathLst>
                  <a:path w="264" h="2236" extrusionOk="0">
                    <a:moveTo>
                      <a:pt x="36" y="0"/>
                    </a:moveTo>
                    <a:cubicBezTo>
                      <a:pt x="16" y="0"/>
                      <a:pt x="1" y="19"/>
                      <a:pt x="1" y="41"/>
                    </a:cubicBezTo>
                    <a:lnTo>
                      <a:pt x="46" y="2196"/>
                    </a:lnTo>
                    <a:cubicBezTo>
                      <a:pt x="46" y="2218"/>
                      <a:pt x="61" y="2235"/>
                      <a:pt x="88" y="2236"/>
                    </a:cubicBezTo>
                    <a:cubicBezTo>
                      <a:pt x="107" y="2236"/>
                      <a:pt x="123" y="2219"/>
                      <a:pt x="124" y="2199"/>
                    </a:cubicBezTo>
                    <a:lnTo>
                      <a:pt x="262" y="49"/>
                    </a:lnTo>
                    <a:cubicBezTo>
                      <a:pt x="263" y="26"/>
                      <a:pt x="248" y="6"/>
                      <a:pt x="229" y="5"/>
                    </a:cubicBezTo>
                    <a:lnTo>
                      <a:pt x="36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Google Shape;1366;p36"/>
              <p:cNvSpPr/>
              <p:nvPr/>
            </p:nvSpPr>
            <p:spPr>
              <a:xfrm>
                <a:off x="4600224" y="3589944"/>
                <a:ext cx="2784" cy="3139"/>
              </a:xfrm>
              <a:custGeom>
                <a:avLst/>
                <a:gdLst/>
                <a:ahLst/>
                <a:cxnLst/>
                <a:rect l="l" t="t" r="r" b="b"/>
                <a:pathLst>
                  <a:path w="119" h="134" extrusionOk="0">
                    <a:moveTo>
                      <a:pt x="59" y="0"/>
                    </a:moveTo>
                    <a:cubicBezTo>
                      <a:pt x="28" y="0"/>
                      <a:pt x="3" y="30"/>
                      <a:pt x="1" y="66"/>
                    </a:cubicBezTo>
                    <a:cubicBezTo>
                      <a:pt x="0" y="102"/>
                      <a:pt x="26" y="133"/>
                      <a:pt x="58" y="134"/>
                    </a:cubicBezTo>
                    <a:cubicBezTo>
                      <a:pt x="91" y="134"/>
                      <a:pt x="116" y="105"/>
                      <a:pt x="117" y="68"/>
                    </a:cubicBezTo>
                    <a:cubicBezTo>
                      <a:pt x="118" y="32"/>
                      <a:pt x="93" y="1"/>
                      <a:pt x="61" y="0"/>
                    </a:cubicBezTo>
                    <a:cubicBezTo>
                      <a:pt x="60" y="0"/>
                      <a:pt x="60" y="0"/>
                      <a:pt x="5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Google Shape;1367;p36"/>
              <p:cNvSpPr/>
              <p:nvPr/>
            </p:nvSpPr>
            <p:spPr>
              <a:xfrm>
                <a:off x="4601066" y="3579286"/>
                <a:ext cx="2784" cy="3139"/>
              </a:xfrm>
              <a:custGeom>
                <a:avLst/>
                <a:gdLst/>
                <a:ahLst/>
                <a:cxnLst/>
                <a:rect l="l" t="t" r="r" b="b"/>
                <a:pathLst>
                  <a:path w="119" h="134" extrusionOk="0">
                    <a:moveTo>
                      <a:pt x="59" y="0"/>
                    </a:moveTo>
                    <a:cubicBezTo>
                      <a:pt x="28" y="0"/>
                      <a:pt x="3" y="29"/>
                      <a:pt x="1" y="66"/>
                    </a:cubicBezTo>
                    <a:cubicBezTo>
                      <a:pt x="0" y="102"/>
                      <a:pt x="26" y="132"/>
                      <a:pt x="58" y="133"/>
                    </a:cubicBezTo>
                    <a:cubicBezTo>
                      <a:pt x="59" y="133"/>
                      <a:pt x="60" y="133"/>
                      <a:pt x="61" y="133"/>
                    </a:cubicBezTo>
                    <a:cubicBezTo>
                      <a:pt x="91" y="133"/>
                      <a:pt x="115" y="103"/>
                      <a:pt x="117" y="68"/>
                    </a:cubicBezTo>
                    <a:cubicBezTo>
                      <a:pt x="118" y="33"/>
                      <a:pt x="93" y="2"/>
                      <a:pt x="61" y="0"/>
                    </a:cubicBezTo>
                    <a:cubicBezTo>
                      <a:pt x="60" y="0"/>
                      <a:pt x="60" y="0"/>
                      <a:pt x="5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Google Shape;1368;p36"/>
              <p:cNvSpPr/>
              <p:nvPr/>
            </p:nvSpPr>
            <p:spPr>
              <a:xfrm>
                <a:off x="4601908" y="3568628"/>
                <a:ext cx="2784" cy="3162"/>
              </a:xfrm>
              <a:custGeom>
                <a:avLst/>
                <a:gdLst/>
                <a:ahLst/>
                <a:cxnLst/>
                <a:rect l="l" t="t" r="r" b="b"/>
                <a:pathLst>
                  <a:path w="119" h="135" extrusionOk="0">
                    <a:moveTo>
                      <a:pt x="58" y="1"/>
                    </a:moveTo>
                    <a:cubicBezTo>
                      <a:pt x="27" y="1"/>
                      <a:pt x="3" y="30"/>
                      <a:pt x="1" y="65"/>
                    </a:cubicBezTo>
                    <a:cubicBezTo>
                      <a:pt x="0" y="101"/>
                      <a:pt x="26" y="132"/>
                      <a:pt x="58" y="134"/>
                    </a:cubicBezTo>
                    <a:cubicBezTo>
                      <a:pt x="58" y="134"/>
                      <a:pt x="59" y="134"/>
                      <a:pt x="59" y="134"/>
                    </a:cubicBezTo>
                    <a:cubicBezTo>
                      <a:pt x="91" y="134"/>
                      <a:pt x="116" y="105"/>
                      <a:pt x="117" y="68"/>
                    </a:cubicBezTo>
                    <a:cubicBezTo>
                      <a:pt x="118" y="33"/>
                      <a:pt x="92" y="2"/>
                      <a:pt x="61" y="1"/>
                    </a:cubicBezTo>
                    <a:cubicBezTo>
                      <a:pt x="60" y="1"/>
                      <a:pt x="59" y="1"/>
                      <a:pt x="58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Google Shape;1369;p36"/>
              <p:cNvSpPr/>
              <p:nvPr/>
            </p:nvSpPr>
            <p:spPr>
              <a:xfrm>
                <a:off x="4602727" y="3557969"/>
                <a:ext cx="2761" cy="3162"/>
              </a:xfrm>
              <a:custGeom>
                <a:avLst/>
                <a:gdLst/>
                <a:ahLst/>
                <a:cxnLst/>
                <a:rect l="l" t="t" r="r" b="b"/>
                <a:pathLst>
                  <a:path w="118" h="135" extrusionOk="0">
                    <a:moveTo>
                      <a:pt x="62" y="0"/>
                    </a:moveTo>
                    <a:cubicBezTo>
                      <a:pt x="30" y="0"/>
                      <a:pt x="4" y="28"/>
                      <a:pt x="2" y="67"/>
                    </a:cubicBezTo>
                    <a:cubicBezTo>
                      <a:pt x="1" y="103"/>
                      <a:pt x="27" y="134"/>
                      <a:pt x="58" y="135"/>
                    </a:cubicBezTo>
                    <a:cubicBezTo>
                      <a:pt x="91" y="135"/>
                      <a:pt x="117" y="106"/>
                      <a:pt x="118" y="69"/>
                    </a:cubicBezTo>
                    <a:cubicBezTo>
                      <a:pt x="118" y="32"/>
                      <a:pt x="93" y="1"/>
                      <a:pt x="62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Google Shape;1370;p36"/>
              <p:cNvSpPr/>
              <p:nvPr/>
            </p:nvSpPr>
            <p:spPr>
              <a:xfrm>
                <a:off x="4612905" y="3590296"/>
                <a:ext cx="2784" cy="3162"/>
              </a:xfrm>
              <a:custGeom>
                <a:avLst/>
                <a:gdLst/>
                <a:ahLst/>
                <a:cxnLst/>
                <a:rect l="l" t="t" r="r" b="b"/>
                <a:pathLst>
                  <a:path w="119" h="135" extrusionOk="0">
                    <a:moveTo>
                      <a:pt x="60" y="1"/>
                    </a:moveTo>
                    <a:cubicBezTo>
                      <a:pt x="28" y="1"/>
                      <a:pt x="2" y="30"/>
                      <a:pt x="2" y="66"/>
                    </a:cubicBezTo>
                    <a:cubicBezTo>
                      <a:pt x="1" y="103"/>
                      <a:pt x="26" y="134"/>
                      <a:pt x="58" y="134"/>
                    </a:cubicBezTo>
                    <a:cubicBezTo>
                      <a:pt x="59" y="134"/>
                      <a:pt x="59" y="134"/>
                      <a:pt x="60" y="134"/>
                    </a:cubicBezTo>
                    <a:cubicBezTo>
                      <a:pt x="91" y="134"/>
                      <a:pt x="118" y="106"/>
                      <a:pt x="118" y="68"/>
                    </a:cubicBezTo>
                    <a:cubicBezTo>
                      <a:pt x="119" y="33"/>
                      <a:pt x="93" y="2"/>
                      <a:pt x="61" y="1"/>
                    </a:cubicBezTo>
                    <a:cubicBezTo>
                      <a:pt x="61" y="1"/>
                      <a:pt x="60" y="1"/>
                      <a:pt x="6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Google Shape;1371;p36"/>
              <p:cNvSpPr/>
              <p:nvPr/>
            </p:nvSpPr>
            <p:spPr>
              <a:xfrm>
                <a:off x="4612554" y="3579614"/>
                <a:ext cx="2761" cy="3139"/>
              </a:xfrm>
              <a:custGeom>
                <a:avLst/>
                <a:gdLst/>
                <a:ahLst/>
                <a:cxnLst/>
                <a:rect l="l" t="t" r="r" b="b"/>
                <a:pathLst>
                  <a:path w="118" h="134" extrusionOk="0">
                    <a:moveTo>
                      <a:pt x="59" y="0"/>
                    </a:moveTo>
                    <a:cubicBezTo>
                      <a:pt x="27" y="0"/>
                      <a:pt x="1" y="30"/>
                      <a:pt x="1" y="66"/>
                    </a:cubicBezTo>
                    <a:cubicBezTo>
                      <a:pt x="0" y="103"/>
                      <a:pt x="26" y="134"/>
                      <a:pt x="58" y="134"/>
                    </a:cubicBezTo>
                    <a:cubicBezTo>
                      <a:pt x="58" y="134"/>
                      <a:pt x="59" y="134"/>
                      <a:pt x="59" y="134"/>
                    </a:cubicBezTo>
                    <a:cubicBezTo>
                      <a:pt x="91" y="134"/>
                      <a:pt x="117" y="104"/>
                      <a:pt x="117" y="68"/>
                    </a:cubicBezTo>
                    <a:cubicBezTo>
                      <a:pt x="117" y="32"/>
                      <a:pt x="93" y="1"/>
                      <a:pt x="61" y="0"/>
                    </a:cubicBezTo>
                    <a:cubicBezTo>
                      <a:pt x="60" y="0"/>
                      <a:pt x="60" y="0"/>
                      <a:pt x="5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Google Shape;1372;p36"/>
              <p:cNvSpPr/>
              <p:nvPr/>
            </p:nvSpPr>
            <p:spPr>
              <a:xfrm>
                <a:off x="4612157" y="3568932"/>
                <a:ext cx="2784" cy="3139"/>
              </a:xfrm>
              <a:custGeom>
                <a:avLst/>
                <a:gdLst/>
                <a:ahLst/>
                <a:cxnLst/>
                <a:rect l="l" t="t" r="r" b="b"/>
                <a:pathLst>
                  <a:path w="119" h="134" extrusionOk="0">
                    <a:moveTo>
                      <a:pt x="59" y="0"/>
                    </a:moveTo>
                    <a:cubicBezTo>
                      <a:pt x="28" y="0"/>
                      <a:pt x="2" y="29"/>
                      <a:pt x="2" y="66"/>
                    </a:cubicBezTo>
                    <a:cubicBezTo>
                      <a:pt x="0" y="103"/>
                      <a:pt x="26" y="133"/>
                      <a:pt x="58" y="133"/>
                    </a:cubicBezTo>
                    <a:cubicBezTo>
                      <a:pt x="59" y="133"/>
                      <a:pt x="60" y="133"/>
                      <a:pt x="60" y="133"/>
                    </a:cubicBezTo>
                    <a:cubicBezTo>
                      <a:pt x="91" y="133"/>
                      <a:pt x="117" y="104"/>
                      <a:pt x="117" y="68"/>
                    </a:cubicBezTo>
                    <a:cubicBezTo>
                      <a:pt x="119" y="32"/>
                      <a:pt x="93" y="1"/>
                      <a:pt x="61" y="0"/>
                    </a:cubicBezTo>
                    <a:cubicBezTo>
                      <a:pt x="60" y="0"/>
                      <a:pt x="59" y="0"/>
                      <a:pt x="5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Google Shape;1373;p36"/>
              <p:cNvSpPr/>
              <p:nvPr/>
            </p:nvSpPr>
            <p:spPr>
              <a:xfrm>
                <a:off x="4611759" y="3558227"/>
                <a:ext cx="2784" cy="3162"/>
              </a:xfrm>
              <a:custGeom>
                <a:avLst/>
                <a:gdLst/>
                <a:ahLst/>
                <a:cxnLst/>
                <a:rect l="l" t="t" r="r" b="b"/>
                <a:pathLst>
                  <a:path w="119" h="135" extrusionOk="0">
                    <a:moveTo>
                      <a:pt x="60" y="1"/>
                    </a:moveTo>
                    <a:cubicBezTo>
                      <a:pt x="28" y="1"/>
                      <a:pt x="3" y="30"/>
                      <a:pt x="3" y="66"/>
                    </a:cubicBezTo>
                    <a:cubicBezTo>
                      <a:pt x="1" y="103"/>
                      <a:pt x="26" y="134"/>
                      <a:pt x="59" y="134"/>
                    </a:cubicBezTo>
                    <a:cubicBezTo>
                      <a:pt x="60" y="134"/>
                      <a:pt x="60" y="134"/>
                      <a:pt x="61" y="134"/>
                    </a:cubicBezTo>
                    <a:cubicBezTo>
                      <a:pt x="92" y="134"/>
                      <a:pt x="118" y="106"/>
                      <a:pt x="118" y="68"/>
                    </a:cubicBezTo>
                    <a:cubicBezTo>
                      <a:pt x="119" y="32"/>
                      <a:pt x="93" y="2"/>
                      <a:pt x="61" y="1"/>
                    </a:cubicBezTo>
                    <a:cubicBezTo>
                      <a:pt x="61" y="1"/>
                      <a:pt x="60" y="1"/>
                      <a:pt x="6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Google Shape;1374;p36"/>
              <p:cNvSpPr/>
              <p:nvPr/>
            </p:nvSpPr>
            <p:spPr>
              <a:xfrm>
                <a:off x="4566836" y="3738389"/>
                <a:ext cx="75878" cy="13423"/>
              </a:xfrm>
              <a:custGeom>
                <a:avLst/>
                <a:gdLst/>
                <a:ahLst/>
                <a:cxnLst/>
                <a:rect l="l" t="t" r="r" b="b"/>
                <a:pathLst>
                  <a:path w="3243" h="573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3" y="72"/>
                      <a:pt x="8" y="143"/>
                      <a:pt x="17" y="212"/>
                    </a:cubicBezTo>
                    <a:cubicBezTo>
                      <a:pt x="252" y="351"/>
                      <a:pt x="731" y="544"/>
                      <a:pt x="1611" y="570"/>
                    </a:cubicBezTo>
                    <a:cubicBezTo>
                      <a:pt x="1673" y="571"/>
                      <a:pt x="1733" y="572"/>
                      <a:pt x="1791" y="572"/>
                    </a:cubicBezTo>
                    <a:cubicBezTo>
                      <a:pt x="2556" y="572"/>
                      <a:pt x="2993" y="422"/>
                      <a:pt x="3217" y="304"/>
                    </a:cubicBezTo>
                    <a:cubicBezTo>
                      <a:pt x="3228" y="236"/>
                      <a:pt x="3237" y="165"/>
                      <a:pt x="3243" y="94"/>
                    </a:cubicBezTo>
                    <a:lnTo>
                      <a:pt x="3243" y="94"/>
                    </a:lnTo>
                    <a:cubicBezTo>
                      <a:pt x="3088" y="194"/>
                      <a:pt x="2666" y="399"/>
                      <a:pt x="1787" y="399"/>
                    </a:cubicBezTo>
                    <a:cubicBezTo>
                      <a:pt x="1731" y="399"/>
                      <a:pt x="1674" y="398"/>
                      <a:pt x="1615" y="396"/>
                    </a:cubicBezTo>
                    <a:cubicBezTo>
                      <a:pt x="616" y="366"/>
                      <a:pt x="160" y="115"/>
                      <a:pt x="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Google Shape;1375;p36"/>
              <p:cNvSpPr/>
              <p:nvPr/>
            </p:nvSpPr>
            <p:spPr>
              <a:xfrm>
                <a:off x="4567046" y="3726700"/>
                <a:ext cx="75738" cy="13188"/>
              </a:xfrm>
              <a:custGeom>
                <a:avLst/>
                <a:gdLst/>
                <a:ahLst/>
                <a:cxnLst/>
                <a:rect l="l" t="t" r="r" b="b"/>
                <a:pathLst>
                  <a:path w="3237" h="563" extrusionOk="0">
                    <a:moveTo>
                      <a:pt x="18" y="1"/>
                    </a:moveTo>
                    <a:cubicBezTo>
                      <a:pt x="10" y="71"/>
                      <a:pt x="4" y="132"/>
                      <a:pt x="1" y="191"/>
                    </a:cubicBezTo>
                    <a:cubicBezTo>
                      <a:pt x="230" y="331"/>
                      <a:pt x="711" y="534"/>
                      <a:pt x="1612" y="560"/>
                    </a:cubicBezTo>
                    <a:cubicBezTo>
                      <a:pt x="1672" y="562"/>
                      <a:pt x="1731" y="562"/>
                      <a:pt x="1787" y="562"/>
                    </a:cubicBezTo>
                    <a:cubicBezTo>
                      <a:pt x="2578" y="562"/>
                      <a:pt x="3017" y="403"/>
                      <a:pt x="3237" y="284"/>
                    </a:cubicBezTo>
                    <a:cubicBezTo>
                      <a:pt x="3235" y="227"/>
                      <a:pt x="3233" y="163"/>
                      <a:pt x="3227" y="93"/>
                    </a:cubicBezTo>
                    <a:cubicBezTo>
                      <a:pt x="3059" y="197"/>
                      <a:pt x="2634" y="388"/>
                      <a:pt x="1777" y="388"/>
                    </a:cubicBezTo>
                    <a:cubicBezTo>
                      <a:pt x="1725" y="388"/>
                      <a:pt x="1671" y="387"/>
                      <a:pt x="1616" y="386"/>
                    </a:cubicBezTo>
                    <a:cubicBezTo>
                      <a:pt x="649" y="357"/>
                      <a:pt x="192" y="121"/>
                      <a:pt x="1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Google Shape;1376;p36"/>
              <p:cNvSpPr/>
              <p:nvPr/>
            </p:nvSpPr>
            <p:spPr>
              <a:xfrm>
                <a:off x="4568380" y="3715573"/>
                <a:ext cx="73562" cy="12298"/>
              </a:xfrm>
              <a:custGeom>
                <a:avLst/>
                <a:gdLst/>
                <a:ahLst/>
                <a:cxnLst/>
                <a:rect l="l" t="t" r="r" b="b"/>
                <a:pathLst>
                  <a:path w="3144" h="525" extrusionOk="0">
                    <a:moveTo>
                      <a:pt x="29" y="0"/>
                    </a:moveTo>
                    <a:cubicBezTo>
                      <a:pt x="18" y="64"/>
                      <a:pt x="9" y="123"/>
                      <a:pt x="0" y="180"/>
                    </a:cubicBezTo>
                    <a:cubicBezTo>
                      <a:pt x="243" y="318"/>
                      <a:pt x="719" y="497"/>
                      <a:pt x="1565" y="522"/>
                    </a:cubicBezTo>
                    <a:cubicBezTo>
                      <a:pt x="1625" y="524"/>
                      <a:pt x="1683" y="525"/>
                      <a:pt x="1739" y="525"/>
                    </a:cubicBezTo>
                    <a:cubicBezTo>
                      <a:pt x="2477" y="525"/>
                      <a:pt x="2911" y="386"/>
                      <a:pt x="3144" y="271"/>
                    </a:cubicBezTo>
                    <a:cubicBezTo>
                      <a:pt x="3139" y="214"/>
                      <a:pt x="3130" y="154"/>
                      <a:pt x="3123" y="89"/>
                    </a:cubicBezTo>
                    <a:cubicBezTo>
                      <a:pt x="2926" y="196"/>
                      <a:pt x="2507" y="350"/>
                      <a:pt x="1745" y="350"/>
                    </a:cubicBezTo>
                    <a:cubicBezTo>
                      <a:pt x="1689" y="350"/>
                      <a:pt x="1631" y="349"/>
                      <a:pt x="1571" y="348"/>
                    </a:cubicBezTo>
                    <a:cubicBezTo>
                      <a:pt x="695" y="322"/>
                      <a:pt x="236" y="125"/>
                      <a:pt x="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Google Shape;1377;p36"/>
              <p:cNvSpPr/>
              <p:nvPr/>
            </p:nvSpPr>
            <p:spPr>
              <a:xfrm>
                <a:off x="4594796" y="3596175"/>
                <a:ext cx="25784" cy="7519"/>
              </a:xfrm>
              <a:custGeom>
                <a:avLst/>
                <a:gdLst/>
                <a:ahLst/>
                <a:cxnLst/>
                <a:rect l="l" t="t" r="r" b="b"/>
                <a:pathLst>
                  <a:path w="1102" h="321" extrusionOk="0">
                    <a:moveTo>
                      <a:pt x="37" y="0"/>
                    </a:moveTo>
                    <a:cubicBezTo>
                      <a:pt x="33" y="21"/>
                      <a:pt x="30" y="42"/>
                      <a:pt x="26" y="64"/>
                    </a:cubicBezTo>
                    <a:cubicBezTo>
                      <a:pt x="20" y="96"/>
                      <a:pt x="15" y="128"/>
                      <a:pt x="8" y="160"/>
                    </a:cubicBezTo>
                    <a:cubicBezTo>
                      <a:pt x="6" y="174"/>
                      <a:pt x="3" y="187"/>
                      <a:pt x="1" y="201"/>
                    </a:cubicBezTo>
                    <a:cubicBezTo>
                      <a:pt x="95" y="253"/>
                      <a:pt x="262" y="310"/>
                      <a:pt x="550" y="319"/>
                    </a:cubicBezTo>
                    <a:cubicBezTo>
                      <a:pt x="575" y="320"/>
                      <a:pt x="598" y="320"/>
                      <a:pt x="621" y="320"/>
                    </a:cubicBezTo>
                    <a:cubicBezTo>
                      <a:pt x="865" y="320"/>
                      <a:pt x="1013" y="277"/>
                      <a:pt x="1102" y="235"/>
                    </a:cubicBezTo>
                    <a:cubicBezTo>
                      <a:pt x="1100" y="221"/>
                      <a:pt x="1098" y="207"/>
                      <a:pt x="1097" y="194"/>
                    </a:cubicBezTo>
                    <a:cubicBezTo>
                      <a:pt x="1092" y="159"/>
                      <a:pt x="1088" y="124"/>
                      <a:pt x="1082" y="89"/>
                    </a:cubicBezTo>
                    <a:cubicBezTo>
                      <a:pt x="1079" y="71"/>
                      <a:pt x="1077" y="50"/>
                      <a:pt x="1074" y="31"/>
                    </a:cubicBezTo>
                    <a:cubicBezTo>
                      <a:pt x="1031" y="60"/>
                      <a:pt x="904" y="124"/>
                      <a:pt x="614" y="124"/>
                    </a:cubicBezTo>
                    <a:cubicBezTo>
                      <a:pt x="595" y="124"/>
                      <a:pt x="575" y="124"/>
                      <a:pt x="555" y="123"/>
                    </a:cubicBezTo>
                    <a:cubicBezTo>
                      <a:pt x="217" y="114"/>
                      <a:pt x="80" y="32"/>
                      <a:pt x="37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Google Shape;1378;p36"/>
              <p:cNvSpPr/>
              <p:nvPr/>
            </p:nvSpPr>
            <p:spPr>
              <a:xfrm>
                <a:off x="4607758" y="3550380"/>
                <a:ext cx="35026" cy="230408"/>
              </a:xfrm>
              <a:custGeom>
                <a:avLst/>
                <a:gdLst/>
                <a:ahLst/>
                <a:cxnLst/>
                <a:rect l="l" t="t" r="r" b="b"/>
                <a:pathLst>
                  <a:path w="1497" h="9836" extrusionOk="0">
                    <a:moveTo>
                      <a:pt x="57" y="0"/>
                    </a:moveTo>
                    <a:lnTo>
                      <a:pt x="57" y="3501"/>
                    </a:lnTo>
                    <a:cubicBezTo>
                      <a:pt x="57" y="4157"/>
                      <a:pt x="125" y="4810"/>
                      <a:pt x="251" y="5451"/>
                    </a:cubicBezTo>
                    <a:cubicBezTo>
                      <a:pt x="683" y="7677"/>
                      <a:pt x="294" y="9133"/>
                      <a:pt x="0" y="9835"/>
                    </a:cubicBezTo>
                    <a:cubicBezTo>
                      <a:pt x="727" y="9770"/>
                      <a:pt x="1324" y="9148"/>
                      <a:pt x="1464" y="8330"/>
                    </a:cubicBezTo>
                    <a:cubicBezTo>
                      <a:pt x="1476" y="8262"/>
                      <a:pt x="1484" y="8191"/>
                      <a:pt x="1489" y="8120"/>
                    </a:cubicBezTo>
                    <a:cubicBezTo>
                      <a:pt x="1493" y="8084"/>
                      <a:pt x="1494" y="8047"/>
                      <a:pt x="1495" y="8008"/>
                    </a:cubicBezTo>
                    <a:cubicBezTo>
                      <a:pt x="1497" y="7975"/>
                      <a:pt x="1497" y="7941"/>
                      <a:pt x="1495" y="7908"/>
                    </a:cubicBezTo>
                    <a:cubicBezTo>
                      <a:pt x="1495" y="7878"/>
                      <a:pt x="1495" y="7846"/>
                      <a:pt x="1494" y="7811"/>
                    </a:cubicBezTo>
                    <a:cubicBezTo>
                      <a:pt x="1493" y="7754"/>
                      <a:pt x="1489" y="7690"/>
                      <a:pt x="1484" y="7620"/>
                    </a:cubicBezTo>
                    <a:cubicBezTo>
                      <a:pt x="1479" y="7533"/>
                      <a:pt x="1471" y="7437"/>
                      <a:pt x="1459" y="7324"/>
                    </a:cubicBezTo>
                    <a:cubicBezTo>
                      <a:pt x="1454" y="7267"/>
                      <a:pt x="1446" y="7207"/>
                      <a:pt x="1438" y="7143"/>
                    </a:cubicBezTo>
                    <a:cubicBezTo>
                      <a:pt x="1375" y="6627"/>
                      <a:pt x="1241" y="5852"/>
                      <a:pt x="974" y="4602"/>
                    </a:cubicBezTo>
                    <a:cubicBezTo>
                      <a:pt x="802" y="3805"/>
                      <a:pt x="661" y="3001"/>
                      <a:pt x="548" y="2191"/>
                    </a:cubicBezTo>
                    <a:cubicBezTo>
                      <a:pt x="546" y="2177"/>
                      <a:pt x="544" y="2164"/>
                      <a:pt x="543" y="2150"/>
                    </a:cubicBezTo>
                    <a:cubicBezTo>
                      <a:pt x="538" y="2115"/>
                      <a:pt x="534" y="2080"/>
                      <a:pt x="528" y="2046"/>
                    </a:cubicBezTo>
                    <a:cubicBezTo>
                      <a:pt x="525" y="2027"/>
                      <a:pt x="523" y="2006"/>
                      <a:pt x="520" y="1987"/>
                    </a:cubicBezTo>
                    <a:cubicBezTo>
                      <a:pt x="437" y="1360"/>
                      <a:pt x="372" y="731"/>
                      <a:pt x="324" y="100"/>
                    </a:cubicBezTo>
                    <a:lnTo>
                      <a:pt x="318" y="8"/>
                    </a:lnTo>
                    <a:lnTo>
                      <a:pt x="61" y="0"/>
                    </a:lnTo>
                    <a:close/>
                  </a:path>
                </a:pathLst>
              </a:custGeom>
              <a:solidFill>
                <a:srgbClr val="EC9836">
                  <a:alpha val="434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Google Shape;1379;p36"/>
              <p:cNvSpPr/>
              <p:nvPr/>
            </p:nvSpPr>
            <p:spPr>
              <a:xfrm>
                <a:off x="4347086" y="3791610"/>
                <a:ext cx="42841" cy="18131"/>
              </a:xfrm>
              <a:custGeom>
                <a:avLst/>
                <a:gdLst/>
                <a:ahLst/>
                <a:cxnLst/>
                <a:rect l="l" t="t" r="r" b="b"/>
                <a:pathLst>
                  <a:path w="1831" h="774" extrusionOk="0">
                    <a:moveTo>
                      <a:pt x="13" y="1"/>
                    </a:moveTo>
                    <a:lnTo>
                      <a:pt x="5" y="342"/>
                    </a:lnTo>
                    <a:cubicBezTo>
                      <a:pt x="1" y="556"/>
                      <a:pt x="147" y="734"/>
                      <a:pt x="332" y="739"/>
                    </a:cubicBezTo>
                    <a:lnTo>
                      <a:pt x="1480" y="773"/>
                    </a:lnTo>
                    <a:cubicBezTo>
                      <a:pt x="1483" y="773"/>
                      <a:pt x="1486" y="773"/>
                      <a:pt x="1489" y="773"/>
                    </a:cubicBezTo>
                    <a:cubicBezTo>
                      <a:pt x="1670" y="773"/>
                      <a:pt x="1818" y="606"/>
                      <a:pt x="1823" y="396"/>
                    </a:cubicBezTo>
                    <a:lnTo>
                      <a:pt x="1830" y="55"/>
                    </a:lnTo>
                    <a:lnTo>
                      <a:pt x="13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Google Shape;1380;p36"/>
              <p:cNvSpPr/>
              <p:nvPr/>
            </p:nvSpPr>
            <p:spPr>
              <a:xfrm>
                <a:off x="4350198" y="3509550"/>
                <a:ext cx="16706" cy="55213"/>
              </a:xfrm>
              <a:custGeom>
                <a:avLst/>
                <a:gdLst/>
                <a:ahLst/>
                <a:cxnLst/>
                <a:rect l="l" t="t" r="r" b="b"/>
                <a:pathLst>
                  <a:path w="714" h="2357" extrusionOk="0">
                    <a:moveTo>
                      <a:pt x="136" y="0"/>
                    </a:moveTo>
                    <a:cubicBezTo>
                      <a:pt x="85" y="0"/>
                      <a:pt x="40" y="47"/>
                      <a:pt x="39" y="111"/>
                    </a:cubicBezTo>
                    <a:lnTo>
                      <a:pt x="0" y="1894"/>
                    </a:lnTo>
                    <a:cubicBezTo>
                      <a:pt x="0" y="1931"/>
                      <a:pt x="14" y="1966"/>
                      <a:pt x="40" y="1987"/>
                    </a:cubicBezTo>
                    <a:lnTo>
                      <a:pt x="444" y="2334"/>
                    </a:lnTo>
                    <a:cubicBezTo>
                      <a:pt x="462" y="2349"/>
                      <a:pt x="482" y="2357"/>
                      <a:pt x="502" y="2357"/>
                    </a:cubicBezTo>
                    <a:cubicBezTo>
                      <a:pt x="548" y="2357"/>
                      <a:pt x="592" y="2318"/>
                      <a:pt x="599" y="2258"/>
                    </a:cubicBezTo>
                    <a:lnTo>
                      <a:pt x="688" y="1499"/>
                    </a:lnTo>
                    <a:cubicBezTo>
                      <a:pt x="689" y="1495"/>
                      <a:pt x="689" y="1490"/>
                      <a:pt x="689" y="1487"/>
                    </a:cubicBezTo>
                    <a:lnTo>
                      <a:pt x="713" y="437"/>
                    </a:lnTo>
                    <a:cubicBezTo>
                      <a:pt x="714" y="396"/>
                      <a:pt x="694" y="357"/>
                      <a:pt x="664" y="336"/>
                    </a:cubicBezTo>
                    <a:lnTo>
                      <a:pt x="186" y="16"/>
                    </a:lnTo>
                    <a:cubicBezTo>
                      <a:pt x="169" y="5"/>
                      <a:pt x="152" y="0"/>
                      <a:pt x="1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Google Shape;1381;p36"/>
              <p:cNvSpPr/>
              <p:nvPr/>
            </p:nvSpPr>
            <p:spPr>
              <a:xfrm>
                <a:off x="4381691" y="3510838"/>
                <a:ext cx="16636" cy="54627"/>
              </a:xfrm>
              <a:custGeom>
                <a:avLst/>
                <a:gdLst/>
                <a:ahLst/>
                <a:cxnLst/>
                <a:rect l="l" t="t" r="r" b="b"/>
                <a:pathLst>
                  <a:path w="711" h="2332" extrusionOk="0">
                    <a:moveTo>
                      <a:pt x="611" y="0"/>
                    </a:moveTo>
                    <a:cubicBezTo>
                      <a:pt x="596" y="0"/>
                      <a:pt x="581" y="4"/>
                      <a:pt x="567" y="13"/>
                    </a:cubicBezTo>
                    <a:lnTo>
                      <a:pt x="75" y="305"/>
                    </a:lnTo>
                    <a:cubicBezTo>
                      <a:pt x="44" y="323"/>
                      <a:pt x="23" y="361"/>
                      <a:pt x="23" y="402"/>
                    </a:cubicBezTo>
                    <a:lnTo>
                      <a:pt x="1" y="1451"/>
                    </a:lnTo>
                    <a:lnTo>
                      <a:pt x="1" y="1465"/>
                    </a:lnTo>
                    <a:lnTo>
                      <a:pt x="58" y="2228"/>
                    </a:lnTo>
                    <a:cubicBezTo>
                      <a:pt x="62" y="2290"/>
                      <a:pt x="106" y="2331"/>
                      <a:pt x="154" y="2331"/>
                    </a:cubicBezTo>
                    <a:cubicBezTo>
                      <a:pt x="172" y="2331"/>
                      <a:pt x="191" y="2325"/>
                      <a:pt x="209" y="2312"/>
                    </a:cubicBezTo>
                    <a:lnTo>
                      <a:pt x="627" y="1991"/>
                    </a:lnTo>
                    <a:cubicBezTo>
                      <a:pt x="654" y="1970"/>
                      <a:pt x="669" y="1935"/>
                      <a:pt x="670" y="1900"/>
                    </a:cubicBezTo>
                    <a:lnTo>
                      <a:pt x="709" y="116"/>
                    </a:lnTo>
                    <a:cubicBezTo>
                      <a:pt x="710" y="49"/>
                      <a:pt x="663" y="0"/>
                      <a:pt x="611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Google Shape;1382;p36"/>
              <p:cNvSpPr/>
              <p:nvPr/>
            </p:nvSpPr>
            <p:spPr>
              <a:xfrm>
                <a:off x="4323548" y="3527564"/>
                <a:ext cx="91882" cy="278711"/>
              </a:xfrm>
              <a:custGeom>
                <a:avLst/>
                <a:gdLst/>
                <a:ahLst/>
                <a:cxnLst/>
                <a:rect l="l" t="t" r="r" b="b"/>
                <a:pathLst>
                  <a:path w="3927" h="11898" extrusionOk="0">
                    <a:moveTo>
                      <a:pt x="1845" y="0"/>
                    </a:moveTo>
                    <a:cubicBezTo>
                      <a:pt x="1750" y="795"/>
                      <a:pt x="1632" y="1586"/>
                      <a:pt x="1493" y="2371"/>
                    </a:cubicBezTo>
                    <a:cubicBezTo>
                      <a:pt x="1488" y="2397"/>
                      <a:pt x="1484" y="2422"/>
                      <a:pt x="1478" y="2448"/>
                    </a:cubicBezTo>
                    <a:cubicBezTo>
                      <a:pt x="1471" y="2487"/>
                      <a:pt x="1465" y="2526"/>
                      <a:pt x="1457" y="2565"/>
                    </a:cubicBezTo>
                    <a:cubicBezTo>
                      <a:pt x="1455" y="2580"/>
                      <a:pt x="1452" y="2597"/>
                      <a:pt x="1448" y="2613"/>
                    </a:cubicBezTo>
                    <a:cubicBezTo>
                      <a:pt x="1266" y="3607"/>
                      <a:pt x="1047" y="4590"/>
                      <a:pt x="794" y="5564"/>
                    </a:cubicBezTo>
                    <a:cubicBezTo>
                      <a:pt x="417" y="7012"/>
                      <a:pt x="220" y="7920"/>
                      <a:pt x="118" y="8529"/>
                    </a:cubicBezTo>
                    <a:cubicBezTo>
                      <a:pt x="104" y="8606"/>
                      <a:pt x="93" y="8677"/>
                      <a:pt x="83" y="8745"/>
                    </a:cubicBezTo>
                    <a:cubicBezTo>
                      <a:pt x="63" y="8879"/>
                      <a:pt x="48" y="8997"/>
                      <a:pt x="37" y="9102"/>
                    </a:cubicBezTo>
                    <a:cubicBezTo>
                      <a:pt x="26" y="9186"/>
                      <a:pt x="20" y="9262"/>
                      <a:pt x="15" y="9331"/>
                    </a:cubicBezTo>
                    <a:cubicBezTo>
                      <a:pt x="12" y="9372"/>
                      <a:pt x="10" y="9411"/>
                      <a:pt x="7" y="9447"/>
                    </a:cubicBezTo>
                    <a:cubicBezTo>
                      <a:pt x="5" y="9487"/>
                      <a:pt x="2" y="9529"/>
                      <a:pt x="2" y="9570"/>
                    </a:cubicBezTo>
                    <a:cubicBezTo>
                      <a:pt x="1" y="9616"/>
                      <a:pt x="1" y="9659"/>
                      <a:pt x="2" y="9704"/>
                    </a:cubicBezTo>
                    <a:cubicBezTo>
                      <a:pt x="5" y="9791"/>
                      <a:pt x="11" y="9877"/>
                      <a:pt x="22" y="9960"/>
                    </a:cubicBezTo>
                    <a:cubicBezTo>
                      <a:pt x="159" y="11033"/>
                      <a:pt x="945" y="11868"/>
                      <a:pt x="1914" y="11897"/>
                    </a:cubicBezTo>
                    <a:cubicBezTo>
                      <a:pt x="1931" y="11897"/>
                      <a:pt x="1948" y="11897"/>
                      <a:pt x="1965" y="11897"/>
                    </a:cubicBezTo>
                    <a:cubicBezTo>
                      <a:pt x="2017" y="11897"/>
                      <a:pt x="2068" y="11895"/>
                      <a:pt x="2119" y="11889"/>
                    </a:cubicBezTo>
                    <a:cubicBezTo>
                      <a:pt x="2996" y="11810"/>
                      <a:pt x="3718" y="11059"/>
                      <a:pt x="3888" y="10072"/>
                    </a:cubicBezTo>
                    <a:cubicBezTo>
                      <a:pt x="3902" y="9989"/>
                      <a:pt x="3912" y="9903"/>
                      <a:pt x="3918" y="9817"/>
                    </a:cubicBezTo>
                    <a:cubicBezTo>
                      <a:pt x="3921" y="9774"/>
                      <a:pt x="3923" y="9728"/>
                      <a:pt x="3924" y="9682"/>
                    </a:cubicBezTo>
                    <a:cubicBezTo>
                      <a:pt x="3926" y="9642"/>
                      <a:pt x="3926" y="9601"/>
                      <a:pt x="3924" y="9561"/>
                    </a:cubicBezTo>
                    <a:cubicBezTo>
                      <a:pt x="3924" y="9524"/>
                      <a:pt x="3923" y="9484"/>
                      <a:pt x="3922" y="9443"/>
                    </a:cubicBezTo>
                    <a:cubicBezTo>
                      <a:pt x="3919" y="9375"/>
                      <a:pt x="3916" y="9298"/>
                      <a:pt x="3911" y="9213"/>
                    </a:cubicBezTo>
                    <a:cubicBezTo>
                      <a:pt x="3904" y="9109"/>
                      <a:pt x="3894" y="8991"/>
                      <a:pt x="3880" y="8856"/>
                    </a:cubicBezTo>
                    <a:cubicBezTo>
                      <a:pt x="3872" y="8787"/>
                      <a:pt x="3863" y="8714"/>
                      <a:pt x="3855" y="8637"/>
                    </a:cubicBezTo>
                    <a:cubicBezTo>
                      <a:pt x="3776" y="8015"/>
                      <a:pt x="3616" y="7076"/>
                      <a:pt x="3292" y="5567"/>
                    </a:cubicBezTo>
                    <a:cubicBezTo>
                      <a:pt x="3086" y="4605"/>
                      <a:pt x="2913" y="3633"/>
                      <a:pt x="2778" y="2654"/>
                    </a:cubicBezTo>
                    <a:cubicBezTo>
                      <a:pt x="2776" y="2639"/>
                      <a:pt x="2774" y="2622"/>
                      <a:pt x="2771" y="2606"/>
                    </a:cubicBezTo>
                    <a:cubicBezTo>
                      <a:pt x="2766" y="2565"/>
                      <a:pt x="2759" y="2524"/>
                      <a:pt x="2754" y="2482"/>
                    </a:cubicBezTo>
                    <a:cubicBezTo>
                      <a:pt x="2752" y="2457"/>
                      <a:pt x="2748" y="2434"/>
                      <a:pt x="2745" y="2410"/>
                    </a:cubicBezTo>
                    <a:cubicBezTo>
                      <a:pt x="2646" y="1653"/>
                      <a:pt x="2566" y="894"/>
                      <a:pt x="2508" y="131"/>
                    </a:cubicBezTo>
                    <a:lnTo>
                      <a:pt x="2499" y="19"/>
                    </a:lnTo>
                    <a:lnTo>
                      <a:pt x="2189" y="10"/>
                    </a:lnTo>
                    <a:lnTo>
                      <a:pt x="1845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Google Shape;1383;p36"/>
              <p:cNvSpPr/>
              <p:nvPr/>
            </p:nvSpPr>
            <p:spPr>
              <a:xfrm>
                <a:off x="4371069" y="3508261"/>
                <a:ext cx="7440" cy="63271"/>
              </a:xfrm>
              <a:custGeom>
                <a:avLst/>
                <a:gdLst/>
                <a:ahLst/>
                <a:cxnLst/>
                <a:rect l="l" t="t" r="r" b="b"/>
                <a:pathLst>
                  <a:path w="318" h="2701" extrusionOk="0">
                    <a:moveTo>
                      <a:pt x="42" y="1"/>
                    </a:moveTo>
                    <a:cubicBezTo>
                      <a:pt x="20" y="1"/>
                      <a:pt x="0" y="22"/>
                      <a:pt x="0" y="51"/>
                    </a:cubicBezTo>
                    <a:lnTo>
                      <a:pt x="56" y="2653"/>
                    </a:lnTo>
                    <a:cubicBezTo>
                      <a:pt x="57" y="2678"/>
                      <a:pt x="75" y="2701"/>
                      <a:pt x="97" y="2701"/>
                    </a:cubicBezTo>
                    <a:lnTo>
                      <a:pt x="107" y="2701"/>
                    </a:lnTo>
                    <a:cubicBezTo>
                      <a:pt x="128" y="2701"/>
                      <a:pt x="148" y="2681"/>
                      <a:pt x="149" y="2656"/>
                    </a:cubicBezTo>
                    <a:lnTo>
                      <a:pt x="316" y="60"/>
                    </a:lnTo>
                    <a:cubicBezTo>
                      <a:pt x="317" y="32"/>
                      <a:pt x="299" y="9"/>
                      <a:pt x="275" y="7"/>
                    </a:cubicBezTo>
                    <a:lnTo>
                      <a:pt x="42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Google Shape;1384;p36"/>
              <p:cNvSpPr/>
              <p:nvPr/>
            </p:nvSpPr>
            <p:spPr>
              <a:xfrm>
                <a:off x="4363956" y="3575608"/>
                <a:ext cx="3369" cy="3795"/>
              </a:xfrm>
              <a:custGeom>
                <a:avLst/>
                <a:gdLst/>
                <a:ahLst/>
                <a:cxnLst/>
                <a:rect l="l" t="t" r="r" b="b"/>
                <a:pathLst>
                  <a:path w="144" h="162" extrusionOk="0">
                    <a:moveTo>
                      <a:pt x="70" y="0"/>
                    </a:moveTo>
                    <a:cubicBezTo>
                      <a:pt x="34" y="0"/>
                      <a:pt x="3" y="34"/>
                      <a:pt x="2" y="78"/>
                    </a:cubicBezTo>
                    <a:cubicBezTo>
                      <a:pt x="1" y="123"/>
                      <a:pt x="31" y="160"/>
                      <a:pt x="69" y="161"/>
                    </a:cubicBezTo>
                    <a:cubicBezTo>
                      <a:pt x="70" y="161"/>
                      <a:pt x="71" y="161"/>
                      <a:pt x="71" y="161"/>
                    </a:cubicBezTo>
                    <a:cubicBezTo>
                      <a:pt x="109" y="161"/>
                      <a:pt x="140" y="128"/>
                      <a:pt x="141" y="83"/>
                    </a:cubicBezTo>
                    <a:cubicBezTo>
                      <a:pt x="143" y="38"/>
                      <a:pt x="112" y="1"/>
                      <a:pt x="73" y="0"/>
                    </a:cubicBezTo>
                    <a:cubicBezTo>
                      <a:pt x="72" y="0"/>
                      <a:pt x="71" y="0"/>
                      <a:pt x="7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Google Shape;1385;p36"/>
              <p:cNvSpPr/>
              <p:nvPr/>
            </p:nvSpPr>
            <p:spPr>
              <a:xfrm>
                <a:off x="4364962" y="3562701"/>
                <a:ext cx="3369" cy="3818"/>
              </a:xfrm>
              <a:custGeom>
                <a:avLst/>
                <a:gdLst/>
                <a:ahLst/>
                <a:cxnLst/>
                <a:rect l="l" t="t" r="r" b="b"/>
                <a:pathLst>
                  <a:path w="144" h="163" extrusionOk="0">
                    <a:moveTo>
                      <a:pt x="73" y="0"/>
                    </a:moveTo>
                    <a:cubicBezTo>
                      <a:pt x="35" y="0"/>
                      <a:pt x="4" y="36"/>
                      <a:pt x="3" y="79"/>
                    </a:cubicBezTo>
                    <a:cubicBezTo>
                      <a:pt x="1" y="124"/>
                      <a:pt x="32" y="161"/>
                      <a:pt x="70" y="162"/>
                    </a:cubicBezTo>
                    <a:cubicBezTo>
                      <a:pt x="71" y="163"/>
                      <a:pt x="72" y="163"/>
                      <a:pt x="72" y="163"/>
                    </a:cubicBezTo>
                    <a:cubicBezTo>
                      <a:pt x="109" y="163"/>
                      <a:pt x="141" y="128"/>
                      <a:pt x="142" y="85"/>
                    </a:cubicBezTo>
                    <a:cubicBezTo>
                      <a:pt x="143" y="39"/>
                      <a:pt x="113" y="2"/>
                      <a:pt x="75" y="0"/>
                    </a:cubicBezTo>
                    <a:cubicBezTo>
                      <a:pt x="74" y="0"/>
                      <a:pt x="74" y="0"/>
                      <a:pt x="73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Google Shape;1386;p36"/>
              <p:cNvSpPr/>
              <p:nvPr/>
            </p:nvSpPr>
            <p:spPr>
              <a:xfrm>
                <a:off x="4365968" y="3549817"/>
                <a:ext cx="3346" cy="3818"/>
              </a:xfrm>
              <a:custGeom>
                <a:avLst/>
                <a:gdLst/>
                <a:ahLst/>
                <a:cxnLst/>
                <a:rect l="l" t="t" r="r" b="b"/>
                <a:pathLst>
                  <a:path w="143" h="163" extrusionOk="0">
                    <a:moveTo>
                      <a:pt x="74" y="1"/>
                    </a:moveTo>
                    <a:cubicBezTo>
                      <a:pt x="35" y="1"/>
                      <a:pt x="3" y="36"/>
                      <a:pt x="2" y="79"/>
                    </a:cubicBezTo>
                    <a:cubicBezTo>
                      <a:pt x="1" y="124"/>
                      <a:pt x="32" y="161"/>
                      <a:pt x="70" y="163"/>
                    </a:cubicBezTo>
                    <a:cubicBezTo>
                      <a:pt x="70" y="163"/>
                      <a:pt x="71" y="163"/>
                      <a:pt x="71" y="163"/>
                    </a:cubicBezTo>
                    <a:cubicBezTo>
                      <a:pt x="109" y="163"/>
                      <a:pt x="140" y="128"/>
                      <a:pt x="141" y="84"/>
                    </a:cubicBezTo>
                    <a:cubicBezTo>
                      <a:pt x="142" y="40"/>
                      <a:pt x="112" y="2"/>
                      <a:pt x="7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Google Shape;1387;p36"/>
              <p:cNvSpPr/>
              <p:nvPr/>
            </p:nvSpPr>
            <p:spPr>
              <a:xfrm>
                <a:off x="4366974" y="3536980"/>
                <a:ext cx="3369" cy="3818"/>
              </a:xfrm>
              <a:custGeom>
                <a:avLst/>
                <a:gdLst/>
                <a:ahLst/>
                <a:cxnLst/>
                <a:rect l="l" t="t" r="r" b="b"/>
                <a:pathLst>
                  <a:path w="144" h="163" extrusionOk="0">
                    <a:moveTo>
                      <a:pt x="72" y="0"/>
                    </a:moveTo>
                    <a:cubicBezTo>
                      <a:pt x="35" y="0"/>
                      <a:pt x="4" y="36"/>
                      <a:pt x="2" y="78"/>
                    </a:cubicBezTo>
                    <a:cubicBezTo>
                      <a:pt x="1" y="123"/>
                      <a:pt x="32" y="160"/>
                      <a:pt x="70" y="162"/>
                    </a:cubicBezTo>
                    <a:cubicBezTo>
                      <a:pt x="70" y="162"/>
                      <a:pt x="71" y="162"/>
                      <a:pt x="71" y="162"/>
                    </a:cubicBezTo>
                    <a:cubicBezTo>
                      <a:pt x="109" y="162"/>
                      <a:pt x="140" y="128"/>
                      <a:pt x="142" y="83"/>
                    </a:cubicBezTo>
                    <a:cubicBezTo>
                      <a:pt x="143" y="39"/>
                      <a:pt x="113" y="1"/>
                      <a:pt x="74" y="0"/>
                    </a:cubicBezTo>
                    <a:cubicBezTo>
                      <a:pt x="73" y="0"/>
                      <a:pt x="73" y="0"/>
                      <a:pt x="72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Google Shape;1388;p36"/>
              <p:cNvSpPr/>
              <p:nvPr/>
            </p:nvSpPr>
            <p:spPr>
              <a:xfrm>
                <a:off x="4379305" y="3576007"/>
                <a:ext cx="3322" cy="3818"/>
              </a:xfrm>
              <a:custGeom>
                <a:avLst/>
                <a:gdLst/>
                <a:ahLst/>
                <a:cxnLst/>
                <a:rect l="l" t="t" r="r" b="b"/>
                <a:pathLst>
                  <a:path w="142" h="163" extrusionOk="0">
                    <a:moveTo>
                      <a:pt x="71" y="1"/>
                    </a:moveTo>
                    <a:cubicBezTo>
                      <a:pt x="33" y="1"/>
                      <a:pt x="2" y="36"/>
                      <a:pt x="1" y="79"/>
                    </a:cubicBezTo>
                    <a:cubicBezTo>
                      <a:pt x="0" y="124"/>
                      <a:pt x="30" y="161"/>
                      <a:pt x="69" y="163"/>
                    </a:cubicBezTo>
                    <a:cubicBezTo>
                      <a:pt x="69" y="163"/>
                      <a:pt x="70" y="163"/>
                      <a:pt x="70" y="163"/>
                    </a:cubicBezTo>
                    <a:cubicBezTo>
                      <a:pt x="108" y="163"/>
                      <a:pt x="140" y="127"/>
                      <a:pt x="141" y="84"/>
                    </a:cubicBezTo>
                    <a:cubicBezTo>
                      <a:pt x="142" y="40"/>
                      <a:pt x="111" y="2"/>
                      <a:pt x="73" y="1"/>
                    </a:cubicBezTo>
                    <a:cubicBezTo>
                      <a:pt x="72" y="1"/>
                      <a:pt x="72" y="1"/>
                      <a:pt x="7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Google Shape;1389;p36"/>
              <p:cNvSpPr/>
              <p:nvPr/>
            </p:nvSpPr>
            <p:spPr>
              <a:xfrm>
                <a:off x="4378837" y="3563123"/>
                <a:ext cx="3322" cy="3795"/>
              </a:xfrm>
              <a:custGeom>
                <a:avLst/>
                <a:gdLst/>
                <a:ahLst/>
                <a:cxnLst/>
                <a:rect l="l" t="t" r="r" b="b"/>
                <a:pathLst>
                  <a:path w="142" h="162" extrusionOk="0">
                    <a:moveTo>
                      <a:pt x="72" y="1"/>
                    </a:moveTo>
                    <a:cubicBezTo>
                      <a:pt x="34" y="1"/>
                      <a:pt x="3" y="36"/>
                      <a:pt x="2" y="79"/>
                    </a:cubicBezTo>
                    <a:cubicBezTo>
                      <a:pt x="1" y="124"/>
                      <a:pt x="31" y="161"/>
                      <a:pt x="69" y="162"/>
                    </a:cubicBezTo>
                    <a:cubicBezTo>
                      <a:pt x="70" y="162"/>
                      <a:pt x="71" y="162"/>
                      <a:pt x="72" y="162"/>
                    </a:cubicBezTo>
                    <a:cubicBezTo>
                      <a:pt x="110" y="162"/>
                      <a:pt x="140" y="127"/>
                      <a:pt x="141" y="84"/>
                    </a:cubicBezTo>
                    <a:cubicBezTo>
                      <a:pt x="141" y="38"/>
                      <a:pt x="112" y="1"/>
                      <a:pt x="73" y="1"/>
                    </a:cubicBezTo>
                    <a:cubicBezTo>
                      <a:pt x="73" y="1"/>
                      <a:pt x="72" y="1"/>
                      <a:pt x="7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Google Shape;1390;p36"/>
              <p:cNvSpPr/>
              <p:nvPr/>
            </p:nvSpPr>
            <p:spPr>
              <a:xfrm>
                <a:off x="4378369" y="3550192"/>
                <a:ext cx="3346" cy="3818"/>
              </a:xfrm>
              <a:custGeom>
                <a:avLst/>
                <a:gdLst/>
                <a:ahLst/>
                <a:cxnLst/>
                <a:rect l="l" t="t" r="r" b="b"/>
                <a:pathLst>
                  <a:path w="143" h="163" extrusionOk="0">
                    <a:moveTo>
                      <a:pt x="71" y="0"/>
                    </a:moveTo>
                    <a:cubicBezTo>
                      <a:pt x="34" y="0"/>
                      <a:pt x="2" y="36"/>
                      <a:pt x="1" y="78"/>
                    </a:cubicBezTo>
                    <a:cubicBezTo>
                      <a:pt x="0" y="123"/>
                      <a:pt x="31" y="160"/>
                      <a:pt x="69" y="162"/>
                    </a:cubicBezTo>
                    <a:cubicBezTo>
                      <a:pt x="69" y="162"/>
                      <a:pt x="70" y="162"/>
                      <a:pt x="70" y="162"/>
                    </a:cubicBezTo>
                    <a:cubicBezTo>
                      <a:pt x="109" y="162"/>
                      <a:pt x="140" y="127"/>
                      <a:pt x="141" y="83"/>
                    </a:cubicBezTo>
                    <a:cubicBezTo>
                      <a:pt x="143" y="39"/>
                      <a:pt x="112" y="1"/>
                      <a:pt x="73" y="0"/>
                    </a:cubicBezTo>
                    <a:cubicBezTo>
                      <a:pt x="72" y="0"/>
                      <a:pt x="72" y="0"/>
                      <a:pt x="71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Google Shape;1391;p36"/>
              <p:cNvSpPr/>
              <p:nvPr/>
            </p:nvSpPr>
            <p:spPr>
              <a:xfrm>
                <a:off x="4377901" y="3537285"/>
                <a:ext cx="3369" cy="3795"/>
              </a:xfrm>
              <a:custGeom>
                <a:avLst/>
                <a:gdLst/>
                <a:ahLst/>
                <a:cxnLst/>
                <a:rect l="l" t="t" r="r" b="b"/>
                <a:pathLst>
                  <a:path w="144" h="162" extrusionOk="0">
                    <a:moveTo>
                      <a:pt x="70" y="0"/>
                    </a:moveTo>
                    <a:cubicBezTo>
                      <a:pt x="34" y="0"/>
                      <a:pt x="4" y="35"/>
                      <a:pt x="2" y="78"/>
                    </a:cubicBezTo>
                    <a:cubicBezTo>
                      <a:pt x="1" y="123"/>
                      <a:pt x="31" y="160"/>
                      <a:pt x="69" y="161"/>
                    </a:cubicBezTo>
                    <a:cubicBezTo>
                      <a:pt x="70" y="161"/>
                      <a:pt x="70" y="161"/>
                      <a:pt x="71" y="161"/>
                    </a:cubicBezTo>
                    <a:cubicBezTo>
                      <a:pt x="109" y="161"/>
                      <a:pt x="140" y="126"/>
                      <a:pt x="141" y="83"/>
                    </a:cubicBezTo>
                    <a:cubicBezTo>
                      <a:pt x="143" y="38"/>
                      <a:pt x="112" y="1"/>
                      <a:pt x="73" y="0"/>
                    </a:cubicBezTo>
                    <a:cubicBezTo>
                      <a:pt x="72" y="0"/>
                      <a:pt x="71" y="0"/>
                      <a:pt x="7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Google Shape;1392;p36"/>
              <p:cNvSpPr/>
              <p:nvPr/>
            </p:nvSpPr>
            <p:spPr>
              <a:xfrm>
                <a:off x="4323619" y="3754833"/>
                <a:ext cx="91648" cy="16257"/>
              </a:xfrm>
              <a:custGeom>
                <a:avLst/>
                <a:gdLst/>
                <a:ahLst/>
                <a:cxnLst/>
                <a:rect l="l" t="t" r="r" b="b"/>
                <a:pathLst>
                  <a:path w="3917" h="694" extrusionOk="0">
                    <a:moveTo>
                      <a:pt x="1" y="1"/>
                    </a:moveTo>
                    <a:lnTo>
                      <a:pt x="1" y="1"/>
                    </a:lnTo>
                    <a:cubicBezTo>
                      <a:pt x="3" y="88"/>
                      <a:pt x="11" y="174"/>
                      <a:pt x="21" y="257"/>
                    </a:cubicBezTo>
                    <a:cubicBezTo>
                      <a:pt x="304" y="427"/>
                      <a:pt x="884" y="659"/>
                      <a:pt x="1945" y="690"/>
                    </a:cubicBezTo>
                    <a:cubicBezTo>
                      <a:pt x="2019" y="692"/>
                      <a:pt x="2091" y="693"/>
                      <a:pt x="2161" y="693"/>
                    </a:cubicBezTo>
                    <a:cubicBezTo>
                      <a:pt x="3087" y="693"/>
                      <a:pt x="3616" y="511"/>
                      <a:pt x="3886" y="370"/>
                    </a:cubicBezTo>
                    <a:cubicBezTo>
                      <a:pt x="3900" y="287"/>
                      <a:pt x="3910" y="201"/>
                      <a:pt x="3916" y="115"/>
                    </a:cubicBezTo>
                    <a:lnTo>
                      <a:pt x="3916" y="115"/>
                    </a:lnTo>
                    <a:cubicBezTo>
                      <a:pt x="3731" y="236"/>
                      <a:pt x="3223" y="482"/>
                      <a:pt x="2165" y="482"/>
                    </a:cubicBezTo>
                    <a:cubicBezTo>
                      <a:pt x="2096" y="482"/>
                      <a:pt x="2024" y="481"/>
                      <a:pt x="1950" y="479"/>
                    </a:cubicBezTo>
                    <a:cubicBezTo>
                      <a:pt x="742" y="444"/>
                      <a:pt x="191" y="140"/>
                      <a:pt x="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Google Shape;1393;p36"/>
              <p:cNvSpPr/>
              <p:nvPr/>
            </p:nvSpPr>
            <p:spPr>
              <a:xfrm>
                <a:off x="4323899" y="3740755"/>
                <a:ext cx="91461" cy="15882"/>
              </a:xfrm>
              <a:custGeom>
                <a:avLst/>
                <a:gdLst/>
                <a:ahLst/>
                <a:cxnLst/>
                <a:rect l="l" t="t" r="r" b="b"/>
                <a:pathLst>
                  <a:path w="3909" h="678" extrusionOk="0">
                    <a:moveTo>
                      <a:pt x="21" y="1"/>
                    </a:moveTo>
                    <a:cubicBezTo>
                      <a:pt x="11" y="85"/>
                      <a:pt x="5" y="161"/>
                      <a:pt x="0" y="230"/>
                    </a:cubicBezTo>
                    <a:cubicBezTo>
                      <a:pt x="276" y="399"/>
                      <a:pt x="857" y="643"/>
                      <a:pt x="1945" y="675"/>
                    </a:cubicBezTo>
                    <a:cubicBezTo>
                      <a:pt x="2020" y="677"/>
                      <a:pt x="2093" y="678"/>
                      <a:pt x="2163" y="678"/>
                    </a:cubicBezTo>
                    <a:cubicBezTo>
                      <a:pt x="3114" y="678"/>
                      <a:pt x="3645" y="486"/>
                      <a:pt x="3908" y="342"/>
                    </a:cubicBezTo>
                    <a:cubicBezTo>
                      <a:pt x="3906" y="274"/>
                      <a:pt x="3903" y="197"/>
                      <a:pt x="3897" y="112"/>
                    </a:cubicBezTo>
                    <a:cubicBezTo>
                      <a:pt x="3696" y="237"/>
                      <a:pt x="3186" y="468"/>
                      <a:pt x="2159" y="468"/>
                    </a:cubicBezTo>
                    <a:cubicBezTo>
                      <a:pt x="2091" y="468"/>
                      <a:pt x="2022" y="467"/>
                      <a:pt x="1950" y="464"/>
                    </a:cubicBezTo>
                    <a:cubicBezTo>
                      <a:pt x="784" y="432"/>
                      <a:pt x="228" y="145"/>
                      <a:pt x="2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Google Shape;1394;p36"/>
              <p:cNvSpPr/>
              <p:nvPr/>
            </p:nvSpPr>
            <p:spPr>
              <a:xfrm>
                <a:off x="4325490" y="3727332"/>
                <a:ext cx="88887" cy="14851"/>
              </a:xfrm>
              <a:custGeom>
                <a:avLst/>
                <a:gdLst/>
                <a:ahLst/>
                <a:cxnLst/>
                <a:rect l="l" t="t" r="r" b="b"/>
                <a:pathLst>
                  <a:path w="3799" h="634" extrusionOk="0">
                    <a:moveTo>
                      <a:pt x="36" y="1"/>
                    </a:moveTo>
                    <a:cubicBezTo>
                      <a:pt x="23" y="78"/>
                      <a:pt x="11" y="149"/>
                      <a:pt x="1" y="217"/>
                    </a:cubicBezTo>
                    <a:cubicBezTo>
                      <a:pt x="296" y="384"/>
                      <a:pt x="870" y="601"/>
                      <a:pt x="1892" y="630"/>
                    </a:cubicBezTo>
                    <a:cubicBezTo>
                      <a:pt x="1968" y="633"/>
                      <a:pt x="2043" y="634"/>
                      <a:pt x="2114" y="634"/>
                    </a:cubicBezTo>
                    <a:cubicBezTo>
                      <a:pt x="2999" y="634"/>
                      <a:pt x="3519" y="466"/>
                      <a:pt x="3798" y="328"/>
                    </a:cubicBezTo>
                    <a:cubicBezTo>
                      <a:pt x="3790" y="258"/>
                      <a:pt x="3783" y="186"/>
                      <a:pt x="3773" y="108"/>
                    </a:cubicBezTo>
                    <a:cubicBezTo>
                      <a:pt x="3534" y="237"/>
                      <a:pt x="3028" y="423"/>
                      <a:pt x="2106" y="423"/>
                    </a:cubicBezTo>
                    <a:cubicBezTo>
                      <a:pt x="2038" y="423"/>
                      <a:pt x="1968" y="422"/>
                      <a:pt x="1896" y="420"/>
                    </a:cubicBezTo>
                    <a:cubicBezTo>
                      <a:pt x="840" y="389"/>
                      <a:pt x="286" y="153"/>
                      <a:pt x="3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Google Shape;1395;p36"/>
              <p:cNvSpPr/>
              <p:nvPr/>
            </p:nvSpPr>
            <p:spPr>
              <a:xfrm>
                <a:off x="4357405" y="3583081"/>
                <a:ext cx="31142" cy="9089"/>
              </a:xfrm>
              <a:custGeom>
                <a:avLst/>
                <a:gdLst/>
                <a:ahLst/>
                <a:cxnLst/>
                <a:rect l="l" t="t" r="r" b="b"/>
                <a:pathLst>
                  <a:path w="1331" h="388" extrusionOk="0">
                    <a:moveTo>
                      <a:pt x="45" y="0"/>
                    </a:moveTo>
                    <a:cubicBezTo>
                      <a:pt x="40" y="27"/>
                      <a:pt x="36" y="52"/>
                      <a:pt x="30" y="78"/>
                    </a:cubicBezTo>
                    <a:cubicBezTo>
                      <a:pt x="24" y="117"/>
                      <a:pt x="18" y="155"/>
                      <a:pt x="10" y="195"/>
                    </a:cubicBezTo>
                    <a:cubicBezTo>
                      <a:pt x="8" y="211"/>
                      <a:pt x="4" y="228"/>
                      <a:pt x="1" y="245"/>
                    </a:cubicBezTo>
                    <a:cubicBezTo>
                      <a:pt x="116" y="308"/>
                      <a:pt x="317" y="376"/>
                      <a:pt x="665" y="387"/>
                    </a:cubicBezTo>
                    <a:cubicBezTo>
                      <a:pt x="693" y="388"/>
                      <a:pt x="720" y="388"/>
                      <a:pt x="745" y="388"/>
                    </a:cubicBezTo>
                    <a:cubicBezTo>
                      <a:pt x="1042" y="388"/>
                      <a:pt x="1223" y="336"/>
                      <a:pt x="1331" y="284"/>
                    </a:cubicBezTo>
                    <a:cubicBezTo>
                      <a:pt x="1328" y="268"/>
                      <a:pt x="1327" y="251"/>
                      <a:pt x="1324" y="235"/>
                    </a:cubicBezTo>
                    <a:cubicBezTo>
                      <a:pt x="1319" y="194"/>
                      <a:pt x="1312" y="151"/>
                      <a:pt x="1307" y="110"/>
                    </a:cubicBezTo>
                    <a:cubicBezTo>
                      <a:pt x="1305" y="86"/>
                      <a:pt x="1302" y="63"/>
                      <a:pt x="1298" y="38"/>
                    </a:cubicBezTo>
                    <a:cubicBezTo>
                      <a:pt x="1247" y="75"/>
                      <a:pt x="1092" y="151"/>
                      <a:pt x="743" y="151"/>
                    </a:cubicBezTo>
                    <a:cubicBezTo>
                      <a:pt x="720" y="151"/>
                      <a:pt x="696" y="151"/>
                      <a:pt x="671" y="150"/>
                    </a:cubicBezTo>
                    <a:cubicBezTo>
                      <a:pt x="262" y="139"/>
                      <a:pt x="96" y="40"/>
                      <a:pt x="45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Google Shape;1396;p36"/>
              <p:cNvSpPr/>
              <p:nvPr/>
            </p:nvSpPr>
            <p:spPr>
              <a:xfrm>
                <a:off x="4373128" y="3527751"/>
                <a:ext cx="42303" cy="278312"/>
              </a:xfrm>
              <a:custGeom>
                <a:avLst/>
                <a:gdLst/>
                <a:ahLst/>
                <a:cxnLst/>
                <a:rect l="l" t="t" r="r" b="b"/>
                <a:pathLst>
                  <a:path w="1808" h="11881" extrusionOk="0">
                    <a:moveTo>
                      <a:pt x="69" y="0"/>
                    </a:moveTo>
                    <a:lnTo>
                      <a:pt x="69" y="4230"/>
                    </a:lnTo>
                    <a:cubicBezTo>
                      <a:pt x="69" y="5022"/>
                      <a:pt x="152" y="5812"/>
                      <a:pt x="302" y="6584"/>
                    </a:cubicBezTo>
                    <a:cubicBezTo>
                      <a:pt x="825" y="9273"/>
                      <a:pt x="354" y="11032"/>
                      <a:pt x="0" y="11880"/>
                    </a:cubicBezTo>
                    <a:cubicBezTo>
                      <a:pt x="877" y="11801"/>
                      <a:pt x="1599" y="11050"/>
                      <a:pt x="1769" y="10063"/>
                    </a:cubicBezTo>
                    <a:cubicBezTo>
                      <a:pt x="1783" y="9979"/>
                      <a:pt x="1793" y="9894"/>
                      <a:pt x="1799" y="9808"/>
                    </a:cubicBezTo>
                    <a:cubicBezTo>
                      <a:pt x="1802" y="9764"/>
                      <a:pt x="1804" y="9719"/>
                      <a:pt x="1805" y="9673"/>
                    </a:cubicBezTo>
                    <a:cubicBezTo>
                      <a:pt x="1807" y="9633"/>
                      <a:pt x="1807" y="9592"/>
                      <a:pt x="1805" y="9552"/>
                    </a:cubicBezTo>
                    <a:cubicBezTo>
                      <a:pt x="1805" y="9515"/>
                      <a:pt x="1804" y="9475"/>
                      <a:pt x="1803" y="9434"/>
                    </a:cubicBezTo>
                    <a:cubicBezTo>
                      <a:pt x="1800" y="9366"/>
                      <a:pt x="1797" y="9289"/>
                      <a:pt x="1792" y="9204"/>
                    </a:cubicBezTo>
                    <a:cubicBezTo>
                      <a:pt x="1785" y="9100"/>
                      <a:pt x="1775" y="8982"/>
                      <a:pt x="1761" y="8846"/>
                    </a:cubicBezTo>
                    <a:cubicBezTo>
                      <a:pt x="1753" y="8778"/>
                      <a:pt x="1744" y="8705"/>
                      <a:pt x="1736" y="8628"/>
                    </a:cubicBezTo>
                    <a:cubicBezTo>
                      <a:pt x="1657" y="8005"/>
                      <a:pt x="1497" y="7066"/>
                      <a:pt x="1173" y="5558"/>
                    </a:cubicBezTo>
                    <a:cubicBezTo>
                      <a:pt x="967" y="4595"/>
                      <a:pt x="794" y="3624"/>
                      <a:pt x="659" y="2645"/>
                    </a:cubicBezTo>
                    <a:cubicBezTo>
                      <a:pt x="657" y="2630"/>
                      <a:pt x="655" y="2613"/>
                      <a:pt x="652" y="2597"/>
                    </a:cubicBezTo>
                    <a:cubicBezTo>
                      <a:pt x="647" y="2556"/>
                      <a:pt x="640" y="2515"/>
                      <a:pt x="635" y="2472"/>
                    </a:cubicBezTo>
                    <a:cubicBezTo>
                      <a:pt x="633" y="2448"/>
                      <a:pt x="629" y="2425"/>
                      <a:pt x="626" y="2400"/>
                    </a:cubicBezTo>
                    <a:cubicBezTo>
                      <a:pt x="527" y="1644"/>
                      <a:pt x="447" y="885"/>
                      <a:pt x="389" y="122"/>
                    </a:cubicBezTo>
                    <a:lnTo>
                      <a:pt x="380" y="9"/>
                    </a:lnTo>
                    <a:lnTo>
                      <a:pt x="70" y="0"/>
                    </a:lnTo>
                    <a:close/>
                  </a:path>
                </a:pathLst>
              </a:custGeom>
              <a:solidFill>
                <a:srgbClr val="EC9836">
                  <a:alpha val="434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Google Shape;1397;p36"/>
              <p:cNvSpPr/>
              <p:nvPr/>
            </p:nvSpPr>
            <p:spPr>
              <a:xfrm>
                <a:off x="4067018" y="3415311"/>
                <a:ext cx="626000" cy="197028"/>
              </a:xfrm>
              <a:custGeom>
                <a:avLst/>
                <a:gdLst/>
                <a:ahLst/>
                <a:cxnLst/>
                <a:rect l="l" t="t" r="r" b="b"/>
                <a:pathLst>
                  <a:path w="26755" h="8411" extrusionOk="0">
                    <a:moveTo>
                      <a:pt x="26754" y="1"/>
                    </a:moveTo>
                    <a:lnTo>
                      <a:pt x="26119" y="221"/>
                    </a:lnTo>
                    <a:lnTo>
                      <a:pt x="26119" y="7013"/>
                    </a:lnTo>
                    <a:cubicBezTo>
                      <a:pt x="26119" y="7380"/>
                      <a:pt x="25865" y="7676"/>
                      <a:pt x="25549" y="7676"/>
                    </a:cubicBezTo>
                    <a:lnTo>
                      <a:pt x="1208" y="7676"/>
                    </a:lnTo>
                    <a:cubicBezTo>
                      <a:pt x="891" y="7676"/>
                      <a:pt x="634" y="7379"/>
                      <a:pt x="634" y="7013"/>
                    </a:cubicBezTo>
                    <a:lnTo>
                      <a:pt x="634" y="734"/>
                    </a:lnTo>
                    <a:lnTo>
                      <a:pt x="0" y="515"/>
                    </a:lnTo>
                    <a:lnTo>
                      <a:pt x="0" y="7013"/>
                    </a:lnTo>
                    <a:cubicBezTo>
                      <a:pt x="0" y="7784"/>
                      <a:pt x="541" y="8410"/>
                      <a:pt x="1208" y="8410"/>
                    </a:cubicBezTo>
                    <a:lnTo>
                      <a:pt x="25548" y="8410"/>
                    </a:lnTo>
                    <a:cubicBezTo>
                      <a:pt x="26214" y="8410"/>
                      <a:pt x="26754" y="7783"/>
                      <a:pt x="26754" y="7013"/>
                    </a:cubicBezTo>
                    <a:lnTo>
                      <a:pt x="267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98" name="Google Shape;1398;p36"/>
          <p:cNvGrpSpPr/>
          <p:nvPr/>
        </p:nvGrpSpPr>
        <p:grpSpPr>
          <a:xfrm>
            <a:off x="-609612" y="3632730"/>
            <a:ext cx="10436575" cy="1242270"/>
            <a:chOff x="-12" y="3708930"/>
            <a:chExt cx="10436575" cy="1242270"/>
          </a:xfrm>
        </p:grpSpPr>
        <p:grpSp>
          <p:nvGrpSpPr>
            <p:cNvPr id="1399" name="Google Shape;1399;p36"/>
            <p:cNvGrpSpPr/>
            <p:nvPr/>
          </p:nvGrpSpPr>
          <p:grpSpPr>
            <a:xfrm>
              <a:off x="-12" y="4147734"/>
              <a:ext cx="10436575" cy="803466"/>
              <a:chOff x="0" y="4340034"/>
              <a:chExt cx="10436575" cy="803466"/>
            </a:xfrm>
          </p:grpSpPr>
          <p:sp>
            <p:nvSpPr>
              <p:cNvPr id="1400" name="Google Shape;1400;p36"/>
              <p:cNvSpPr/>
              <p:nvPr/>
            </p:nvSpPr>
            <p:spPr>
              <a:xfrm rot="10800000">
                <a:off x="2007684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Google Shape;1401;p36"/>
              <p:cNvSpPr/>
              <p:nvPr/>
            </p:nvSpPr>
            <p:spPr>
              <a:xfrm rot="10800000" flipH="1">
                <a:off x="0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Google Shape;1402;p36"/>
              <p:cNvSpPr/>
              <p:nvPr/>
            </p:nvSpPr>
            <p:spPr>
              <a:xfrm rot="10800000">
                <a:off x="5184834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Google Shape;1403;p36"/>
              <p:cNvSpPr/>
              <p:nvPr/>
            </p:nvSpPr>
            <p:spPr>
              <a:xfrm rot="10800000" flipH="1">
                <a:off x="3177150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Google Shape;1404;p36"/>
              <p:cNvSpPr/>
              <p:nvPr/>
            </p:nvSpPr>
            <p:spPr>
              <a:xfrm rot="10800000">
                <a:off x="8428909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Google Shape;1405;p36"/>
              <p:cNvSpPr/>
              <p:nvPr/>
            </p:nvSpPr>
            <p:spPr>
              <a:xfrm rot="10800000" flipH="1">
                <a:off x="6421225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06" name="Google Shape;1406;p36"/>
            <p:cNvGrpSpPr/>
            <p:nvPr/>
          </p:nvGrpSpPr>
          <p:grpSpPr>
            <a:xfrm>
              <a:off x="6221512" y="3708930"/>
              <a:ext cx="1307895" cy="575273"/>
              <a:chOff x="2161713" y="3315239"/>
              <a:chExt cx="607984" cy="267420"/>
            </a:xfrm>
          </p:grpSpPr>
          <p:sp>
            <p:nvSpPr>
              <p:cNvPr id="1407" name="Google Shape;1407;p36"/>
              <p:cNvSpPr/>
              <p:nvPr/>
            </p:nvSpPr>
            <p:spPr>
              <a:xfrm>
                <a:off x="2161713" y="3351361"/>
                <a:ext cx="191789" cy="231298"/>
              </a:xfrm>
              <a:custGeom>
                <a:avLst/>
                <a:gdLst/>
                <a:ahLst/>
                <a:cxnLst/>
                <a:rect l="l" t="t" r="r" b="b"/>
                <a:pathLst>
                  <a:path w="8197" h="9874" extrusionOk="0">
                    <a:moveTo>
                      <a:pt x="7172" y="1"/>
                    </a:moveTo>
                    <a:lnTo>
                      <a:pt x="7172" y="1"/>
                    </a:lnTo>
                    <a:cubicBezTo>
                      <a:pt x="4099" y="1599"/>
                      <a:pt x="3892" y="4964"/>
                      <a:pt x="3523" y="7464"/>
                    </a:cubicBezTo>
                    <a:cubicBezTo>
                      <a:pt x="3359" y="5580"/>
                      <a:pt x="2090" y="985"/>
                      <a:pt x="0" y="616"/>
                    </a:cubicBezTo>
                    <a:lnTo>
                      <a:pt x="0" y="616"/>
                    </a:lnTo>
                    <a:cubicBezTo>
                      <a:pt x="2705" y="2746"/>
                      <a:pt x="1844" y="9874"/>
                      <a:pt x="1844" y="9874"/>
                    </a:cubicBezTo>
                    <a:lnTo>
                      <a:pt x="7909" y="9874"/>
                    </a:lnTo>
                    <a:cubicBezTo>
                      <a:pt x="8196" y="7044"/>
                      <a:pt x="7172" y="3279"/>
                      <a:pt x="7172" y="3278"/>
                    </a:cubicBezTo>
                    <a:lnTo>
                      <a:pt x="7172" y="3278"/>
                    </a:lnTo>
                    <a:cubicBezTo>
                      <a:pt x="7172" y="3279"/>
                      <a:pt x="7295" y="6966"/>
                      <a:pt x="5819" y="7704"/>
                    </a:cubicBezTo>
                    <a:cubicBezTo>
                      <a:pt x="5123" y="6351"/>
                      <a:pt x="5328" y="2131"/>
                      <a:pt x="7172" y="1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Google Shape;1408;p36"/>
              <p:cNvSpPr/>
              <p:nvPr/>
            </p:nvSpPr>
            <p:spPr>
              <a:xfrm>
                <a:off x="2378304" y="3315239"/>
                <a:ext cx="217878" cy="267420"/>
              </a:xfrm>
              <a:custGeom>
                <a:avLst/>
                <a:gdLst/>
                <a:ahLst/>
                <a:cxnLst/>
                <a:rect l="l" t="t" r="r" b="b"/>
                <a:pathLst>
                  <a:path w="9312" h="11416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5510" y="2559"/>
                      <a:pt x="2346" y="11416"/>
                      <a:pt x="2346" y="11416"/>
                    </a:cubicBezTo>
                    <a:lnTo>
                      <a:pt x="7642" y="11416"/>
                    </a:lnTo>
                    <a:cubicBezTo>
                      <a:pt x="7642" y="11416"/>
                      <a:pt x="5118" y="3709"/>
                      <a:pt x="9312" y="1102"/>
                    </a:cubicBezTo>
                    <a:lnTo>
                      <a:pt x="9312" y="1102"/>
                    </a:lnTo>
                    <a:cubicBezTo>
                      <a:pt x="6368" y="1913"/>
                      <a:pt x="5407" y="4656"/>
                      <a:pt x="5300" y="9241"/>
                    </a:cubicBezTo>
                    <a:cubicBezTo>
                      <a:pt x="4768" y="2950"/>
                      <a:pt x="2098" y="533"/>
                      <a:pt x="1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Google Shape;1409;p36"/>
              <p:cNvSpPr/>
              <p:nvPr/>
            </p:nvSpPr>
            <p:spPr>
              <a:xfrm>
                <a:off x="2587220" y="3358716"/>
                <a:ext cx="182477" cy="223943"/>
              </a:xfrm>
              <a:custGeom>
                <a:avLst/>
                <a:gdLst/>
                <a:ahLst/>
                <a:cxnLst/>
                <a:rect l="l" t="t" r="r" b="b"/>
                <a:pathLst>
                  <a:path w="7799" h="9560" extrusionOk="0">
                    <a:moveTo>
                      <a:pt x="7799" y="0"/>
                    </a:moveTo>
                    <a:lnTo>
                      <a:pt x="7799" y="0"/>
                    </a:lnTo>
                    <a:cubicBezTo>
                      <a:pt x="6042" y="447"/>
                      <a:pt x="3806" y="2471"/>
                      <a:pt x="3360" y="7739"/>
                    </a:cubicBezTo>
                    <a:cubicBezTo>
                      <a:pt x="3271" y="3901"/>
                      <a:pt x="2466" y="1603"/>
                      <a:pt x="0" y="923"/>
                    </a:cubicBezTo>
                    <a:lnTo>
                      <a:pt x="0" y="923"/>
                    </a:lnTo>
                    <a:cubicBezTo>
                      <a:pt x="3513" y="3107"/>
                      <a:pt x="1399" y="9560"/>
                      <a:pt x="1399" y="9560"/>
                    </a:cubicBezTo>
                    <a:lnTo>
                      <a:pt x="5835" y="9560"/>
                    </a:lnTo>
                    <a:cubicBezTo>
                      <a:pt x="5835" y="9560"/>
                      <a:pt x="3186" y="2144"/>
                      <a:pt x="7799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Google Shape;1410;p36"/>
              <p:cNvSpPr/>
              <p:nvPr/>
            </p:nvSpPr>
            <p:spPr>
              <a:xfrm>
                <a:off x="2321682" y="3399054"/>
                <a:ext cx="152388" cy="183605"/>
              </a:xfrm>
              <a:custGeom>
                <a:avLst/>
                <a:gdLst/>
                <a:ahLst/>
                <a:cxnLst/>
                <a:rect l="l" t="t" r="r" b="b"/>
                <a:pathLst>
                  <a:path w="6513" h="7838" extrusionOk="0">
                    <a:moveTo>
                      <a:pt x="6513" y="0"/>
                    </a:moveTo>
                    <a:lnTo>
                      <a:pt x="6513" y="0"/>
                    </a:lnTo>
                    <a:cubicBezTo>
                      <a:pt x="2237" y="1667"/>
                      <a:pt x="2572" y="6951"/>
                      <a:pt x="2572" y="6951"/>
                    </a:cubicBezTo>
                    <a:cubicBezTo>
                      <a:pt x="2572" y="6951"/>
                      <a:pt x="1771" y="2944"/>
                      <a:pt x="3140" y="1174"/>
                    </a:cubicBezTo>
                    <a:lnTo>
                      <a:pt x="3140" y="1174"/>
                    </a:lnTo>
                    <a:cubicBezTo>
                      <a:pt x="1" y="2977"/>
                      <a:pt x="1069" y="7838"/>
                      <a:pt x="1069" y="7838"/>
                    </a:cubicBezTo>
                    <a:lnTo>
                      <a:pt x="1069" y="7837"/>
                    </a:lnTo>
                    <a:lnTo>
                      <a:pt x="5578" y="7837"/>
                    </a:lnTo>
                    <a:cubicBezTo>
                      <a:pt x="5578" y="7837"/>
                      <a:pt x="3707" y="3277"/>
                      <a:pt x="6513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Google Shape;1411;p36"/>
              <p:cNvSpPr/>
              <p:nvPr/>
            </p:nvSpPr>
            <p:spPr>
              <a:xfrm>
                <a:off x="2514150" y="3328451"/>
                <a:ext cx="164414" cy="254208"/>
              </a:xfrm>
              <a:custGeom>
                <a:avLst/>
                <a:gdLst/>
                <a:ahLst/>
                <a:cxnLst/>
                <a:rect l="l" t="t" r="r" b="b"/>
                <a:pathLst>
                  <a:path w="7027" h="10852" extrusionOk="0">
                    <a:moveTo>
                      <a:pt x="7027" y="0"/>
                    </a:moveTo>
                    <a:lnTo>
                      <a:pt x="7027" y="0"/>
                    </a:lnTo>
                    <a:cubicBezTo>
                      <a:pt x="3755" y="1988"/>
                      <a:pt x="2954" y="9623"/>
                      <a:pt x="2954" y="9623"/>
                    </a:cubicBezTo>
                    <a:cubicBezTo>
                      <a:pt x="2954" y="9623"/>
                      <a:pt x="1950" y="2100"/>
                      <a:pt x="1" y="1563"/>
                    </a:cubicBezTo>
                    <a:lnTo>
                      <a:pt x="1" y="1563"/>
                    </a:lnTo>
                    <a:cubicBezTo>
                      <a:pt x="2751" y="6649"/>
                      <a:pt x="831" y="10852"/>
                      <a:pt x="831" y="10852"/>
                    </a:cubicBezTo>
                    <a:lnTo>
                      <a:pt x="5468" y="10852"/>
                    </a:lnTo>
                    <a:cubicBezTo>
                      <a:pt x="5468" y="10852"/>
                      <a:pt x="2924" y="5144"/>
                      <a:pt x="7027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12" name="Google Shape;1412;p36"/>
            <p:cNvGrpSpPr/>
            <p:nvPr/>
          </p:nvGrpSpPr>
          <p:grpSpPr>
            <a:xfrm>
              <a:off x="2631902" y="3737325"/>
              <a:ext cx="767639" cy="575285"/>
              <a:chOff x="1286413" y="3306853"/>
              <a:chExt cx="450519" cy="337648"/>
            </a:xfrm>
          </p:grpSpPr>
          <p:sp>
            <p:nvSpPr>
              <p:cNvPr id="1413" name="Google Shape;1413;p36"/>
              <p:cNvSpPr/>
              <p:nvPr/>
            </p:nvSpPr>
            <p:spPr>
              <a:xfrm>
                <a:off x="1357869" y="3306853"/>
                <a:ext cx="275108" cy="337625"/>
              </a:xfrm>
              <a:custGeom>
                <a:avLst/>
                <a:gdLst/>
                <a:ahLst/>
                <a:cxnLst/>
                <a:rect l="l" t="t" r="r" b="b"/>
                <a:pathLst>
                  <a:path w="11758" h="14413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6955" y="3231"/>
                      <a:pt x="2962" y="14412"/>
                      <a:pt x="2962" y="14412"/>
                    </a:cubicBezTo>
                    <a:lnTo>
                      <a:pt x="9648" y="14412"/>
                    </a:lnTo>
                    <a:cubicBezTo>
                      <a:pt x="9648" y="14412"/>
                      <a:pt x="6461" y="4682"/>
                      <a:pt x="11757" y="1391"/>
                    </a:cubicBezTo>
                    <a:lnTo>
                      <a:pt x="11757" y="1391"/>
                    </a:lnTo>
                    <a:cubicBezTo>
                      <a:pt x="8039" y="2415"/>
                      <a:pt x="6825" y="5880"/>
                      <a:pt x="6691" y="11668"/>
                    </a:cubicBezTo>
                    <a:cubicBezTo>
                      <a:pt x="6018" y="3724"/>
                      <a:pt x="2648" y="673"/>
                      <a:pt x="0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Google Shape;1414;p36"/>
              <p:cNvSpPr/>
              <p:nvPr/>
            </p:nvSpPr>
            <p:spPr>
              <a:xfrm>
                <a:off x="1286413" y="3412664"/>
                <a:ext cx="192374" cy="231814"/>
              </a:xfrm>
              <a:custGeom>
                <a:avLst/>
                <a:gdLst/>
                <a:ahLst/>
                <a:cxnLst/>
                <a:rect l="l" t="t" r="r" b="b"/>
                <a:pathLst>
                  <a:path w="8222" h="9896" extrusionOk="0">
                    <a:moveTo>
                      <a:pt x="8222" y="1"/>
                    </a:moveTo>
                    <a:lnTo>
                      <a:pt x="8222" y="1"/>
                    </a:lnTo>
                    <a:cubicBezTo>
                      <a:pt x="2825" y="2105"/>
                      <a:pt x="3247" y="8774"/>
                      <a:pt x="3247" y="8774"/>
                    </a:cubicBezTo>
                    <a:cubicBezTo>
                      <a:pt x="3247" y="8774"/>
                      <a:pt x="2235" y="3716"/>
                      <a:pt x="3963" y="1482"/>
                    </a:cubicBezTo>
                    <a:lnTo>
                      <a:pt x="3963" y="1482"/>
                    </a:lnTo>
                    <a:cubicBezTo>
                      <a:pt x="1" y="3758"/>
                      <a:pt x="1350" y="9895"/>
                      <a:pt x="1350" y="9895"/>
                    </a:cubicBezTo>
                    <a:lnTo>
                      <a:pt x="1350" y="9894"/>
                    </a:lnTo>
                    <a:lnTo>
                      <a:pt x="7041" y="9894"/>
                    </a:lnTo>
                    <a:cubicBezTo>
                      <a:pt x="7041" y="9894"/>
                      <a:pt x="4682" y="4138"/>
                      <a:pt x="8222" y="1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Google Shape;1415;p36"/>
              <p:cNvSpPr/>
              <p:nvPr/>
            </p:nvSpPr>
            <p:spPr>
              <a:xfrm>
                <a:off x="1529349" y="3323555"/>
                <a:ext cx="207583" cy="320946"/>
              </a:xfrm>
              <a:custGeom>
                <a:avLst/>
                <a:gdLst/>
                <a:ahLst/>
                <a:cxnLst/>
                <a:rect l="l" t="t" r="r" b="b"/>
                <a:pathLst>
                  <a:path w="8872" h="13701" extrusionOk="0">
                    <a:moveTo>
                      <a:pt x="8872" y="0"/>
                    </a:moveTo>
                    <a:lnTo>
                      <a:pt x="8872" y="0"/>
                    </a:lnTo>
                    <a:cubicBezTo>
                      <a:pt x="4741" y="2510"/>
                      <a:pt x="3730" y="12147"/>
                      <a:pt x="3730" y="12147"/>
                    </a:cubicBezTo>
                    <a:cubicBezTo>
                      <a:pt x="3730" y="12147"/>
                      <a:pt x="2463" y="2651"/>
                      <a:pt x="1" y="1973"/>
                    </a:cubicBezTo>
                    <a:lnTo>
                      <a:pt x="1" y="1973"/>
                    </a:lnTo>
                    <a:cubicBezTo>
                      <a:pt x="3473" y="8392"/>
                      <a:pt x="1049" y="13699"/>
                      <a:pt x="1049" y="13699"/>
                    </a:cubicBezTo>
                    <a:lnTo>
                      <a:pt x="6905" y="13700"/>
                    </a:lnTo>
                    <a:cubicBezTo>
                      <a:pt x="6905" y="13700"/>
                      <a:pt x="3693" y="6494"/>
                      <a:pt x="8872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16" name="Google Shape;1416;p36"/>
          <p:cNvGrpSpPr/>
          <p:nvPr/>
        </p:nvGrpSpPr>
        <p:grpSpPr>
          <a:xfrm flipH="1">
            <a:off x="-861403" y="856901"/>
            <a:ext cx="3423695" cy="3913780"/>
            <a:chOff x="1634550" y="-170011"/>
            <a:chExt cx="4580806" cy="5236526"/>
          </a:xfrm>
        </p:grpSpPr>
        <p:grpSp>
          <p:nvGrpSpPr>
            <p:cNvPr id="1417" name="Google Shape;1417;p36"/>
            <p:cNvGrpSpPr/>
            <p:nvPr/>
          </p:nvGrpSpPr>
          <p:grpSpPr>
            <a:xfrm>
              <a:off x="1634550" y="-170011"/>
              <a:ext cx="4580806" cy="5236526"/>
              <a:chOff x="5036915" y="454813"/>
              <a:chExt cx="1005180" cy="1149067"/>
            </a:xfrm>
          </p:grpSpPr>
          <p:sp>
            <p:nvSpPr>
              <p:cNvPr id="1418" name="Google Shape;1418;p36"/>
              <p:cNvSpPr/>
              <p:nvPr/>
            </p:nvSpPr>
            <p:spPr>
              <a:xfrm>
                <a:off x="5756552" y="515390"/>
                <a:ext cx="29996" cy="22137"/>
              </a:xfrm>
              <a:custGeom>
                <a:avLst/>
                <a:gdLst/>
                <a:ahLst/>
                <a:cxnLst/>
                <a:rect l="l" t="t" r="r" b="b"/>
                <a:pathLst>
                  <a:path w="1282" h="945" extrusionOk="0">
                    <a:moveTo>
                      <a:pt x="491" y="0"/>
                    </a:moveTo>
                    <a:cubicBezTo>
                      <a:pt x="455" y="0"/>
                      <a:pt x="423" y="4"/>
                      <a:pt x="396" y="12"/>
                    </a:cubicBezTo>
                    <a:cubicBezTo>
                      <a:pt x="144" y="88"/>
                      <a:pt x="1" y="354"/>
                      <a:pt x="78" y="606"/>
                    </a:cubicBezTo>
                    <a:cubicBezTo>
                      <a:pt x="140" y="811"/>
                      <a:pt x="330" y="944"/>
                      <a:pt x="534" y="944"/>
                    </a:cubicBezTo>
                    <a:cubicBezTo>
                      <a:pt x="580" y="944"/>
                      <a:pt x="626" y="937"/>
                      <a:pt x="672" y="924"/>
                    </a:cubicBezTo>
                    <a:cubicBezTo>
                      <a:pt x="923" y="848"/>
                      <a:pt x="1282" y="242"/>
                      <a:pt x="1282" y="242"/>
                    </a:cubicBezTo>
                    <a:cubicBezTo>
                      <a:pt x="1282" y="242"/>
                      <a:pt x="778" y="0"/>
                      <a:pt x="491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Google Shape;1419;p36"/>
              <p:cNvSpPr/>
              <p:nvPr/>
            </p:nvSpPr>
            <p:spPr>
              <a:xfrm>
                <a:off x="5690360" y="460013"/>
                <a:ext cx="28545" cy="22090"/>
              </a:xfrm>
              <a:custGeom>
                <a:avLst/>
                <a:gdLst/>
                <a:ahLst/>
                <a:cxnLst/>
                <a:rect l="l" t="t" r="r" b="b"/>
                <a:pathLst>
                  <a:path w="1220" h="943" extrusionOk="0">
                    <a:moveTo>
                      <a:pt x="610" y="0"/>
                    </a:moveTo>
                    <a:cubicBezTo>
                      <a:pt x="331" y="0"/>
                      <a:pt x="0" y="73"/>
                      <a:pt x="0" y="73"/>
                    </a:cubicBezTo>
                    <a:cubicBezTo>
                      <a:pt x="0" y="73"/>
                      <a:pt x="210" y="745"/>
                      <a:pt x="436" y="878"/>
                    </a:cubicBezTo>
                    <a:cubicBezTo>
                      <a:pt x="512" y="922"/>
                      <a:pt x="595" y="943"/>
                      <a:pt x="677" y="943"/>
                    </a:cubicBezTo>
                    <a:cubicBezTo>
                      <a:pt x="841" y="943"/>
                      <a:pt x="1000" y="858"/>
                      <a:pt x="1087" y="706"/>
                    </a:cubicBezTo>
                    <a:cubicBezTo>
                      <a:pt x="1220" y="479"/>
                      <a:pt x="1144" y="186"/>
                      <a:pt x="916" y="55"/>
                    </a:cubicBezTo>
                    <a:cubicBezTo>
                      <a:pt x="846" y="15"/>
                      <a:pt x="733" y="0"/>
                      <a:pt x="61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Google Shape;1420;p36"/>
              <p:cNvSpPr/>
              <p:nvPr/>
            </p:nvSpPr>
            <p:spPr>
              <a:xfrm>
                <a:off x="5129452" y="471046"/>
                <a:ext cx="788238" cy="666137"/>
              </a:xfrm>
              <a:custGeom>
                <a:avLst/>
                <a:gdLst/>
                <a:ahLst/>
                <a:cxnLst/>
                <a:rect l="l" t="t" r="r" b="b"/>
                <a:pathLst>
                  <a:path w="33689" h="28437" extrusionOk="0">
                    <a:moveTo>
                      <a:pt x="20645" y="0"/>
                    </a:moveTo>
                    <a:cubicBezTo>
                      <a:pt x="14931" y="0"/>
                      <a:pt x="10233" y="4352"/>
                      <a:pt x="9684" y="9924"/>
                    </a:cubicBezTo>
                    <a:cubicBezTo>
                      <a:pt x="9448" y="9906"/>
                      <a:pt x="9208" y="9896"/>
                      <a:pt x="8967" y="9896"/>
                    </a:cubicBezTo>
                    <a:cubicBezTo>
                      <a:pt x="4016" y="9896"/>
                      <a:pt x="4" y="13908"/>
                      <a:pt x="1" y="18856"/>
                    </a:cubicBezTo>
                    <a:cubicBezTo>
                      <a:pt x="1" y="23808"/>
                      <a:pt x="4015" y="27820"/>
                      <a:pt x="8964" y="27820"/>
                    </a:cubicBezTo>
                    <a:cubicBezTo>
                      <a:pt x="12967" y="27820"/>
                      <a:pt x="16357" y="25197"/>
                      <a:pt x="17507" y="21577"/>
                    </a:cubicBezTo>
                    <a:cubicBezTo>
                      <a:pt x="18253" y="21798"/>
                      <a:pt x="19029" y="21941"/>
                      <a:pt x="19830" y="22000"/>
                    </a:cubicBezTo>
                    <a:cubicBezTo>
                      <a:pt x="20089" y="25597"/>
                      <a:pt x="23086" y="28436"/>
                      <a:pt x="26751" y="28436"/>
                    </a:cubicBezTo>
                    <a:cubicBezTo>
                      <a:pt x="30582" y="28436"/>
                      <a:pt x="33688" y="25331"/>
                      <a:pt x="33688" y="21498"/>
                    </a:cubicBezTo>
                    <a:cubicBezTo>
                      <a:pt x="33688" y="19092"/>
                      <a:pt x="32463" y="16973"/>
                      <a:pt x="30603" y="15728"/>
                    </a:cubicBezTo>
                    <a:cubicBezTo>
                      <a:pt x="31280" y="14299"/>
                      <a:pt x="31660" y="12702"/>
                      <a:pt x="31660" y="11015"/>
                    </a:cubicBezTo>
                    <a:cubicBezTo>
                      <a:pt x="31660" y="4931"/>
                      <a:pt x="26729" y="0"/>
                      <a:pt x="20645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Google Shape;1421;p36"/>
              <p:cNvSpPr/>
              <p:nvPr/>
            </p:nvSpPr>
            <p:spPr>
              <a:xfrm>
                <a:off x="5527677" y="470203"/>
                <a:ext cx="320452" cy="154136"/>
              </a:xfrm>
              <a:custGeom>
                <a:avLst/>
                <a:gdLst/>
                <a:ahLst/>
                <a:cxnLst/>
                <a:rect l="l" t="t" r="r" b="b"/>
                <a:pathLst>
                  <a:path w="13696" h="6580" extrusionOk="0">
                    <a:moveTo>
                      <a:pt x="3698" y="1"/>
                    </a:moveTo>
                    <a:cubicBezTo>
                      <a:pt x="3124" y="1"/>
                      <a:pt x="2550" y="43"/>
                      <a:pt x="1985" y="131"/>
                    </a:cubicBezTo>
                    <a:cubicBezTo>
                      <a:pt x="1308" y="246"/>
                      <a:pt x="643" y="415"/>
                      <a:pt x="0" y="648"/>
                    </a:cubicBezTo>
                    <a:cubicBezTo>
                      <a:pt x="1150" y="265"/>
                      <a:pt x="2359" y="69"/>
                      <a:pt x="3568" y="69"/>
                    </a:cubicBezTo>
                    <a:cubicBezTo>
                      <a:pt x="3722" y="69"/>
                      <a:pt x="3876" y="72"/>
                      <a:pt x="4029" y="79"/>
                    </a:cubicBezTo>
                    <a:cubicBezTo>
                      <a:pt x="4710" y="109"/>
                      <a:pt x="5387" y="197"/>
                      <a:pt x="6051" y="346"/>
                    </a:cubicBezTo>
                    <a:cubicBezTo>
                      <a:pt x="6714" y="500"/>
                      <a:pt x="7364" y="712"/>
                      <a:pt x="7988" y="984"/>
                    </a:cubicBezTo>
                    <a:cubicBezTo>
                      <a:pt x="9237" y="1525"/>
                      <a:pt x="10386" y="2298"/>
                      <a:pt x="11355" y="3254"/>
                    </a:cubicBezTo>
                    <a:cubicBezTo>
                      <a:pt x="11478" y="3371"/>
                      <a:pt x="11594" y="3497"/>
                      <a:pt x="11712" y="3620"/>
                    </a:cubicBezTo>
                    <a:cubicBezTo>
                      <a:pt x="11742" y="3651"/>
                      <a:pt x="11770" y="3681"/>
                      <a:pt x="11798" y="3713"/>
                    </a:cubicBezTo>
                    <a:lnTo>
                      <a:pt x="11883" y="3807"/>
                    </a:lnTo>
                    <a:lnTo>
                      <a:pt x="11967" y="3903"/>
                    </a:lnTo>
                    <a:lnTo>
                      <a:pt x="12009" y="3950"/>
                    </a:lnTo>
                    <a:lnTo>
                      <a:pt x="12050" y="3999"/>
                    </a:lnTo>
                    <a:cubicBezTo>
                      <a:pt x="12160" y="4129"/>
                      <a:pt x="12270" y="4261"/>
                      <a:pt x="12371" y="4396"/>
                    </a:cubicBezTo>
                    <a:lnTo>
                      <a:pt x="12449" y="4498"/>
                    </a:lnTo>
                    <a:cubicBezTo>
                      <a:pt x="12475" y="4530"/>
                      <a:pt x="12502" y="4565"/>
                      <a:pt x="12526" y="4600"/>
                    </a:cubicBezTo>
                    <a:lnTo>
                      <a:pt x="12675" y="4807"/>
                    </a:lnTo>
                    <a:cubicBezTo>
                      <a:pt x="13070" y="5364"/>
                      <a:pt x="13406" y="5961"/>
                      <a:pt x="13695" y="6580"/>
                    </a:cubicBezTo>
                    <a:cubicBezTo>
                      <a:pt x="13557" y="6268"/>
                      <a:pt x="13413" y="5956"/>
                      <a:pt x="13245" y="5659"/>
                    </a:cubicBezTo>
                    <a:cubicBezTo>
                      <a:pt x="13166" y="5508"/>
                      <a:pt x="13075" y="5363"/>
                      <a:pt x="12989" y="5215"/>
                    </a:cubicBezTo>
                    <a:cubicBezTo>
                      <a:pt x="12946" y="5141"/>
                      <a:pt x="12896" y="5069"/>
                      <a:pt x="12852" y="4997"/>
                    </a:cubicBezTo>
                    <a:cubicBezTo>
                      <a:pt x="12806" y="4925"/>
                      <a:pt x="12761" y="4852"/>
                      <a:pt x="12711" y="4784"/>
                    </a:cubicBezTo>
                    <a:cubicBezTo>
                      <a:pt x="12324" y="4220"/>
                      <a:pt x="11888" y="3686"/>
                      <a:pt x="11402" y="3202"/>
                    </a:cubicBezTo>
                    <a:cubicBezTo>
                      <a:pt x="11162" y="2958"/>
                      <a:pt x="10906" y="2730"/>
                      <a:pt x="10643" y="2509"/>
                    </a:cubicBezTo>
                    <a:cubicBezTo>
                      <a:pt x="10509" y="2402"/>
                      <a:pt x="10378" y="2293"/>
                      <a:pt x="10238" y="2191"/>
                    </a:cubicBezTo>
                    <a:cubicBezTo>
                      <a:pt x="10168" y="2140"/>
                      <a:pt x="10101" y="2089"/>
                      <a:pt x="10032" y="2038"/>
                    </a:cubicBezTo>
                    <a:lnTo>
                      <a:pt x="9820" y="1893"/>
                    </a:lnTo>
                    <a:cubicBezTo>
                      <a:pt x="9784" y="1868"/>
                      <a:pt x="9750" y="1843"/>
                      <a:pt x="9714" y="1820"/>
                    </a:cubicBezTo>
                    <a:lnTo>
                      <a:pt x="9606" y="1750"/>
                    </a:lnTo>
                    <a:lnTo>
                      <a:pt x="9389" y="1612"/>
                    </a:lnTo>
                    <a:lnTo>
                      <a:pt x="9168" y="1481"/>
                    </a:lnTo>
                    <a:lnTo>
                      <a:pt x="9058" y="1416"/>
                    </a:lnTo>
                    <a:lnTo>
                      <a:pt x="8945" y="1354"/>
                    </a:lnTo>
                    <a:lnTo>
                      <a:pt x="8719" y="1231"/>
                    </a:lnTo>
                    <a:lnTo>
                      <a:pt x="8490" y="1115"/>
                    </a:lnTo>
                    <a:lnTo>
                      <a:pt x="8374" y="1058"/>
                    </a:lnTo>
                    <a:cubicBezTo>
                      <a:pt x="8336" y="1038"/>
                      <a:pt x="8296" y="1022"/>
                      <a:pt x="8258" y="1005"/>
                    </a:cubicBezTo>
                    <a:lnTo>
                      <a:pt x="8023" y="898"/>
                    </a:lnTo>
                    <a:cubicBezTo>
                      <a:pt x="7392" y="627"/>
                      <a:pt x="6737" y="416"/>
                      <a:pt x="6069" y="263"/>
                    </a:cubicBezTo>
                    <a:cubicBezTo>
                      <a:pt x="5400" y="117"/>
                      <a:pt x="4717" y="26"/>
                      <a:pt x="4033" y="6"/>
                    </a:cubicBezTo>
                    <a:cubicBezTo>
                      <a:pt x="3921" y="3"/>
                      <a:pt x="3810" y="1"/>
                      <a:pt x="3698" y="1"/>
                    </a:cubicBezTo>
                    <a:close/>
                  </a:path>
                </a:pathLst>
              </a:custGeom>
              <a:solidFill>
                <a:srgbClr val="98A03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Google Shape;1422;p36"/>
              <p:cNvSpPr/>
              <p:nvPr/>
            </p:nvSpPr>
            <p:spPr>
              <a:xfrm>
                <a:off x="5143935" y="596604"/>
                <a:ext cx="844697" cy="1007275"/>
              </a:xfrm>
              <a:custGeom>
                <a:avLst/>
                <a:gdLst/>
                <a:ahLst/>
                <a:cxnLst/>
                <a:rect l="l" t="t" r="r" b="b"/>
                <a:pathLst>
                  <a:path w="36102" h="43000" extrusionOk="0">
                    <a:moveTo>
                      <a:pt x="19501" y="0"/>
                    </a:moveTo>
                    <a:lnTo>
                      <a:pt x="16128" y="2275"/>
                    </a:lnTo>
                    <a:lnTo>
                      <a:pt x="16127" y="2321"/>
                    </a:lnTo>
                    <a:lnTo>
                      <a:pt x="16009" y="6411"/>
                    </a:lnTo>
                    <a:lnTo>
                      <a:pt x="15982" y="7348"/>
                    </a:lnTo>
                    <a:lnTo>
                      <a:pt x="15975" y="7564"/>
                    </a:lnTo>
                    <a:lnTo>
                      <a:pt x="15795" y="7962"/>
                    </a:lnTo>
                    <a:lnTo>
                      <a:pt x="15765" y="9066"/>
                    </a:lnTo>
                    <a:lnTo>
                      <a:pt x="15515" y="18255"/>
                    </a:lnTo>
                    <a:cubicBezTo>
                      <a:pt x="15507" y="18595"/>
                      <a:pt x="15295" y="18843"/>
                      <a:pt x="15028" y="18943"/>
                    </a:cubicBezTo>
                    <a:lnTo>
                      <a:pt x="15017" y="18947"/>
                    </a:lnTo>
                    <a:cubicBezTo>
                      <a:pt x="14931" y="18978"/>
                      <a:pt x="14841" y="18994"/>
                      <a:pt x="14749" y="18994"/>
                    </a:cubicBezTo>
                    <a:cubicBezTo>
                      <a:pt x="14534" y="18994"/>
                      <a:pt x="14315" y="18904"/>
                      <a:pt x="14158" y="18701"/>
                    </a:cubicBezTo>
                    <a:lnTo>
                      <a:pt x="11418" y="15182"/>
                    </a:lnTo>
                    <a:lnTo>
                      <a:pt x="10898" y="14515"/>
                    </a:lnTo>
                    <a:lnTo>
                      <a:pt x="10693" y="14250"/>
                    </a:lnTo>
                    <a:lnTo>
                      <a:pt x="10099" y="14058"/>
                    </a:lnTo>
                    <a:lnTo>
                      <a:pt x="7826" y="13322"/>
                    </a:lnTo>
                    <a:lnTo>
                      <a:pt x="4669" y="12301"/>
                    </a:lnTo>
                    <a:lnTo>
                      <a:pt x="3129" y="11802"/>
                    </a:lnTo>
                    <a:lnTo>
                      <a:pt x="3618" y="11423"/>
                    </a:lnTo>
                    <a:lnTo>
                      <a:pt x="5467" y="9983"/>
                    </a:lnTo>
                    <a:lnTo>
                      <a:pt x="13731" y="3549"/>
                    </a:lnTo>
                    <a:lnTo>
                      <a:pt x="9218" y="6216"/>
                    </a:lnTo>
                    <a:lnTo>
                      <a:pt x="8257" y="4528"/>
                    </a:lnTo>
                    <a:lnTo>
                      <a:pt x="7321" y="2883"/>
                    </a:lnTo>
                    <a:lnTo>
                      <a:pt x="8043" y="4533"/>
                    </a:lnTo>
                    <a:lnTo>
                      <a:pt x="8882" y="6449"/>
                    </a:lnTo>
                    <a:lnTo>
                      <a:pt x="4531" y="9783"/>
                    </a:lnTo>
                    <a:lnTo>
                      <a:pt x="3375" y="10670"/>
                    </a:lnTo>
                    <a:lnTo>
                      <a:pt x="2962" y="10987"/>
                    </a:lnTo>
                    <a:lnTo>
                      <a:pt x="1590" y="7613"/>
                    </a:lnTo>
                    <a:lnTo>
                      <a:pt x="0" y="3732"/>
                    </a:lnTo>
                    <a:lnTo>
                      <a:pt x="1338" y="7915"/>
                    </a:lnTo>
                    <a:lnTo>
                      <a:pt x="2669" y="12081"/>
                    </a:lnTo>
                    <a:lnTo>
                      <a:pt x="4077" y="12555"/>
                    </a:lnTo>
                    <a:lnTo>
                      <a:pt x="7740" y="13792"/>
                    </a:lnTo>
                    <a:lnTo>
                      <a:pt x="9862" y="14507"/>
                    </a:lnTo>
                    <a:lnTo>
                      <a:pt x="10514" y="14727"/>
                    </a:lnTo>
                    <a:lnTo>
                      <a:pt x="10526" y="14747"/>
                    </a:lnTo>
                    <a:lnTo>
                      <a:pt x="12323" y="17896"/>
                    </a:lnTo>
                    <a:cubicBezTo>
                      <a:pt x="12897" y="18900"/>
                      <a:pt x="13133" y="20031"/>
                      <a:pt x="13038" y="21138"/>
                    </a:cubicBezTo>
                    <a:cubicBezTo>
                      <a:pt x="12971" y="21945"/>
                      <a:pt x="12728" y="22737"/>
                      <a:pt x="12313" y="23458"/>
                    </a:cubicBezTo>
                    <a:cubicBezTo>
                      <a:pt x="12221" y="23619"/>
                      <a:pt x="12119" y="23777"/>
                      <a:pt x="12010" y="23929"/>
                    </a:cubicBezTo>
                    <a:lnTo>
                      <a:pt x="11244" y="24996"/>
                    </a:lnTo>
                    <a:lnTo>
                      <a:pt x="6417" y="31718"/>
                    </a:lnTo>
                    <a:cubicBezTo>
                      <a:pt x="6349" y="31816"/>
                      <a:pt x="6282" y="31914"/>
                      <a:pt x="6217" y="32014"/>
                    </a:cubicBezTo>
                    <a:cubicBezTo>
                      <a:pt x="5263" y="33519"/>
                      <a:pt x="4993" y="35369"/>
                      <a:pt x="5493" y="37093"/>
                    </a:cubicBezTo>
                    <a:lnTo>
                      <a:pt x="6131" y="39295"/>
                    </a:lnTo>
                    <a:lnTo>
                      <a:pt x="6269" y="39770"/>
                    </a:lnTo>
                    <a:cubicBezTo>
                      <a:pt x="6379" y="40152"/>
                      <a:pt x="6467" y="40537"/>
                      <a:pt x="6528" y="40927"/>
                    </a:cubicBezTo>
                    <a:cubicBezTo>
                      <a:pt x="6600" y="41377"/>
                      <a:pt x="6639" y="41829"/>
                      <a:pt x="6647" y="42284"/>
                    </a:cubicBezTo>
                    <a:cubicBezTo>
                      <a:pt x="6649" y="42404"/>
                      <a:pt x="6649" y="42525"/>
                      <a:pt x="6647" y="42644"/>
                    </a:cubicBezTo>
                    <a:cubicBezTo>
                      <a:pt x="6644" y="42762"/>
                      <a:pt x="6641" y="42882"/>
                      <a:pt x="6634" y="43000"/>
                    </a:cubicBezTo>
                    <a:lnTo>
                      <a:pt x="17801" y="43000"/>
                    </a:lnTo>
                    <a:lnTo>
                      <a:pt x="17283" y="41900"/>
                    </a:lnTo>
                    <a:lnTo>
                      <a:pt x="15955" y="39087"/>
                    </a:lnTo>
                    <a:lnTo>
                      <a:pt x="14724" y="36479"/>
                    </a:lnTo>
                    <a:lnTo>
                      <a:pt x="14664" y="36352"/>
                    </a:lnTo>
                    <a:cubicBezTo>
                      <a:pt x="14292" y="35560"/>
                      <a:pt x="14189" y="34673"/>
                      <a:pt x="14363" y="33824"/>
                    </a:cubicBezTo>
                    <a:cubicBezTo>
                      <a:pt x="14397" y="33653"/>
                      <a:pt x="14445" y="33483"/>
                      <a:pt x="14503" y="33316"/>
                    </a:cubicBezTo>
                    <a:lnTo>
                      <a:pt x="16235" y="28337"/>
                    </a:lnTo>
                    <a:lnTo>
                      <a:pt x="18031" y="23767"/>
                    </a:lnTo>
                    <a:cubicBezTo>
                      <a:pt x="18576" y="22947"/>
                      <a:pt x="19318" y="22263"/>
                      <a:pt x="20196" y="21783"/>
                    </a:cubicBezTo>
                    <a:lnTo>
                      <a:pt x="20588" y="21569"/>
                    </a:lnTo>
                    <a:lnTo>
                      <a:pt x="21340" y="21158"/>
                    </a:lnTo>
                    <a:lnTo>
                      <a:pt x="23137" y="20177"/>
                    </a:lnTo>
                    <a:lnTo>
                      <a:pt x="27711" y="14018"/>
                    </a:lnTo>
                    <a:lnTo>
                      <a:pt x="30662" y="13353"/>
                    </a:lnTo>
                    <a:lnTo>
                      <a:pt x="31708" y="13117"/>
                    </a:lnTo>
                    <a:lnTo>
                      <a:pt x="32039" y="12500"/>
                    </a:lnTo>
                    <a:lnTo>
                      <a:pt x="34444" y="8004"/>
                    </a:lnTo>
                    <a:lnTo>
                      <a:pt x="35516" y="6000"/>
                    </a:lnTo>
                    <a:lnTo>
                      <a:pt x="36102" y="4905"/>
                    </a:lnTo>
                    <a:lnTo>
                      <a:pt x="35425" y="5985"/>
                    </a:lnTo>
                    <a:lnTo>
                      <a:pt x="34319" y="7751"/>
                    </a:lnTo>
                    <a:lnTo>
                      <a:pt x="31677" y="11966"/>
                    </a:lnTo>
                    <a:lnTo>
                      <a:pt x="31205" y="12718"/>
                    </a:lnTo>
                    <a:lnTo>
                      <a:pt x="29958" y="12797"/>
                    </a:lnTo>
                    <a:lnTo>
                      <a:pt x="28324" y="12897"/>
                    </a:lnTo>
                    <a:lnTo>
                      <a:pt x="28324" y="12897"/>
                    </a:lnTo>
                    <a:lnTo>
                      <a:pt x="28375" y="11003"/>
                    </a:lnTo>
                    <a:lnTo>
                      <a:pt x="28540" y="5011"/>
                    </a:lnTo>
                    <a:lnTo>
                      <a:pt x="27902" y="10541"/>
                    </a:lnTo>
                    <a:lnTo>
                      <a:pt x="27862" y="10887"/>
                    </a:lnTo>
                    <a:lnTo>
                      <a:pt x="27604" y="13113"/>
                    </a:lnTo>
                    <a:lnTo>
                      <a:pt x="22887" y="19127"/>
                    </a:lnTo>
                    <a:lnTo>
                      <a:pt x="23422" y="15479"/>
                    </a:lnTo>
                    <a:lnTo>
                      <a:pt x="23453" y="15274"/>
                    </a:lnTo>
                    <a:lnTo>
                      <a:pt x="23399" y="15472"/>
                    </a:lnTo>
                    <a:lnTo>
                      <a:pt x="22383" y="19235"/>
                    </a:lnTo>
                    <a:lnTo>
                      <a:pt x="20153" y="19653"/>
                    </a:lnTo>
                    <a:lnTo>
                      <a:pt x="19366" y="19798"/>
                    </a:lnTo>
                    <a:lnTo>
                      <a:pt x="19269" y="19817"/>
                    </a:lnTo>
                    <a:cubicBezTo>
                      <a:pt x="19155" y="19837"/>
                      <a:pt x="19042" y="19848"/>
                      <a:pt x="18932" y="19848"/>
                    </a:cubicBezTo>
                    <a:cubicBezTo>
                      <a:pt x="18814" y="19848"/>
                      <a:pt x="18698" y="19835"/>
                      <a:pt x="18586" y="19814"/>
                    </a:cubicBezTo>
                    <a:cubicBezTo>
                      <a:pt x="17776" y="19656"/>
                      <a:pt x="17137" y="18955"/>
                      <a:pt x="17113" y="18073"/>
                    </a:cubicBezTo>
                    <a:cubicBezTo>
                      <a:pt x="17096" y="17463"/>
                      <a:pt x="17284" y="16880"/>
                      <a:pt x="17628" y="16404"/>
                    </a:cubicBezTo>
                    <a:cubicBezTo>
                      <a:pt x="17892" y="16039"/>
                      <a:pt x="18246" y="15737"/>
                      <a:pt x="18671" y="15536"/>
                    </a:cubicBezTo>
                    <a:lnTo>
                      <a:pt x="21775" y="14061"/>
                    </a:lnTo>
                    <a:lnTo>
                      <a:pt x="21997" y="13957"/>
                    </a:lnTo>
                    <a:lnTo>
                      <a:pt x="22345" y="13792"/>
                    </a:lnTo>
                    <a:lnTo>
                      <a:pt x="23245" y="13364"/>
                    </a:lnTo>
                    <a:lnTo>
                      <a:pt x="23453" y="10153"/>
                    </a:lnTo>
                    <a:lnTo>
                      <a:pt x="22825" y="13120"/>
                    </a:lnTo>
                    <a:lnTo>
                      <a:pt x="22472" y="13279"/>
                    </a:lnTo>
                    <a:lnTo>
                      <a:pt x="21942" y="13518"/>
                    </a:lnTo>
                    <a:lnTo>
                      <a:pt x="16857" y="15808"/>
                    </a:lnTo>
                    <a:lnTo>
                      <a:pt x="16735" y="9175"/>
                    </a:lnTo>
                    <a:lnTo>
                      <a:pt x="16718" y="8199"/>
                    </a:lnTo>
                    <a:lnTo>
                      <a:pt x="16837" y="8059"/>
                    </a:lnTo>
                    <a:lnTo>
                      <a:pt x="17845" y="6872"/>
                    </a:lnTo>
                    <a:lnTo>
                      <a:pt x="18324" y="6308"/>
                    </a:lnTo>
                    <a:lnTo>
                      <a:pt x="19884" y="4472"/>
                    </a:lnTo>
                    <a:lnTo>
                      <a:pt x="20498" y="2466"/>
                    </a:lnTo>
                    <a:lnTo>
                      <a:pt x="20548" y="2301"/>
                    </a:lnTo>
                    <a:lnTo>
                      <a:pt x="20548" y="2301"/>
                    </a:lnTo>
                    <a:lnTo>
                      <a:pt x="20267" y="2353"/>
                    </a:lnTo>
                    <a:lnTo>
                      <a:pt x="20194" y="2562"/>
                    </a:lnTo>
                    <a:lnTo>
                      <a:pt x="19578" y="4295"/>
                    </a:lnTo>
                    <a:lnTo>
                      <a:pt x="17760" y="6362"/>
                    </a:lnTo>
                    <a:lnTo>
                      <a:pt x="17406" y="6764"/>
                    </a:lnTo>
                    <a:lnTo>
                      <a:pt x="16721" y="7543"/>
                    </a:lnTo>
                    <a:lnTo>
                      <a:pt x="16590" y="7692"/>
                    </a:lnTo>
                    <a:lnTo>
                      <a:pt x="16589" y="7485"/>
                    </a:lnTo>
                    <a:lnTo>
                      <a:pt x="16587" y="7259"/>
                    </a:lnTo>
                    <a:lnTo>
                      <a:pt x="16584" y="6557"/>
                    </a:lnTo>
                    <a:lnTo>
                      <a:pt x="16563" y="2249"/>
                    </a:lnTo>
                    <a:lnTo>
                      <a:pt x="16587" y="2232"/>
                    </a:lnTo>
                    <a:lnTo>
                      <a:pt x="19501" y="332"/>
                    </a:lnTo>
                    <a:lnTo>
                      <a:pt x="1950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Google Shape;1423;p36"/>
              <p:cNvSpPr/>
              <p:nvPr/>
            </p:nvSpPr>
            <p:spPr>
              <a:xfrm>
                <a:off x="5723397" y="664537"/>
                <a:ext cx="317785" cy="258471"/>
              </a:xfrm>
              <a:custGeom>
                <a:avLst/>
                <a:gdLst/>
                <a:ahLst/>
                <a:cxnLst/>
                <a:rect l="l" t="t" r="r" b="b"/>
                <a:pathLst>
                  <a:path w="13582" h="11034" extrusionOk="0">
                    <a:moveTo>
                      <a:pt x="10390" y="0"/>
                    </a:moveTo>
                    <a:cubicBezTo>
                      <a:pt x="9179" y="0"/>
                      <a:pt x="8125" y="674"/>
                      <a:pt x="7585" y="1669"/>
                    </a:cubicBezTo>
                    <a:cubicBezTo>
                      <a:pt x="6779" y="1073"/>
                      <a:pt x="5714" y="709"/>
                      <a:pt x="4545" y="709"/>
                    </a:cubicBezTo>
                    <a:cubicBezTo>
                      <a:pt x="2034" y="709"/>
                      <a:pt x="1" y="2383"/>
                      <a:pt x="1" y="4447"/>
                    </a:cubicBezTo>
                    <a:cubicBezTo>
                      <a:pt x="1" y="6094"/>
                      <a:pt x="1295" y="7492"/>
                      <a:pt x="3094" y="7990"/>
                    </a:cubicBezTo>
                    <a:cubicBezTo>
                      <a:pt x="3207" y="8022"/>
                      <a:pt x="3324" y="8051"/>
                      <a:pt x="3442" y="8073"/>
                    </a:cubicBezTo>
                    <a:cubicBezTo>
                      <a:pt x="3675" y="8121"/>
                      <a:pt x="3915" y="8155"/>
                      <a:pt x="4160" y="8171"/>
                    </a:cubicBezTo>
                    <a:cubicBezTo>
                      <a:pt x="4636" y="9825"/>
                      <a:pt x="6160" y="11033"/>
                      <a:pt x="7966" y="11033"/>
                    </a:cubicBezTo>
                    <a:cubicBezTo>
                      <a:pt x="10154" y="11033"/>
                      <a:pt x="11928" y="9261"/>
                      <a:pt x="11928" y="7074"/>
                    </a:cubicBezTo>
                    <a:cubicBezTo>
                      <a:pt x="11928" y="6723"/>
                      <a:pt x="11882" y="6381"/>
                      <a:pt x="11795" y="6058"/>
                    </a:cubicBezTo>
                    <a:cubicBezTo>
                      <a:pt x="12854" y="5539"/>
                      <a:pt x="13582" y="4451"/>
                      <a:pt x="13582" y="3192"/>
                    </a:cubicBezTo>
                    <a:cubicBezTo>
                      <a:pt x="13582" y="1429"/>
                      <a:pt x="12153" y="0"/>
                      <a:pt x="1039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Google Shape;1424;p36"/>
              <p:cNvSpPr/>
              <p:nvPr/>
            </p:nvSpPr>
            <p:spPr>
              <a:xfrm>
                <a:off x="5814624" y="663506"/>
                <a:ext cx="227470" cy="176625"/>
              </a:xfrm>
              <a:custGeom>
                <a:avLst/>
                <a:gdLst/>
                <a:ahLst/>
                <a:cxnLst/>
                <a:rect l="l" t="t" r="r" b="b"/>
                <a:pathLst>
                  <a:path w="9722" h="7540" extrusionOk="0">
                    <a:moveTo>
                      <a:pt x="6488" y="0"/>
                    </a:moveTo>
                    <a:lnTo>
                      <a:pt x="6441" y="1"/>
                    </a:lnTo>
                    <a:cubicBezTo>
                      <a:pt x="6379" y="4"/>
                      <a:pt x="6314" y="5"/>
                      <a:pt x="6251" y="9"/>
                    </a:cubicBezTo>
                    <a:lnTo>
                      <a:pt x="6063" y="30"/>
                    </a:lnTo>
                    <a:cubicBezTo>
                      <a:pt x="5561" y="101"/>
                      <a:pt x="5076" y="285"/>
                      <a:pt x="4661" y="575"/>
                    </a:cubicBezTo>
                    <a:cubicBezTo>
                      <a:pt x="4256" y="856"/>
                      <a:pt x="3918" y="1233"/>
                      <a:pt x="3677" y="1664"/>
                    </a:cubicBezTo>
                    <a:lnTo>
                      <a:pt x="3677" y="1664"/>
                    </a:lnTo>
                    <a:cubicBezTo>
                      <a:pt x="3421" y="1482"/>
                      <a:pt x="3148" y="1326"/>
                      <a:pt x="2862" y="1196"/>
                    </a:cubicBezTo>
                    <a:cubicBezTo>
                      <a:pt x="2565" y="1065"/>
                      <a:pt x="2255" y="959"/>
                      <a:pt x="1938" y="885"/>
                    </a:cubicBezTo>
                    <a:cubicBezTo>
                      <a:pt x="1621" y="810"/>
                      <a:pt x="1297" y="768"/>
                      <a:pt x="973" y="751"/>
                    </a:cubicBezTo>
                    <a:cubicBezTo>
                      <a:pt x="932" y="750"/>
                      <a:pt x="892" y="746"/>
                      <a:pt x="851" y="746"/>
                    </a:cubicBezTo>
                    <a:lnTo>
                      <a:pt x="729" y="745"/>
                    </a:lnTo>
                    <a:cubicBezTo>
                      <a:pt x="710" y="745"/>
                      <a:pt x="691" y="744"/>
                      <a:pt x="671" y="744"/>
                    </a:cubicBezTo>
                    <a:cubicBezTo>
                      <a:pt x="609" y="744"/>
                      <a:pt x="547" y="746"/>
                      <a:pt x="486" y="749"/>
                    </a:cubicBezTo>
                    <a:cubicBezTo>
                      <a:pt x="324" y="755"/>
                      <a:pt x="161" y="769"/>
                      <a:pt x="1" y="790"/>
                    </a:cubicBezTo>
                    <a:cubicBezTo>
                      <a:pt x="163" y="773"/>
                      <a:pt x="324" y="763"/>
                      <a:pt x="486" y="760"/>
                    </a:cubicBezTo>
                    <a:cubicBezTo>
                      <a:pt x="519" y="760"/>
                      <a:pt x="552" y="759"/>
                      <a:pt x="586" y="759"/>
                    </a:cubicBezTo>
                    <a:cubicBezTo>
                      <a:pt x="633" y="759"/>
                      <a:pt x="680" y="760"/>
                      <a:pt x="728" y="761"/>
                    </a:cubicBezTo>
                    <a:lnTo>
                      <a:pt x="850" y="765"/>
                    </a:lnTo>
                    <a:cubicBezTo>
                      <a:pt x="891" y="766"/>
                      <a:pt x="930" y="770"/>
                      <a:pt x="970" y="773"/>
                    </a:cubicBezTo>
                    <a:cubicBezTo>
                      <a:pt x="1293" y="795"/>
                      <a:pt x="1614" y="843"/>
                      <a:pt x="1927" y="923"/>
                    </a:cubicBezTo>
                    <a:cubicBezTo>
                      <a:pt x="2239" y="1004"/>
                      <a:pt x="2545" y="1109"/>
                      <a:pt x="2837" y="1243"/>
                    </a:cubicBezTo>
                    <a:cubicBezTo>
                      <a:pt x="3130" y="1380"/>
                      <a:pt x="3409" y="1545"/>
                      <a:pt x="3667" y="1737"/>
                    </a:cubicBezTo>
                    <a:lnTo>
                      <a:pt x="3697" y="1759"/>
                    </a:lnTo>
                    <a:lnTo>
                      <a:pt x="3714" y="1727"/>
                    </a:lnTo>
                    <a:cubicBezTo>
                      <a:pt x="3955" y="1293"/>
                      <a:pt x="4298" y="920"/>
                      <a:pt x="4703" y="638"/>
                    </a:cubicBezTo>
                    <a:cubicBezTo>
                      <a:pt x="5109" y="358"/>
                      <a:pt x="5584" y="179"/>
                      <a:pt x="6072" y="113"/>
                    </a:cubicBezTo>
                    <a:lnTo>
                      <a:pt x="6257" y="94"/>
                    </a:lnTo>
                    <a:cubicBezTo>
                      <a:pt x="6318" y="89"/>
                      <a:pt x="6380" y="88"/>
                      <a:pt x="6441" y="87"/>
                    </a:cubicBezTo>
                    <a:lnTo>
                      <a:pt x="6487" y="86"/>
                    </a:lnTo>
                    <a:cubicBezTo>
                      <a:pt x="6503" y="86"/>
                      <a:pt x="6518" y="87"/>
                      <a:pt x="6533" y="87"/>
                    </a:cubicBezTo>
                    <a:lnTo>
                      <a:pt x="6626" y="89"/>
                    </a:lnTo>
                    <a:cubicBezTo>
                      <a:pt x="6687" y="93"/>
                      <a:pt x="6749" y="99"/>
                      <a:pt x="6810" y="103"/>
                    </a:cubicBezTo>
                    <a:cubicBezTo>
                      <a:pt x="7056" y="128"/>
                      <a:pt x="7298" y="184"/>
                      <a:pt x="7531" y="264"/>
                    </a:cubicBezTo>
                    <a:cubicBezTo>
                      <a:pt x="7764" y="345"/>
                      <a:pt x="7986" y="456"/>
                      <a:pt x="8194" y="587"/>
                    </a:cubicBezTo>
                    <a:cubicBezTo>
                      <a:pt x="8298" y="652"/>
                      <a:pt x="8396" y="727"/>
                      <a:pt x="8493" y="804"/>
                    </a:cubicBezTo>
                    <a:cubicBezTo>
                      <a:pt x="8588" y="883"/>
                      <a:pt x="8680" y="965"/>
                      <a:pt x="8764" y="1056"/>
                    </a:cubicBezTo>
                    <a:cubicBezTo>
                      <a:pt x="9108" y="1409"/>
                      <a:pt x="9364" y="1847"/>
                      <a:pt x="9509" y="2319"/>
                    </a:cubicBezTo>
                    <a:cubicBezTo>
                      <a:pt x="9580" y="2555"/>
                      <a:pt x="9625" y="2800"/>
                      <a:pt x="9640" y="3046"/>
                    </a:cubicBezTo>
                    <a:cubicBezTo>
                      <a:pt x="9644" y="3108"/>
                      <a:pt x="9644" y="3169"/>
                      <a:pt x="9646" y="3231"/>
                    </a:cubicBezTo>
                    <a:lnTo>
                      <a:pt x="9641" y="3415"/>
                    </a:lnTo>
                    <a:lnTo>
                      <a:pt x="9640" y="3461"/>
                    </a:lnTo>
                    <a:cubicBezTo>
                      <a:pt x="9639" y="3477"/>
                      <a:pt x="9637" y="3492"/>
                      <a:pt x="9635" y="3508"/>
                    </a:cubicBezTo>
                    <a:lnTo>
                      <a:pt x="9626" y="3600"/>
                    </a:lnTo>
                    <a:lnTo>
                      <a:pt x="9616" y="3692"/>
                    </a:lnTo>
                    <a:lnTo>
                      <a:pt x="9600" y="3783"/>
                    </a:lnTo>
                    <a:cubicBezTo>
                      <a:pt x="9522" y="4272"/>
                      <a:pt x="9316" y="4737"/>
                      <a:pt x="9021" y="5135"/>
                    </a:cubicBezTo>
                    <a:cubicBezTo>
                      <a:pt x="8876" y="5335"/>
                      <a:pt x="8702" y="5515"/>
                      <a:pt x="8512" y="5676"/>
                    </a:cubicBezTo>
                    <a:cubicBezTo>
                      <a:pt x="8322" y="5836"/>
                      <a:pt x="8113" y="5973"/>
                      <a:pt x="7891" y="6087"/>
                    </a:cubicBezTo>
                    <a:lnTo>
                      <a:pt x="7880" y="6092"/>
                    </a:lnTo>
                    <a:lnTo>
                      <a:pt x="7883" y="6103"/>
                    </a:lnTo>
                    <a:cubicBezTo>
                      <a:pt x="7948" y="6335"/>
                      <a:pt x="7990" y="6574"/>
                      <a:pt x="8010" y="6814"/>
                    </a:cubicBezTo>
                    <a:cubicBezTo>
                      <a:pt x="8029" y="7057"/>
                      <a:pt x="8029" y="7300"/>
                      <a:pt x="8006" y="7539"/>
                    </a:cubicBezTo>
                    <a:cubicBezTo>
                      <a:pt x="8035" y="7300"/>
                      <a:pt x="8042" y="7056"/>
                      <a:pt x="8026" y="6815"/>
                    </a:cubicBezTo>
                    <a:cubicBezTo>
                      <a:pt x="8010" y="6578"/>
                      <a:pt x="7974" y="6342"/>
                      <a:pt x="7915" y="6111"/>
                    </a:cubicBezTo>
                    <a:lnTo>
                      <a:pt x="7915" y="6111"/>
                    </a:lnTo>
                    <a:cubicBezTo>
                      <a:pt x="8362" y="5891"/>
                      <a:pt x="8762" y="5570"/>
                      <a:pt x="9063" y="5170"/>
                    </a:cubicBezTo>
                    <a:cubicBezTo>
                      <a:pt x="9365" y="4769"/>
                      <a:pt x="9582" y="4296"/>
                      <a:pt x="9668" y="3798"/>
                    </a:cubicBezTo>
                    <a:lnTo>
                      <a:pt x="9686" y="3703"/>
                    </a:lnTo>
                    <a:lnTo>
                      <a:pt x="9696" y="3610"/>
                    </a:lnTo>
                    <a:lnTo>
                      <a:pt x="9707" y="3517"/>
                    </a:lnTo>
                    <a:cubicBezTo>
                      <a:pt x="9708" y="3501"/>
                      <a:pt x="9710" y="3486"/>
                      <a:pt x="9712" y="3470"/>
                    </a:cubicBezTo>
                    <a:lnTo>
                      <a:pt x="9714" y="3421"/>
                    </a:lnTo>
                    <a:lnTo>
                      <a:pt x="9722" y="3232"/>
                    </a:lnTo>
                    <a:cubicBezTo>
                      <a:pt x="9719" y="3169"/>
                      <a:pt x="9721" y="3106"/>
                      <a:pt x="9716" y="3042"/>
                    </a:cubicBezTo>
                    <a:cubicBezTo>
                      <a:pt x="9700" y="2790"/>
                      <a:pt x="9656" y="2538"/>
                      <a:pt x="9585" y="2296"/>
                    </a:cubicBezTo>
                    <a:cubicBezTo>
                      <a:pt x="9439" y="1811"/>
                      <a:pt x="9177" y="1362"/>
                      <a:pt x="8826" y="996"/>
                    </a:cubicBezTo>
                    <a:cubicBezTo>
                      <a:pt x="8738" y="904"/>
                      <a:pt x="8645" y="820"/>
                      <a:pt x="8549" y="738"/>
                    </a:cubicBezTo>
                    <a:cubicBezTo>
                      <a:pt x="8450" y="658"/>
                      <a:pt x="8349" y="581"/>
                      <a:pt x="8242" y="513"/>
                    </a:cubicBezTo>
                    <a:cubicBezTo>
                      <a:pt x="8030" y="376"/>
                      <a:pt x="7801" y="262"/>
                      <a:pt x="7561" y="180"/>
                    </a:cubicBezTo>
                    <a:cubicBezTo>
                      <a:pt x="7322" y="97"/>
                      <a:pt x="7073" y="41"/>
                      <a:pt x="6821" y="17"/>
                    </a:cubicBezTo>
                    <a:cubicBezTo>
                      <a:pt x="6758" y="14"/>
                      <a:pt x="6696" y="6"/>
                      <a:pt x="6631" y="4"/>
                    </a:cubicBezTo>
                    <a:lnTo>
                      <a:pt x="6537" y="1"/>
                    </a:lnTo>
                    <a:cubicBezTo>
                      <a:pt x="6521" y="1"/>
                      <a:pt x="6504" y="0"/>
                      <a:pt x="6488" y="0"/>
                    </a:cubicBezTo>
                    <a:close/>
                  </a:path>
                </a:pathLst>
              </a:custGeom>
              <a:solidFill>
                <a:srgbClr val="AABA4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Google Shape;1425;p36"/>
              <p:cNvSpPr/>
              <p:nvPr/>
            </p:nvSpPr>
            <p:spPr>
              <a:xfrm>
                <a:off x="5036915" y="516092"/>
                <a:ext cx="604732" cy="456108"/>
              </a:xfrm>
              <a:custGeom>
                <a:avLst/>
                <a:gdLst/>
                <a:ahLst/>
                <a:cxnLst/>
                <a:rect l="l" t="t" r="r" b="b"/>
                <a:pathLst>
                  <a:path w="25846" h="19471" extrusionOk="0">
                    <a:moveTo>
                      <a:pt x="13019" y="0"/>
                    </a:moveTo>
                    <a:cubicBezTo>
                      <a:pt x="11984" y="0"/>
                      <a:pt x="10886" y="283"/>
                      <a:pt x="9866" y="872"/>
                    </a:cubicBezTo>
                    <a:cubicBezTo>
                      <a:pt x="8038" y="1927"/>
                      <a:pt x="6938" y="3688"/>
                      <a:pt x="6848" y="5396"/>
                    </a:cubicBezTo>
                    <a:cubicBezTo>
                      <a:pt x="6585" y="5566"/>
                      <a:pt x="6338" y="5756"/>
                      <a:pt x="6109" y="5965"/>
                    </a:cubicBezTo>
                    <a:cubicBezTo>
                      <a:pt x="5525" y="5032"/>
                      <a:pt x="4488" y="4411"/>
                      <a:pt x="3307" y="4411"/>
                    </a:cubicBezTo>
                    <a:cubicBezTo>
                      <a:pt x="3305" y="4411"/>
                      <a:pt x="3303" y="4411"/>
                      <a:pt x="3301" y="4411"/>
                    </a:cubicBezTo>
                    <a:cubicBezTo>
                      <a:pt x="1476" y="4411"/>
                      <a:pt x="0" y="5890"/>
                      <a:pt x="0" y="7713"/>
                    </a:cubicBezTo>
                    <a:cubicBezTo>
                      <a:pt x="0" y="9537"/>
                      <a:pt x="1478" y="11016"/>
                      <a:pt x="3304" y="11016"/>
                    </a:cubicBezTo>
                    <a:cubicBezTo>
                      <a:pt x="3620" y="11016"/>
                      <a:pt x="3924" y="10971"/>
                      <a:pt x="4214" y="10889"/>
                    </a:cubicBezTo>
                    <a:cubicBezTo>
                      <a:pt x="4384" y="12554"/>
                      <a:pt x="5252" y="14014"/>
                      <a:pt x="6524" y="14965"/>
                    </a:cubicBezTo>
                    <a:cubicBezTo>
                      <a:pt x="5907" y="15678"/>
                      <a:pt x="5616" y="16463"/>
                      <a:pt x="5780" y="17208"/>
                    </a:cubicBezTo>
                    <a:cubicBezTo>
                      <a:pt x="6085" y="18611"/>
                      <a:pt x="7897" y="19471"/>
                      <a:pt x="10186" y="19471"/>
                    </a:cubicBezTo>
                    <a:cubicBezTo>
                      <a:pt x="10867" y="19471"/>
                      <a:pt x="11591" y="19394"/>
                      <a:pt x="12330" y="19234"/>
                    </a:cubicBezTo>
                    <a:cubicBezTo>
                      <a:pt x="13371" y="19006"/>
                      <a:pt x="14314" y="18640"/>
                      <a:pt x="15102" y="18185"/>
                    </a:cubicBezTo>
                    <a:cubicBezTo>
                      <a:pt x="15491" y="17960"/>
                      <a:pt x="15842" y="17713"/>
                      <a:pt x="16149" y="17451"/>
                    </a:cubicBezTo>
                    <a:cubicBezTo>
                      <a:pt x="17136" y="16606"/>
                      <a:pt x="17647" y="15606"/>
                      <a:pt x="17442" y="14666"/>
                    </a:cubicBezTo>
                    <a:cubicBezTo>
                      <a:pt x="17410" y="14518"/>
                      <a:pt x="17362" y="14378"/>
                      <a:pt x="17296" y="14241"/>
                    </a:cubicBezTo>
                    <a:cubicBezTo>
                      <a:pt x="18534" y="14099"/>
                      <a:pt x="19618" y="13452"/>
                      <a:pt x="20336" y="12511"/>
                    </a:cubicBezTo>
                    <a:cubicBezTo>
                      <a:pt x="20691" y="12045"/>
                      <a:pt x="20957" y="11507"/>
                      <a:pt x="21107" y="10923"/>
                    </a:cubicBezTo>
                    <a:cubicBezTo>
                      <a:pt x="21199" y="10566"/>
                      <a:pt x="21249" y="10191"/>
                      <a:pt x="21249" y="9807"/>
                    </a:cubicBezTo>
                    <a:cubicBezTo>
                      <a:pt x="21249" y="9776"/>
                      <a:pt x="21249" y="9745"/>
                      <a:pt x="21247" y="9714"/>
                    </a:cubicBezTo>
                    <a:lnTo>
                      <a:pt x="21247" y="9714"/>
                    </a:lnTo>
                    <a:cubicBezTo>
                      <a:pt x="21544" y="9775"/>
                      <a:pt x="21856" y="9807"/>
                      <a:pt x="22177" y="9807"/>
                    </a:cubicBezTo>
                    <a:cubicBezTo>
                      <a:pt x="24204" y="9807"/>
                      <a:pt x="25845" y="8530"/>
                      <a:pt x="25845" y="6956"/>
                    </a:cubicBezTo>
                    <a:cubicBezTo>
                      <a:pt x="25845" y="6173"/>
                      <a:pt x="25439" y="5464"/>
                      <a:pt x="24782" y="4949"/>
                    </a:cubicBezTo>
                    <a:cubicBezTo>
                      <a:pt x="24702" y="2515"/>
                      <a:pt x="22705" y="569"/>
                      <a:pt x="20254" y="569"/>
                    </a:cubicBezTo>
                    <a:cubicBezTo>
                      <a:pt x="18933" y="569"/>
                      <a:pt x="17745" y="1134"/>
                      <a:pt x="16917" y="2035"/>
                    </a:cubicBezTo>
                    <a:cubicBezTo>
                      <a:pt x="16142" y="709"/>
                      <a:pt x="14658" y="0"/>
                      <a:pt x="13019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Google Shape;1426;p36"/>
              <p:cNvSpPr/>
              <p:nvPr/>
            </p:nvSpPr>
            <p:spPr>
              <a:xfrm>
                <a:off x="5070888" y="514617"/>
                <a:ext cx="545817" cy="142401"/>
              </a:xfrm>
              <a:custGeom>
                <a:avLst/>
                <a:gdLst/>
                <a:ahLst/>
                <a:cxnLst/>
                <a:rect l="l" t="t" r="r" b="b"/>
                <a:pathLst>
                  <a:path w="23328" h="6079" extrusionOk="0">
                    <a:moveTo>
                      <a:pt x="11563" y="0"/>
                    </a:moveTo>
                    <a:cubicBezTo>
                      <a:pt x="11399" y="0"/>
                      <a:pt x="11235" y="8"/>
                      <a:pt x="11071" y="22"/>
                    </a:cubicBezTo>
                    <a:cubicBezTo>
                      <a:pt x="10502" y="69"/>
                      <a:pt x="9942" y="202"/>
                      <a:pt x="9406" y="399"/>
                    </a:cubicBezTo>
                    <a:cubicBezTo>
                      <a:pt x="9139" y="500"/>
                      <a:pt x="8879" y="617"/>
                      <a:pt x="8626" y="747"/>
                    </a:cubicBezTo>
                    <a:cubicBezTo>
                      <a:pt x="8501" y="817"/>
                      <a:pt x="8374" y="884"/>
                      <a:pt x="8255" y="961"/>
                    </a:cubicBezTo>
                    <a:lnTo>
                      <a:pt x="8073" y="1074"/>
                    </a:lnTo>
                    <a:cubicBezTo>
                      <a:pt x="8042" y="1091"/>
                      <a:pt x="8014" y="1114"/>
                      <a:pt x="7985" y="1134"/>
                    </a:cubicBezTo>
                    <a:lnTo>
                      <a:pt x="7897" y="1196"/>
                    </a:lnTo>
                    <a:cubicBezTo>
                      <a:pt x="7430" y="1522"/>
                      <a:pt x="7004" y="1906"/>
                      <a:pt x="6635" y="2342"/>
                    </a:cubicBezTo>
                    <a:cubicBezTo>
                      <a:pt x="6270" y="2781"/>
                      <a:pt x="5964" y="3269"/>
                      <a:pt x="5742" y="3795"/>
                    </a:cubicBezTo>
                    <a:lnTo>
                      <a:pt x="5719" y="3844"/>
                    </a:lnTo>
                    <a:lnTo>
                      <a:pt x="5700" y="3894"/>
                    </a:lnTo>
                    <a:lnTo>
                      <a:pt x="5663" y="3993"/>
                    </a:lnTo>
                    <a:lnTo>
                      <a:pt x="5626" y="4094"/>
                    </a:lnTo>
                    <a:cubicBezTo>
                      <a:pt x="5614" y="4127"/>
                      <a:pt x="5600" y="4160"/>
                      <a:pt x="5590" y="4195"/>
                    </a:cubicBezTo>
                    <a:lnTo>
                      <a:pt x="5528" y="4400"/>
                    </a:lnTo>
                    <a:cubicBezTo>
                      <a:pt x="5518" y="4434"/>
                      <a:pt x="5507" y="4468"/>
                      <a:pt x="5499" y="4503"/>
                    </a:cubicBezTo>
                    <a:lnTo>
                      <a:pt x="5475" y="4607"/>
                    </a:lnTo>
                    <a:cubicBezTo>
                      <a:pt x="5460" y="4675"/>
                      <a:pt x="5442" y="4745"/>
                      <a:pt x="5427" y="4815"/>
                    </a:cubicBezTo>
                    <a:lnTo>
                      <a:pt x="5394" y="5027"/>
                    </a:lnTo>
                    <a:lnTo>
                      <a:pt x="5378" y="5132"/>
                    </a:lnTo>
                    <a:lnTo>
                      <a:pt x="5368" y="5238"/>
                    </a:lnTo>
                    <a:lnTo>
                      <a:pt x="5352" y="5430"/>
                    </a:lnTo>
                    <a:lnTo>
                      <a:pt x="5352" y="5430"/>
                    </a:lnTo>
                    <a:cubicBezTo>
                      <a:pt x="5107" y="5591"/>
                      <a:pt x="4875" y="5770"/>
                      <a:pt x="4658" y="5966"/>
                    </a:cubicBezTo>
                    <a:lnTo>
                      <a:pt x="4658" y="5966"/>
                    </a:lnTo>
                    <a:cubicBezTo>
                      <a:pt x="4420" y="5606"/>
                      <a:pt x="4117" y="5287"/>
                      <a:pt x="3760" y="5042"/>
                    </a:cubicBezTo>
                    <a:cubicBezTo>
                      <a:pt x="3671" y="4977"/>
                      <a:pt x="3574" y="4921"/>
                      <a:pt x="3477" y="4865"/>
                    </a:cubicBezTo>
                    <a:lnTo>
                      <a:pt x="3329" y="4788"/>
                    </a:lnTo>
                    <a:cubicBezTo>
                      <a:pt x="3304" y="4776"/>
                      <a:pt x="3278" y="4764"/>
                      <a:pt x="3253" y="4752"/>
                    </a:cubicBezTo>
                    <a:lnTo>
                      <a:pt x="3176" y="4719"/>
                    </a:lnTo>
                    <a:cubicBezTo>
                      <a:pt x="3150" y="4709"/>
                      <a:pt x="3124" y="4696"/>
                      <a:pt x="3099" y="4686"/>
                    </a:cubicBezTo>
                    <a:lnTo>
                      <a:pt x="3021" y="4658"/>
                    </a:lnTo>
                    <a:cubicBezTo>
                      <a:pt x="2969" y="4639"/>
                      <a:pt x="2917" y="4618"/>
                      <a:pt x="2863" y="4604"/>
                    </a:cubicBezTo>
                    <a:lnTo>
                      <a:pt x="2703" y="4557"/>
                    </a:lnTo>
                    <a:lnTo>
                      <a:pt x="2540" y="4520"/>
                    </a:lnTo>
                    <a:lnTo>
                      <a:pt x="2499" y="4511"/>
                    </a:lnTo>
                    <a:lnTo>
                      <a:pt x="2458" y="4505"/>
                    </a:lnTo>
                    <a:lnTo>
                      <a:pt x="2376" y="4492"/>
                    </a:lnTo>
                    <a:lnTo>
                      <a:pt x="2294" y="4479"/>
                    </a:lnTo>
                    <a:cubicBezTo>
                      <a:pt x="2266" y="4475"/>
                      <a:pt x="2239" y="4474"/>
                      <a:pt x="2211" y="4471"/>
                    </a:cubicBezTo>
                    <a:cubicBezTo>
                      <a:pt x="2155" y="4468"/>
                      <a:pt x="2101" y="4460"/>
                      <a:pt x="2045" y="4458"/>
                    </a:cubicBezTo>
                    <a:lnTo>
                      <a:pt x="1877" y="4454"/>
                    </a:lnTo>
                    <a:cubicBezTo>
                      <a:pt x="1868" y="4454"/>
                      <a:pt x="1860" y="4454"/>
                      <a:pt x="1851" y="4454"/>
                    </a:cubicBezTo>
                    <a:cubicBezTo>
                      <a:pt x="1638" y="4454"/>
                      <a:pt x="1426" y="4477"/>
                      <a:pt x="1216" y="4518"/>
                    </a:cubicBezTo>
                    <a:cubicBezTo>
                      <a:pt x="780" y="4606"/>
                      <a:pt x="366" y="4783"/>
                      <a:pt x="1" y="5033"/>
                    </a:cubicBezTo>
                    <a:cubicBezTo>
                      <a:pt x="370" y="4790"/>
                      <a:pt x="786" y="4622"/>
                      <a:pt x="1220" y="4541"/>
                    </a:cubicBezTo>
                    <a:cubicBezTo>
                      <a:pt x="1414" y="4507"/>
                      <a:pt x="1612" y="4487"/>
                      <a:pt x="1809" y="4487"/>
                    </a:cubicBezTo>
                    <a:cubicBezTo>
                      <a:pt x="1832" y="4487"/>
                      <a:pt x="1854" y="4487"/>
                      <a:pt x="1876" y="4488"/>
                    </a:cubicBezTo>
                    <a:lnTo>
                      <a:pt x="2041" y="4494"/>
                    </a:lnTo>
                    <a:cubicBezTo>
                      <a:pt x="2097" y="4496"/>
                      <a:pt x="2150" y="4504"/>
                      <a:pt x="2206" y="4509"/>
                    </a:cubicBezTo>
                    <a:cubicBezTo>
                      <a:pt x="2232" y="4511"/>
                      <a:pt x="2261" y="4514"/>
                      <a:pt x="2288" y="4518"/>
                    </a:cubicBezTo>
                    <a:lnTo>
                      <a:pt x="2369" y="4532"/>
                    </a:lnTo>
                    <a:lnTo>
                      <a:pt x="2449" y="4546"/>
                    </a:lnTo>
                    <a:lnTo>
                      <a:pt x="2491" y="4552"/>
                    </a:lnTo>
                    <a:lnTo>
                      <a:pt x="2530" y="4563"/>
                    </a:lnTo>
                    <a:lnTo>
                      <a:pt x="2691" y="4601"/>
                    </a:lnTo>
                    <a:lnTo>
                      <a:pt x="2848" y="4650"/>
                    </a:lnTo>
                    <a:cubicBezTo>
                      <a:pt x="2901" y="4664"/>
                      <a:pt x="2952" y="4687"/>
                      <a:pt x="3003" y="4705"/>
                    </a:cubicBezTo>
                    <a:lnTo>
                      <a:pt x="3080" y="4735"/>
                    </a:lnTo>
                    <a:cubicBezTo>
                      <a:pt x="3106" y="4745"/>
                      <a:pt x="3130" y="4756"/>
                      <a:pt x="3155" y="4768"/>
                    </a:cubicBezTo>
                    <a:lnTo>
                      <a:pt x="3230" y="4802"/>
                    </a:lnTo>
                    <a:cubicBezTo>
                      <a:pt x="3254" y="4814"/>
                      <a:pt x="3279" y="4824"/>
                      <a:pt x="3304" y="4838"/>
                    </a:cubicBezTo>
                    <a:lnTo>
                      <a:pt x="3449" y="4915"/>
                    </a:lnTo>
                    <a:cubicBezTo>
                      <a:pt x="3543" y="4972"/>
                      <a:pt x="3637" y="5028"/>
                      <a:pt x="3724" y="5094"/>
                    </a:cubicBezTo>
                    <a:cubicBezTo>
                      <a:pt x="4083" y="5345"/>
                      <a:pt x="4386" y="5673"/>
                      <a:pt x="4620" y="6042"/>
                    </a:cubicBezTo>
                    <a:lnTo>
                      <a:pt x="4642" y="6078"/>
                    </a:lnTo>
                    <a:lnTo>
                      <a:pt x="4674" y="6050"/>
                    </a:lnTo>
                    <a:cubicBezTo>
                      <a:pt x="4905" y="5843"/>
                      <a:pt x="5151" y="5655"/>
                      <a:pt x="5412" y="5487"/>
                    </a:cubicBezTo>
                    <a:lnTo>
                      <a:pt x="5430" y="5476"/>
                    </a:lnTo>
                    <a:lnTo>
                      <a:pt x="5432" y="5456"/>
                    </a:lnTo>
                    <a:lnTo>
                      <a:pt x="5451" y="5248"/>
                    </a:lnTo>
                    <a:lnTo>
                      <a:pt x="5462" y="5142"/>
                    </a:lnTo>
                    <a:lnTo>
                      <a:pt x="5478" y="5038"/>
                    </a:lnTo>
                    <a:lnTo>
                      <a:pt x="5513" y="4830"/>
                    </a:lnTo>
                    <a:cubicBezTo>
                      <a:pt x="5528" y="4762"/>
                      <a:pt x="5545" y="4695"/>
                      <a:pt x="5560" y="4625"/>
                    </a:cubicBezTo>
                    <a:lnTo>
                      <a:pt x="5585" y="4523"/>
                    </a:lnTo>
                    <a:cubicBezTo>
                      <a:pt x="5592" y="4489"/>
                      <a:pt x="5605" y="4456"/>
                      <a:pt x="5614" y="4422"/>
                    </a:cubicBezTo>
                    <a:lnTo>
                      <a:pt x="5677" y="4220"/>
                    </a:lnTo>
                    <a:cubicBezTo>
                      <a:pt x="5686" y="4187"/>
                      <a:pt x="5700" y="4155"/>
                      <a:pt x="5713" y="4122"/>
                    </a:cubicBezTo>
                    <a:lnTo>
                      <a:pt x="5750" y="4023"/>
                    </a:lnTo>
                    <a:lnTo>
                      <a:pt x="5787" y="3925"/>
                    </a:lnTo>
                    <a:lnTo>
                      <a:pt x="5806" y="3875"/>
                    </a:lnTo>
                    <a:lnTo>
                      <a:pt x="5828" y="3828"/>
                    </a:lnTo>
                    <a:cubicBezTo>
                      <a:pt x="6053" y="3315"/>
                      <a:pt x="6355" y="2835"/>
                      <a:pt x="6715" y="2405"/>
                    </a:cubicBezTo>
                    <a:cubicBezTo>
                      <a:pt x="7079" y="1978"/>
                      <a:pt x="7499" y="1600"/>
                      <a:pt x="7960" y="1280"/>
                    </a:cubicBezTo>
                    <a:lnTo>
                      <a:pt x="8046" y="1219"/>
                    </a:lnTo>
                    <a:cubicBezTo>
                      <a:pt x="8076" y="1200"/>
                      <a:pt x="8102" y="1178"/>
                      <a:pt x="8133" y="1161"/>
                    </a:cubicBezTo>
                    <a:lnTo>
                      <a:pt x="8313" y="1050"/>
                    </a:lnTo>
                    <a:cubicBezTo>
                      <a:pt x="8431" y="974"/>
                      <a:pt x="8555" y="909"/>
                      <a:pt x="8678" y="841"/>
                    </a:cubicBezTo>
                    <a:cubicBezTo>
                      <a:pt x="8928" y="713"/>
                      <a:pt x="9184" y="599"/>
                      <a:pt x="9446" y="500"/>
                    </a:cubicBezTo>
                    <a:cubicBezTo>
                      <a:pt x="9973" y="307"/>
                      <a:pt x="10523" y="178"/>
                      <a:pt x="11082" y="135"/>
                    </a:cubicBezTo>
                    <a:cubicBezTo>
                      <a:pt x="11243" y="121"/>
                      <a:pt x="11405" y="114"/>
                      <a:pt x="11567" y="114"/>
                    </a:cubicBezTo>
                    <a:cubicBezTo>
                      <a:pt x="11965" y="114"/>
                      <a:pt x="12362" y="157"/>
                      <a:pt x="12749" y="245"/>
                    </a:cubicBezTo>
                    <a:cubicBezTo>
                      <a:pt x="13021" y="307"/>
                      <a:pt x="13289" y="392"/>
                      <a:pt x="13545" y="501"/>
                    </a:cubicBezTo>
                    <a:cubicBezTo>
                      <a:pt x="13801" y="612"/>
                      <a:pt x="14048" y="746"/>
                      <a:pt x="14277" y="904"/>
                    </a:cubicBezTo>
                    <a:cubicBezTo>
                      <a:pt x="14738" y="1219"/>
                      <a:pt x="15130" y="1634"/>
                      <a:pt x="15412" y="2114"/>
                    </a:cubicBezTo>
                    <a:lnTo>
                      <a:pt x="15448" y="2176"/>
                    </a:lnTo>
                    <a:lnTo>
                      <a:pt x="15497" y="2123"/>
                    </a:lnTo>
                    <a:cubicBezTo>
                      <a:pt x="15648" y="1962"/>
                      <a:pt x="15806" y="1809"/>
                      <a:pt x="15979" y="1669"/>
                    </a:cubicBezTo>
                    <a:cubicBezTo>
                      <a:pt x="16021" y="1635"/>
                      <a:pt x="16066" y="1602"/>
                      <a:pt x="16109" y="1568"/>
                    </a:cubicBezTo>
                    <a:lnTo>
                      <a:pt x="16175" y="1518"/>
                    </a:lnTo>
                    <a:lnTo>
                      <a:pt x="16242" y="1470"/>
                    </a:lnTo>
                    <a:cubicBezTo>
                      <a:pt x="16288" y="1440"/>
                      <a:pt x="16333" y="1407"/>
                      <a:pt x="16380" y="1378"/>
                    </a:cubicBezTo>
                    <a:lnTo>
                      <a:pt x="16521" y="1291"/>
                    </a:lnTo>
                    <a:cubicBezTo>
                      <a:pt x="16544" y="1276"/>
                      <a:pt x="16568" y="1263"/>
                      <a:pt x="16593" y="1250"/>
                    </a:cubicBezTo>
                    <a:lnTo>
                      <a:pt x="16666" y="1210"/>
                    </a:lnTo>
                    <a:cubicBezTo>
                      <a:pt x="16714" y="1183"/>
                      <a:pt x="16762" y="1157"/>
                      <a:pt x="16814" y="1133"/>
                    </a:cubicBezTo>
                    <a:lnTo>
                      <a:pt x="16962" y="1061"/>
                    </a:lnTo>
                    <a:lnTo>
                      <a:pt x="17114" y="998"/>
                    </a:lnTo>
                    <a:cubicBezTo>
                      <a:pt x="17319" y="916"/>
                      <a:pt x="17528" y="844"/>
                      <a:pt x="17744" y="793"/>
                    </a:cubicBezTo>
                    <a:cubicBezTo>
                      <a:pt x="17850" y="763"/>
                      <a:pt x="17959" y="746"/>
                      <a:pt x="18068" y="725"/>
                    </a:cubicBezTo>
                    <a:lnTo>
                      <a:pt x="18232" y="701"/>
                    </a:lnTo>
                    <a:lnTo>
                      <a:pt x="18314" y="690"/>
                    </a:lnTo>
                    <a:lnTo>
                      <a:pt x="18396" y="684"/>
                    </a:lnTo>
                    <a:cubicBezTo>
                      <a:pt x="18451" y="680"/>
                      <a:pt x="18507" y="674"/>
                      <a:pt x="18562" y="671"/>
                    </a:cubicBezTo>
                    <a:lnTo>
                      <a:pt x="18727" y="665"/>
                    </a:lnTo>
                    <a:cubicBezTo>
                      <a:pt x="18751" y="665"/>
                      <a:pt x="18774" y="664"/>
                      <a:pt x="18797" y="664"/>
                    </a:cubicBezTo>
                    <a:cubicBezTo>
                      <a:pt x="18829" y="664"/>
                      <a:pt x="18860" y="665"/>
                      <a:pt x="18892" y="665"/>
                    </a:cubicBezTo>
                    <a:lnTo>
                      <a:pt x="18975" y="666"/>
                    </a:lnTo>
                    <a:cubicBezTo>
                      <a:pt x="19004" y="666"/>
                      <a:pt x="19031" y="668"/>
                      <a:pt x="19060" y="671"/>
                    </a:cubicBezTo>
                    <a:lnTo>
                      <a:pt x="19225" y="682"/>
                    </a:lnTo>
                    <a:cubicBezTo>
                      <a:pt x="19280" y="687"/>
                      <a:pt x="19334" y="695"/>
                      <a:pt x="19390" y="701"/>
                    </a:cubicBezTo>
                    <a:cubicBezTo>
                      <a:pt x="19416" y="705"/>
                      <a:pt x="19445" y="707"/>
                      <a:pt x="19472" y="712"/>
                    </a:cubicBezTo>
                    <a:lnTo>
                      <a:pt x="19554" y="726"/>
                    </a:lnTo>
                    <a:cubicBezTo>
                      <a:pt x="19608" y="736"/>
                      <a:pt x="19663" y="742"/>
                      <a:pt x="19717" y="756"/>
                    </a:cubicBezTo>
                    <a:cubicBezTo>
                      <a:pt x="19933" y="799"/>
                      <a:pt x="20147" y="861"/>
                      <a:pt x="20355" y="936"/>
                    </a:cubicBezTo>
                    <a:cubicBezTo>
                      <a:pt x="21188" y="1240"/>
                      <a:pt x="21926" y="1798"/>
                      <a:pt x="22451" y="2514"/>
                    </a:cubicBezTo>
                    <a:cubicBezTo>
                      <a:pt x="22582" y="2694"/>
                      <a:pt x="22701" y="2882"/>
                      <a:pt x="22805" y="3080"/>
                    </a:cubicBezTo>
                    <a:cubicBezTo>
                      <a:pt x="22907" y="3276"/>
                      <a:pt x="22998" y="3481"/>
                      <a:pt x="23072" y="3691"/>
                    </a:cubicBezTo>
                    <a:cubicBezTo>
                      <a:pt x="23143" y="3901"/>
                      <a:pt x="23201" y="4117"/>
                      <a:pt x="23245" y="4336"/>
                    </a:cubicBezTo>
                    <a:cubicBezTo>
                      <a:pt x="23291" y="4565"/>
                      <a:pt x="23317" y="4787"/>
                      <a:pt x="23328" y="5010"/>
                    </a:cubicBezTo>
                    <a:cubicBezTo>
                      <a:pt x="23321" y="4787"/>
                      <a:pt x="23300" y="4565"/>
                      <a:pt x="23263" y="4343"/>
                    </a:cubicBezTo>
                    <a:cubicBezTo>
                      <a:pt x="23223" y="4123"/>
                      <a:pt x="23169" y="3906"/>
                      <a:pt x="23099" y="3694"/>
                    </a:cubicBezTo>
                    <a:cubicBezTo>
                      <a:pt x="23027" y="3482"/>
                      <a:pt x="22940" y="3274"/>
                      <a:pt x="22840" y="3074"/>
                    </a:cubicBezTo>
                    <a:cubicBezTo>
                      <a:pt x="22738" y="2874"/>
                      <a:pt x="22620" y="2684"/>
                      <a:pt x="22491" y="2500"/>
                    </a:cubicBezTo>
                    <a:cubicBezTo>
                      <a:pt x="22363" y="2316"/>
                      <a:pt x="22217" y="2145"/>
                      <a:pt x="22061" y="1982"/>
                    </a:cubicBezTo>
                    <a:cubicBezTo>
                      <a:pt x="22022" y="1942"/>
                      <a:pt x="21984" y="1900"/>
                      <a:pt x="21942" y="1863"/>
                    </a:cubicBezTo>
                    <a:lnTo>
                      <a:pt x="21819" y="1747"/>
                    </a:lnTo>
                    <a:cubicBezTo>
                      <a:pt x="21733" y="1675"/>
                      <a:pt x="21650" y="1600"/>
                      <a:pt x="21559" y="1532"/>
                    </a:cubicBezTo>
                    <a:cubicBezTo>
                      <a:pt x="21381" y="1395"/>
                      <a:pt x="21194" y="1269"/>
                      <a:pt x="20997" y="1162"/>
                    </a:cubicBezTo>
                    <a:cubicBezTo>
                      <a:pt x="20972" y="1147"/>
                      <a:pt x="20948" y="1134"/>
                      <a:pt x="20923" y="1121"/>
                    </a:cubicBezTo>
                    <a:lnTo>
                      <a:pt x="20848" y="1083"/>
                    </a:lnTo>
                    <a:cubicBezTo>
                      <a:pt x="20798" y="1058"/>
                      <a:pt x="20748" y="1029"/>
                      <a:pt x="20696" y="1008"/>
                    </a:cubicBezTo>
                    <a:lnTo>
                      <a:pt x="20542" y="939"/>
                    </a:lnTo>
                    <a:lnTo>
                      <a:pt x="20385" y="878"/>
                    </a:lnTo>
                    <a:cubicBezTo>
                      <a:pt x="20173" y="801"/>
                      <a:pt x="19958" y="734"/>
                      <a:pt x="19737" y="688"/>
                    </a:cubicBezTo>
                    <a:cubicBezTo>
                      <a:pt x="19682" y="674"/>
                      <a:pt x="19628" y="667"/>
                      <a:pt x="19572" y="655"/>
                    </a:cubicBezTo>
                    <a:lnTo>
                      <a:pt x="19489" y="640"/>
                    </a:lnTo>
                    <a:cubicBezTo>
                      <a:pt x="19461" y="637"/>
                      <a:pt x="19433" y="633"/>
                      <a:pt x="19405" y="628"/>
                    </a:cubicBezTo>
                    <a:cubicBezTo>
                      <a:pt x="19349" y="622"/>
                      <a:pt x="19294" y="613"/>
                      <a:pt x="19238" y="608"/>
                    </a:cubicBezTo>
                    <a:lnTo>
                      <a:pt x="19070" y="596"/>
                    </a:lnTo>
                    <a:cubicBezTo>
                      <a:pt x="19041" y="593"/>
                      <a:pt x="19013" y="592"/>
                      <a:pt x="18985" y="592"/>
                    </a:cubicBezTo>
                    <a:lnTo>
                      <a:pt x="18901" y="588"/>
                    </a:lnTo>
                    <a:cubicBezTo>
                      <a:pt x="18862" y="588"/>
                      <a:pt x="18823" y="587"/>
                      <a:pt x="18784" y="587"/>
                    </a:cubicBezTo>
                    <a:cubicBezTo>
                      <a:pt x="18766" y="587"/>
                      <a:pt x="18749" y="587"/>
                      <a:pt x="18731" y="587"/>
                    </a:cubicBezTo>
                    <a:lnTo>
                      <a:pt x="18562" y="592"/>
                    </a:lnTo>
                    <a:cubicBezTo>
                      <a:pt x="18506" y="594"/>
                      <a:pt x="18449" y="599"/>
                      <a:pt x="18393" y="603"/>
                    </a:cubicBezTo>
                    <a:lnTo>
                      <a:pt x="18308" y="609"/>
                    </a:lnTo>
                    <a:lnTo>
                      <a:pt x="18225" y="619"/>
                    </a:lnTo>
                    <a:lnTo>
                      <a:pt x="18057" y="642"/>
                    </a:lnTo>
                    <a:cubicBezTo>
                      <a:pt x="17947" y="663"/>
                      <a:pt x="17834" y="679"/>
                      <a:pt x="17724" y="708"/>
                    </a:cubicBezTo>
                    <a:cubicBezTo>
                      <a:pt x="16868" y="906"/>
                      <a:pt x="16077" y="1368"/>
                      <a:pt x="15469" y="2006"/>
                    </a:cubicBezTo>
                    <a:lnTo>
                      <a:pt x="15469" y="2006"/>
                    </a:lnTo>
                    <a:cubicBezTo>
                      <a:pt x="15182" y="1536"/>
                      <a:pt x="14794" y="1131"/>
                      <a:pt x="14342" y="818"/>
                    </a:cubicBezTo>
                    <a:cubicBezTo>
                      <a:pt x="14106" y="655"/>
                      <a:pt x="13853" y="517"/>
                      <a:pt x="13590" y="403"/>
                    </a:cubicBezTo>
                    <a:cubicBezTo>
                      <a:pt x="13328" y="289"/>
                      <a:pt x="13054" y="202"/>
                      <a:pt x="12775" y="137"/>
                    </a:cubicBezTo>
                    <a:cubicBezTo>
                      <a:pt x="12377" y="46"/>
                      <a:pt x="11970" y="0"/>
                      <a:pt x="11563" y="0"/>
                    </a:cubicBezTo>
                    <a:close/>
                  </a:path>
                </a:pathLst>
              </a:custGeom>
              <a:solidFill>
                <a:srgbClr val="AABA4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Google Shape;1427;p36"/>
              <p:cNvSpPr/>
              <p:nvPr/>
            </p:nvSpPr>
            <p:spPr>
              <a:xfrm>
                <a:off x="5593027" y="785386"/>
                <a:ext cx="162355" cy="176039"/>
              </a:xfrm>
              <a:custGeom>
                <a:avLst/>
                <a:gdLst/>
                <a:ahLst/>
                <a:cxnLst/>
                <a:rect l="l" t="t" r="r" b="b"/>
                <a:pathLst>
                  <a:path w="6939" h="7515" extrusionOk="0">
                    <a:moveTo>
                      <a:pt x="2625" y="1"/>
                    </a:moveTo>
                    <a:cubicBezTo>
                      <a:pt x="1602" y="1"/>
                      <a:pt x="772" y="830"/>
                      <a:pt x="772" y="1853"/>
                    </a:cubicBezTo>
                    <a:cubicBezTo>
                      <a:pt x="772" y="2009"/>
                      <a:pt x="791" y="2162"/>
                      <a:pt x="828" y="2308"/>
                    </a:cubicBezTo>
                    <a:cubicBezTo>
                      <a:pt x="333" y="2615"/>
                      <a:pt x="1" y="3164"/>
                      <a:pt x="1" y="3790"/>
                    </a:cubicBezTo>
                    <a:cubicBezTo>
                      <a:pt x="1" y="4750"/>
                      <a:pt x="780" y="5530"/>
                      <a:pt x="1740" y="5530"/>
                    </a:cubicBezTo>
                    <a:cubicBezTo>
                      <a:pt x="2118" y="5530"/>
                      <a:pt x="2468" y="5409"/>
                      <a:pt x="2754" y="5203"/>
                    </a:cubicBezTo>
                    <a:lnTo>
                      <a:pt x="2754" y="5203"/>
                    </a:lnTo>
                    <a:cubicBezTo>
                      <a:pt x="2747" y="5273"/>
                      <a:pt x="2744" y="5345"/>
                      <a:pt x="2744" y="5417"/>
                    </a:cubicBezTo>
                    <a:cubicBezTo>
                      <a:pt x="2744" y="5432"/>
                      <a:pt x="2744" y="5448"/>
                      <a:pt x="2745" y="5464"/>
                    </a:cubicBezTo>
                    <a:cubicBezTo>
                      <a:pt x="2749" y="5614"/>
                      <a:pt x="2768" y="5761"/>
                      <a:pt x="2801" y="5903"/>
                    </a:cubicBezTo>
                    <a:cubicBezTo>
                      <a:pt x="2971" y="6619"/>
                      <a:pt x="3509" y="7193"/>
                      <a:pt x="4204" y="7416"/>
                    </a:cubicBezTo>
                    <a:lnTo>
                      <a:pt x="4227" y="7423"/>
                    </a:lnTo>
                    <a:cubicBezTo>
                      <a:pt x="4422" y="7483"/>
                      <a:pt x="4629" y="7514"/>
                      <a:pt x="4841" y="7514"/>
                    </a:cubicBezTo>
                    <a:cubicBezTo>
                      <a:pt x="6000" y="7514"/>
                      <a:pt x="6939" y="6576"/>
                      <a:pt x="6939" y="5417"/>
                    </a:cubicBezTo>
                    <a:cubicBezTo>
                      <a:pt x="6939" y="4580"/>
                      <a:pt x="6447" y="3857"/>
                      <a:pt x="5739" y="3521"/>
                    </a:cubicBezTo>
                    <a:cubicBezTo>
                      <a:pt x="5829" y="3325"/>
                      <a:pt x="5880" y="3106"/>
                      <a:pt x="5880" y="2878"/>
                    </a:cubicBezTo>
                    <a:cubicBezTo>
                      <a:pt x="5880" y="2048"/>
                      <a:pt x="5225" y="1371"/>
                      <a:pt x="4403" y="1335"/>
                    </a:cubicBezTo>
                    <a:cubicBezTo>
                      <a:pt x="4179" y="565"/>
                      <a:pt x="3468" y="1"/>
                      <a:pt x="262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Google Shape;1428;p36"/>
              <p:cNvSpPr/>
              <p:nvPr/>
            </p:nvSpPr>
            <p:spPr>
              <a:xfrm>
                <a:off x="5680018" y="793796"/>
                <a:ext cx="75012" cy="112440"/>
              </a:xfrm>
              <a:custGeom>
                <a:avLst/>
                <a:gdLst/>
                <a:ahLst/>
                <a:cxnLst/>
                <a:rect l="l" t="t" r="r" b="b"/>
                <a:pathLst>
                  <a:path w="3206" h="4800" extrusionOk="0">
                    <a:moveTo>
                      <a:pt x="0" y="1"/>
                    </a:moveTo>
                    <a:lnTo>
                      <a:pt x="0" y="1"/>
                    </a:lnTo>
                    <a:cubicBezTo>
                      <a:pt x="159" y="126"/>
                      <a:pt x="299" y="275"/>
                      <a:pt x="411" y="443"/>
                    </a:cubicBezTo>
                    <a:cubicBezTo>
                      <a:pt x="521" y="611"/>
                      <a:pt x="606" y="795"/>
                      <a:pt x="658" y="987"/>
                    </a:cubicBezTo>
                    <a:lnTo>
                      <a:pt x="663" y="1008"/>
                    </a:lnTo>
                    <a:lnTo>
                      <a:pt x="685" y="1010"/>
                    </a:lnTo>
                    <a:cubicBezTo>
                      <a:pt x="932" y="1026"/>
                      <a:pt x="1173" y="1100"/>
                      <a:pt x="1384" y="1226"/>
                    </a:cubicBezTo>
                    <a:lnTo>
                      <a:pt x="1461" y="1277"/>
                    </a:lnTo>
                    <a:cubicBezTo>
                      <a:pt x="1473" y="1285"/>
                      <a:pt x="1486" y="1293"/>
                      <a:pt x="1499" y="1302"/>
                    </a:cubicBezTo>
                    <a:lnTo>
                      <a:pt x="1535" y="1330"/>
                    </a:lnTo>
                    <a:cubicBezTo>
                      <a:pt x="1558" y="1349"/>
                      <a:pt x="1584" y="1367"/>
                      <a:pt x="1606" y="1387"/>
                    </a:cubicBezTo>
                    <a:lnTo>
                      <a:pt x="1673" y="1452"/>
                    </a:lnTo>
                    <a:cubicBezTo>
                      <a:pt x="1685" y="1462"/>
                      <a:pt x="1696" y="1472"/>
                      <a:pt x="1707" y="1484"/>
                    </a:cubicBezTo>
                    <a:lnTo>
                      <a:pt x="1737" y="1519"/>
                    </a:lnTo>
                    <a:lnTo>
                      <a:pt x="1796" y="1587"/>
                    </a:lnTo>
                    <a:lnTo>
                      <a:pt x="1850" y="1662"/>
                    </a:lnTo>
                    <a:lnTo>
                      <a:pt x="1877" y="1699"/>
                    </a:lnTo>
                    <a:lnTo>
                      <a:pt x="1901" y="1739"/>
                    </a:lnTo>
                    <a:lnTo>
                      <a:pt x="1947" y="1818"/>
                    </a:lnTo>
                    <a:cubicBezTo>
                      <a:pt x="1960" y="1846"/>
                      <a:pt x="1972" y="1873"/>
                      <a:pt x="1985" y="1902"/>
                    </a:cubicBezTo>
                    <a:cubicBezTo>
                      <a:pt x="2013" y="1956"/>
                      <a:pt x="2030" y="2016"/>
                      <a:pt x="2050" y="2072"/>
                    </a:cubicBezTo>
                    <a:cubicBezTo>
                      <a:pt x="2061" y="2100"/>
                      <a:pt x="2066" y="2131"/>
                      <a:pt x="2073" y="2161"/>
                    </a:cubicBezTo>
                    <a:lnTo>
                      <a:pt x="2085" y="2206"/>
                    </a:lnTo>
                    <a:lnTo>
                      <a:pt x="2090" y="2227"/>
                    </a:lnTo>
                    <a:lnTo>
                      <a:pt x="2093" y="2251"/>
                    </a:lnTo>
                    <a:cubicBezTo>
                      <a:pt x="2102" y="2310"/>
                      <a:pt x="2114" y="2371"/>
                      <a:pt x="2116" y="2432"/>
                    </a:cubicBezTo>
                    <a:lnTo>
                      <a:pt x="2121" y="2524"/>
                    </a:lnTo>
                    <a:cubicBezTo>
                      <a:pt x="2121" y="2554"/>
                      <a:pt x="2119" y="2585"/>
                      <a:pt x="2118" y="2616"/>
                    </a:cubicBezTo>
                    <a:cubicBezTo>
                      <a:pt x="2114" y="2678"/>
                      <a:pt x="2107" y="2738"/>
                      <a:pt x="2097" y="2798"/>
                    </a:cubicBezTo>
                    <a:cubicBezTo>
                      <a:pt x="2074" y="2919"/>
                      <a:pt x="2038" y="3036"/>
                      <a:pt x="1989" y="3148"/>
                    </a:cubicBezTo>
                    <a:lnTo>
                      <a:pt x="1971" y="3184"/>
                    </a:lnTo>
                    <a:lnTo>
                      <a:pt x="2007" y="3201"/>
                    </a:lnTo>
                    <a:cubicBezTo>
                      <a:pt x="2164" y="3273"/>
                      <a:pt x="2310" y="3366"/>
                      <a:pt x="2445" y="3473"/>
                    </a:cubicBezTo>
                    <a:cubicBezTo>
                      <a:pt x="2580" y="3582"/>
                      <a:pt x="2700" y="3708"/>
                      <a:pt x="2804" y="3847"/>
                    </a:cubicBezTo>
                    <a:cubicBezTo>
                      <a:pt x="2908" y="3985"/>
                      <a:pt x="2996" y="4136"/>
                      <a:pt x="3064" y="4297"/>
                    </a:cubicBezTo>
                    <a:cubicBezTo>
                      <a:pt x="3128" y="4456"/>
                      <a:pt x="3178" y="4624"/>
                      <a:pt x="3205" y="4799"/>
                    </a:cubicBezTo>
                    <a:cubicBezTo>
                      <a:pt x="3190" y="4623"/>
                      <a:pt x="3150" y="4451"/>
                      <a:pt x="3090" y="4285"/>
                    </a:cubicBezTo>
                    <a:cubicBezTo>
                      <a:pt x="3030" y="4118"/>
                      <a:pt x="2948" y="3959"/>
                      <a:pt x="2845" y="3815"/>
                    </a:cubicBezTo>
                    <a:cubicBezTo>
                      <a:pt x="2650" y="3533"/>
                      <a:pt x="2382" y="3300"/>
                      <a:pt x="2075" y="3145"/>
                    </a:cubicBezTo>
                    <a:lnTo>
                      <a:pt x="2075" y="3145"/>
                    </a:lnTo>
                    <a:cubicBezTo>
                      <a:pt x="2173" y="2920"/>
                      <a:pt x="2220" y="2671"/>
                      <a:pt x="2203" y="2426"/>
                    </a:cubicBezTo>
                    <a:cubicBezTo>
                      <a:pt x="2203" y="2361"/>
                      <a:pt x="2190" y="2298"/>
                      <a:pt x="2181" y="2233"/>
                    </a:cubicBezTo>
                    <a:lnTo>
                      <a:pt x="2178" y="2210"/>
                    </a:lnTo>
                    <a:lnTo>
                      <a:pt x="2172" y="2186"/>
                    </a:lnTo>
                    <a:lnTo>
                      <a:pt x="2160" y="2139"/>
                    </a:lnTo>
                    <a:cubicBezTo>
                      <a:pt x="2152" y="2108"/>
                      <a:pt x="2147" y="2077"/>
                      <a:pt x="2135" y="2046"/>
                    </a:cubicBezTo>
                    <a:cubicBezTo>
                      <a:pt x="2112" y="1985"/>
                      <a:pt x="2093" y="1923"/>
                      <a:pt x="2065" y="1864"/>
                    </a:cubicBezTo>
                    <a:cubicBezTo>
                      <a:pt x="2050" y="1836"/>
                      <a:pt x="2037" y="1806"/>
                      <a:pt x="2022" y="1777"/>
                    </a:cubicBezTo>
                    <a:lnTo>
                      <a:pt x="1972" y="1694"/>
                    </a:lnTo>
                    <a:lnTo>
                      <a:pt x="1948" y="1653"/>
                    </a:lnTo>
                    <a:lnTo>
                      <a:pt x="1919" y="1613"/>
                    </a:lnTo>
                    <a:lnTo>
                      <a:pt x="1862" y="1535"/>
                    </a:lnTo>
                    <a:lnTo>
                      <a:pt x="1798" y="1462"/>
                    </a:lnTo>
                    <a:lnTo>
                      <a:pt x="1765" y="1426"/>
                    </a:lnTo>
                    <a:cubicBezTo>
                      <a:pt x="1754" y="1415"/>
                      <a:pt x="1743" y="1405"/>
                      <a:pt x="1731" y="1393"/>
                    </a:cubicBezTo>
                    <a:lnTo>
                      <a:pt x="1661" y="1326"/>
                    </a:lnTo>
                    <a:cubicBezTo>
                      <a:pt x="1636" y="1305"/>
                      <a:pt x="1609" y="1287"/>
                      <a:pt x="1585" y="1266"/>
                    </a:cubicBezTo>
                    <a:lnTo>
                      <a:pt x="1547" y="1237"/>
                    </a:lnTo>
                    <a:cubicBezTo>
                      <a:pt x="1534" y="1226"/>
                      <a:pt x="1519" y="1218"/>
                      <a:pt x="1506" y="1210"/>
                    </a:cubicBezTo>
                    <a:lnTo>
                      <a:pt x="1424" y="1159"/>
                    </a:lnTo>
                    <a:cubicBezTo>
                      <a:pt x="1311" y="1097"/>
                      <a:pt x="1193" y="1042"/>
                      <a:pt x="1068" y="1010"/>
                    </a:cubicBezTo>
                    <a:cubicBezTo>
                      <a:pt x="952" y="973"/>
                      <a:pt x="830" y="960"/>
                      <a:pt x="710" y="951"/>
                    </a:cubicBezTo>
                    <a:lnTo>
                      <a:pt x="710" y="951"/>
                    </a:lnTo>
                    <a:cubicBezTo>
                      <a:pt x="648" y="761"/>
                      <a:pt x="556" y="582"/>
                      <a:pt x="439" y="423"/>
                    </a:cubicBezTo>
                    <a:cubicBezTo>
                      <a:pt x="378" y="341"/>
                      <a:pt x="311" y="264"/>
                      <a:pt x="237" y="193"/>
                    </a:cubicBezTo>
                    <a:cubicBezTo>
                      <a:pt x="164" y="121"/>
                      <a:pt x="85" y="58"/>
                      <a:pt x="0" y="1"/>
                    </a:cubicBezTo>
                    <a:close/>
                  </a:path>
                </a:pathLst>
              </a:custGeom>
              <a:solidFill>
                <a:srgbClr val="AABA4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Google Shape;1429;p36"/>
              <p:cNvSpPr/>
              <p:nvPr/>
            </p:nvSpPr>
            <p:spPr>
              <a:xfrm>
                <a:off x="5476437" y="648701"/>
                <a:ext cx="211841" cy="174797"/>
              </a:xfrm>
              <a:custGeom>
                <a:avLst/>
                <a:gdLst/>
                <a:ahLst/>
                <a:cxnLst/>
                <a:rect l="l" t="t" r="r" b="b"/>
                <a:pathLst>
                  <a:path w="9054" h="7462" extrusionOk="0">
                    <a:moveTo>
                      <a:pt x="2640" y="0"/>
                    </a:moveTo>
                    <a:cubicBezTo>
                      <a:pt x="1183" y="1"/>
                      <a:pt x="1" y="1182"/>
                      <a:pt x="1" y="2640"/>
                    </a:cubicBezTo>
                    <a:cubicBezTo>
                      <a:pt x="1" y="3791"/>
                      <a:pt x="738" y="4770"/>
                      <a:pt x="1767" y="5130"/>
                    </a:cubicBezTo>
                    <a:cubicBezTo>
                      <a:pt x="1958" y="5199"/>
                      <a:pt x="2162" y="5245"/>
                      <a:pt x="2373" y="5266"/>
                    </a:cubicBezTo>
                    <a:cubicBezTo>
                      <a:pt x="2415" y="5269"/>
                      <a:pt x="2457" y="5273"/>
                      <a:pt x="2500" y="5276"/>
                    </a:cubicBezTo>
                    <a:cubicBezTo>
                      <a:pt x="2501" y="5292"/>
                      <a:pt x="2503" y="5309"/>
                      <a:pt x="2505" y="5324"/>
                    </a:cubicBezTo>
                    <a:cubicBezTo>
                      <a:pt x="2525" y="5503"/>
                      <a:pt x="2564" y="5674"/>
                      <a:pt x="2623" y="5840"/>
                    </a:cubicBezTo>
                    <a:cubicBezTo>
                      <a:pt x="2952" y="6785"/>
                      <a:pt x="3849" y="7461"/>
                      <a:pt x="4907" y="7461"/>
                    </a:cubicBezTo>
                    <a:cubicBezTo>
                      <a:pt x="6243" y="7461"/>
                      <a:pt x="7326" y="6378"/>
                      <a:pt x="7326" y="5042"/>
                    </a:cubicBezTo>
                    <a:cubicBezTo>
                      <a:pt x="7326" y="4903"/>
                      <a:pt x="7313" y="4766"/>
                      <a:pt x="7291" y="4633"/>
                    </a:cubicBezTo>
                    <a:cubicBezTo>
                      <a:pt x="8299" y="4410"/>
                      <a:pt x="9053" y="3511"/>
                      <a:pt x="9053" y="2437"/>
                    </a:cubicBezTo>
                    <a:cubicBezTo>
                      <a:pt x="9053" y="1195"/>
                      <a:pt x="8045" y="187"/>
                      <a:pt x="6803" y="187"/>
                    </a:cubicBezTo>
                    <a:cubicBezTo>
                      <a:pt x="5994" y="187"/>
                      <a:pt x="5285" y="614"/>
                      <a:pt x="4887" y="1255"/>
                    </a:cubicBezTo>
                    <a:cubicBezTo>
                      <a:pt x="4423" y="503"/>
                      <a:pt x="3590" y="0"/>
                      <a:pt x="264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Google Shape;1430;p36"/>
              <p:cNvSpPr/>
              <p:nvPr/>
            </p:nvSpPr>
            <p:spPr>
              <a:xfrm>
                <a:off x="5267404" y="716189"/>
                <a:ext cx="43824" cy="45117"/>
              </a:xfrm>
              <a:custGeom>
                <a:avLst/>
                <a:gdLst/>
                <a:ahLst/>
                <a:cxnLst/>
                <a:rect l="l" t="t" r="r" b="b"/>
                <a:pathLst>
                  <a:path w="1873" h="1926" extrusionOk="0">
                    <a:moveTo>
                      <a:pt x="936" y="0"/>
                    </a:moveTo>
                    <a:cubicBezTo>
                      <a:pt x="770" y="0"/>
                      <a:pt x="602" y="51"/>
                      <a:pt x="456" y="155"/>
                    </a:cubicBezTo>
                    <a:cubicBezTo>
                      <a:pt x="86" y="421"/>
                      <a:pt x="1" y="936"/>
                      <a:pt x="267" y="1306"/>
                    </a:cubicBezTo>
                    <a:cubicBezTo>
                      <a:pt x="532" y="1677"/>
                      <a:pt x="1727" y="1925"/>
                      <a:pt x="1727" y="1925"/>
                    </a:cubicBezTo>
                    <a:cubicBezTo>
                      <a:pt x="1727" y="1925"/>
                      <a:pt x="1873" y="715"/>
                      <a:pt x="1607" y="345"/>
                    </a:cubicBezTo>
                    <a:cubicBezTo>
                      <a:pt x="1446" y="120"/>
                      <a:pt x="1193" y="0"/>
                      <a:pt x="936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Google Shape;1431;p36"/>
              <p:cNvSpPr/>
              <p:nvPr/>
            </p:nvSpPr>
            <p:spPr>
              <a:xfrm>
                <a:off x="5106897" y="689836"/>
                <a:ext cx="37085" cy="48958"/>
              </a:xfrm>
              <a:custGeom>
                <a:avLst/>
                <a:gdLst/>
                <a:ahLst/>
                <a:cxnLst/>
                <a:rect l="l" t="t" r="r" b="b"/>
                <a:pathLst>
                  <a:path w="1585" h="2090" extrusionOk="0">
                    <a:moveTo>
                      <a:pt x="793" y="0"/>
                    </a:moveTo>
                    <a:cubicBezTo>
                      <a:pt x="357" y="0"/>
                      <a:pt x="4" y="354"/>
                      <a:pt x="3" y="789"/>
                    </a:cubicBezTo>
                    <a:cubicBezTo>
                      <a:pt x="1" y="1226"/>
                      <a:pt x="790" y="2089"/>
                      <a:pt x="790" y="2089"/>
                    </a:cubicBezTo>
                    <a:cubicBezTo>
                      <a:pt x="790" y="2089"/>
                      <a:pt x="1582" y="1229"/>
                      <a:pt x="1583" y="793"/>
                    </a:cubicBezTo>
                    <a:cubicBezTo>
                      <a:pt x="1584" y="356"/>
                      <a:pt x="1231" y="2"/>
                      <a:pt x="795" y="0"/>
                    </a:cubicBezTo>
                    <a:cubicBezTo>
                      <a:pt x="794" y="0"/>
                      <a:pt x="793" y="0"/>
                      <a:pt x="793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Google Shape;1432;p36"/>
              <p:cNvSpPr/>
              <p:nvPr/>
            </p:nvSpPr>
            <p:spPr>
              <a:xfrm>
                <a:off x="5165063" y="578450"/>
                <a:ext cx="30042" cy="36590"/>
              </a:xfrm>
              <a:custGeom>
                <a:avLst/>
                <a:gdLst/>
                <a:ahLst/>
                <a:cxnLst/>
                <a:rect l="l" t="t" r="r" b="b"/>
                <a:pathLst>
                  <a:path w="1284" h="1562" extrusionOk="0">
                    <a:moveTo>
                      <a:pt x="804" y="1"/>
                    </a:moveTo>
                    <a:cubicBezTo>
                      <a:pt x="804" y="1"/>
                      <a:pt x="109" y="543"/>
                      <a:pt x="55" y="867"/>
                    </a:cubicBezTo>
                    <a:cubicBezTo>
                      <a:pt x="1" y="1191"/>
                      <a:pt x="220" y="1499"/>
                      <a:pt x="544" y="1553"/>
                    </a:cubicBezTo>
                    <a:cubicBezTo>
                      <a:pt x="577" y="1559"/>
                      <a:pt x="610" y="1561"/>
                      <a:pt x="642" y="1561"/>
                    </a:cubicBezTo>
                    <a:cubicBezTo>
                      <a:pt x="928" y="1561"/>
                      <a:pt x="1182" y="1355"/>
                      <a:pt x="1231" y="1063"/>
                    </a:cubicBezTo>
                    <a:cubicBezTo>
                      <a:pt x="1284" y="739"/>
                      <a:pt x="804" y="1"/>
                      <a:pt x="80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Google Shape;1433;p36"/>
              <p:cNvSpPr/>
              <p:nvPr/>
            </p:nvSpPr>
            <p:spPr>
              <a:xfrm>
                <a:off x="5219439" y="825677"/>
                <a:ext cx="62846" cy="46850"/>
              </a:xfrm>
              <a:custGeom>
                <a:avLst/>
                <a:gdLst/>
                <a:ahLst/>
                <a:cxnLst/>
                <a:rect l="l" t="t" r="r" b="b"/>
                <a:pathLst>
                  <a:path w="2686" h="2000" extrusionOk="0">
                    <a:moveTo>
                      <a:pt x="1094" y="0"/>
                    </a:moveTo>
                    <a:cubicBezTo>
                      <a:pt x="967" y="0"/>
                      <a:pt x="854" y="15"/>
                      <a:pt x="767" y="51"/>
                    </a:cubicBezTo>
                    <a:cubicBezTo>
                      <a:pt x="250" y="262"/>
                      <a:pt x="1" y="853"/>
                      <a:pt x="213" y="1370"/>
                    </a:cubicBezTo>
                    <a:cubicBezTo>
                      <a:pt x="373" y="1762"/>
                      <a:pt x="751" y="1999"/>
                      <a:pt x="1150" y="1999"/>
                    </a:cubicBezTo>
                    <a:cubicBezTo>
                      <a:pt x="1277" y="1999"/>
                      <a:pt x="1407" y="1975"/>
                      <a:pt x="1532" y="1924"/>
                    </a:cubicBezTo>
                    <a:cubicBezTo>
                      <a:pt x="2048" y="1712"/>
                      <a:pt x="2686" y="359"/>
                      <a:pt x="2686" y="359"/>
                    </a:cubicBezTo>
                    <a:cubicBezTo>
                      <a:pt x="2686" y="359"/>
                      <a:pt x="1717" y="0"/>
                      <a:pt x="1094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Google Shape;1434;p36"/>
              <p:cNvSpPr/>
              <p:nvPr/>
            </p:nvSpPr>
            <p:spPr>
              <a:xfrm>
                <a:off x="5263894" y="553362"/>
                <a:ext cx="47520" cy="52261"/>
              </a:xfrm>
              <a:custGeom>
                <a:avLst/>
                <a:gdLst/>
                <a:ahLst/>
                <a:cxnLst/>
                <a:rect l="l" t="t" r="r" b="b"/>
                <a:pathLst>
                  <a:path w="2031" h="2231" extrusionOk="0">
                    <a:moveTo>
                      <a:pt x="1014" y="0"/>
                    </a:moveTo>
                    <a:cubicBezTo>
                      <a:pt x="893" y="0"/>
                      <a:pt x="771" y="25"/>
                      <a:pt x="653" y="77"/>
                    </a:cubicBezTo>
                    <a:cubicBezTo>
                      <a:pt x="203" y="277"/>
                      <a:pt x="0" y="804"/>
                      <a:pt x="200" y="1253"/>
                    </a:cubicBezTo>
                    <a:cubicBezTo>
                      <a:pt x="400" y="1703"/>
                      <a:pt x="1608" y="2231"/>
                      <a:pt x="1608" y="2231"/>
                    </a:cubicBezTo>
                    <a:cubicBezTo>
                      <a:pt x="1608" y="2231"/>
                      <a:pt x="2031" y="980"/>
                      <a:pt x="1831" y="531"/>
                    </a:cubicBezTo>
                    <a:cubicBezTo>
                      <a:pt x="1683" y="198"/>
                      <a:pt x="1356" y="0"/>
                      <a:pt x="1014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Google Shape;1435;p36"/>
              <p:cNvSpPr/>
              <p:nvPr/>
            </p:nvSpPr>
            <p:spPr>
              <a:xfrm>
                <a:off x="5412889" y="757721"/>
                <a:ext cx="73000" cy="53924"/>
              </a:xfrm>
              <a:custGeom>
                <a:avLst/>
                <a:gdLst/>
                <a:ahLst/>
                <a:cxnLst/>
                <a:rect l="l" t="t" r="r" b="b"/>
                <a:pathLst>
                  <a:path w="3120" h="2302" extrusionOk="0">
                    <a:moveTo>
                      <a:pt x="1822" y="1"/>
                    </a:moveTo>
                    <a:cubicBezTo>
                      <a:pt x="1709" y="1"/>
                      <a:pt x="1594" y="18"/>
                      <a:pt x="1480" y="53"/>
                    </a:cubicBezTo>
                    <a:cubicBezTo>
                      <a:pt x="867" y="240"/>
                      <a:pt x="1" y="1722"/>
                      <a:pt x="1" y="1722"/>
                    </a:cubicBezTo>
                    <a:cubicBezTo>
                      <a:pt x="1" y="1722"/>
                      <a:pt x="1218" y="2302"/>
                      <a:pt x="1922" y="2302"/>
                    </a:cubicBezTo>
                    <a:cubicBezTo>
                      <a:pt x="2012" y="2302"/>
                      <a:pt x="2093" y="2292"/>
                      <a:pt x="2163" y="2271"/>
                    </a:cubicBezTo>
                    <a:cubicBezTo>
                      <a:pt x="2776" y="2083"/>
                      <a:pt x="3120" y="1433"/>
                      <a:pt x="2931" y="820"/>
                    </a:cubicBezTo>
                    <a:cubicBezTo>
                      <a:pt x="2777" y="321"/>
                      <a:pt x="2318" y="1"/>
                      <a:pt x="1822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Google Shape;1436;p36"/>
              <p:cNvSpPr/>
              <p:nvPr/>
            </p:nvSpPr>
            <p:spPr>
              <a:xfrm>
                <a:off x="5458327" y="559241"/>
                <a:ext cx="59570" cy="65192"/>
              </a:xfrm>
              <a:custGeom>
                <a:avLst/>
                <a:gdLst/>
                <a:ahLst/>
                <a:cxnLst/>
                <a:rect l="l" t="t" r="r" b="b"/>
                <a:pathLst>
                  <a:path w="2546" h="2783" extrusionOk="0">
                    <a:moveTo>
                      <a:pt x="1275" y="1"/>
                    </a:moveTo>
                    <a:cubicBezTo>
                      <a:pt x="852" y="1"/>
                      <a:pt x="447" y="242"/>
                      <a:pt x="260" y="649"/>
                    </a:cubicBezTo>
                    <a:cubicBezTo>
                      <a:pt x="0" y="1209"/>
                      <a:pt x="505" y="2783"/>
                      <a:pt x="505" y="2783"/>
                    </a:cubicBezTo>
                    <a:cubicBezTo>
                      <a:pt x="505" y="2783"/>
                      <a:pt x="2028" y="2145"/>
                      <a:pt x="2286" y="1586"/>
                    </a:cubicBezTo>
                    <a:cubicBezTo>
                      <a:pt x="2546" y="1026"/>
                      <a:pt x="2301" y="361"/>
                      <a:pt x="1742" y="104"/>
                    </a:cubicBezTo>
                    <a:cubicBezTo>
                      <a:pt x="1590" y="34"/>
                      <a:pt x="1431" y="1"/>
                      <a:pt x="1275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Google Shape;1437;p36"/>
              <p:cNvSpPr/>
              <p:nvPr/>
            </p:nvSpPr>
            <p:spPr>
              <a:xfrm>
                <a:off x="5618085" y="506371"/>
                <a:ext cx="56926" cy="73133"/>
              </a:xfrm>
              <a:custGeom>
                <a:avLst/>
                <a:gdLst/>
                <a:ahLst/>
                <a:cxnLst/>
                <a:rect l="l" t="t" r="r" b="b"/>
                <a:pathLst>
                  <a:path w="2433" h="3122" extrusionOk="0">
                    <a:moveTo>
                      <a:pt x="1215" y="0"/>
                    </a:moveTo>
                    <a:cubicBezTo>
                      <a:pt x="591" y="0"/>
                      <a:pt x="70" y="489"/>
                      <a:pt x="36" y="1119"/>
                    </a:cubicBezTo>
                    <a:cubicBezTo>
                      <a:pt x="0" y="1771"/>
                      <a:pt x="1111" y="3122"/>
                      <a:pt x="1111" y="3122"/>
                    </a:cubicBezTo>
                    <a:cubicBezTo>
                      <a:pt x="1111" y="3122"/>
                      <a:pt x="2361" y="1899"/>
                      <a:pt x="2397" y="1247"/>
                    </a:cubicBezTo>
                    <a:cubicBezTo>
                      <a:pt x="2433" y="595"/>
                      <a:pt x="1934" y="37"/>
                      <a:pt x="1281" y="2"/>
                    </a:cubicBezTo>
                    <a:cubicBezTo>
                      <a:pt x="1259" y="1"/>
                      <a:pt x="1237" y="0"/>
                      <a:pt x="1215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Google Shape;1438;p36"/>
              <p:cNvSpPr/>
              <p:nvPr/>
            </p:nvSpPr>
            <p:spPr>
              <a:xfrm>
                <a:off x="5455239" y="454813"/>
                <a:ext cx="42934" cy="44906"/>
              </a:xfrm>
              <a:custGeom>
                <a:avLst/>
                <a:gdLst/>
                <a:ahLst/>
                <a:cxnLst/>
                <a:rect l="l" t="t" r="r" b="b"/>
                <a:pathLst>
                  <a:path w="1835" h="1917" extrusionOk="0">
                    <a:moveTo>
                      <a:pt x="1632" y="0"/>
                    </a:moveTo>
                    <a:cubicBezTo>
                      <a:pt x="1631" y="0"/>
                      <a:pt x="480" y="304"/>
                      <a:pt x="240" y="678"/>
                    </a:cubicBezTo>
                    <a:cubicBezTo>
                      <a:pt x="1" y="1052"/>
                      <a:pt x="110" y="1550"/>
                      <a:pt x="484" y="1790"/>
                    </a:cubicBezTo>
                    <a:cubicBezTo>
                      <a:pt x="618" y="1876"/>
                      <a:pt x="768" y="1917"/>
                      <a:pt x="917" y="1917"/>
                    </a:cubicBezTo>
                    <a:cubicBezTo>
                      <a:pt x="1182" y="1917"/>
                      <a:pt x="1442" y="1786"/>
                      <a:pt x="1596" y="1546"/>
                    </a:cubicBezTo>
                    <a:cubicBezTo>
                      <a:pt x="1835" y="1171"/>
                      <a:pt x="1632" y="0"/>
                      <a:pt x="163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Google Shape;1439;p36"/>
              <p:cNvSpPr/>
              <p:nvPr/>
            </p:nvSpPr>
            <p:spPr>
              <a:xfrm>
                <a:off x="5780745" y="597143"/>
                <a:ext cx="48199" cy="5451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327" extrusionOk="0">
                    <a:moveTo>
                      <a:pt x="526" y="1"/>
                    </a:moveTo>
                    <a:cubicBezTo>
                      <a:pt x="526" y="1"/>
                      <a:pt x="1" y="1245"/>
                      <a:pt x="170" y="1719"/>
                    </a:cubicBezTo>
                    <a:cubicBezTo>
                      <a:pt x="303" y="2094"/>
                      <a:pt x="655" y="2327"/>
                      <a:pt x="1030" y="2327"/>
                    </a:cubicBezTo>
                    <a:cubicBezTo>
                      <a:pt x="1132" y="2327"/>
                      <a:pt x="1236" y="2309"/>
                      <a:pt x="1337" y="2273"/>
                    </a:cubicBezTo>
                    <a:cubicBezTo>
                      <a:pt x="1813" y="2104"/>
                      <a:pt x="2060" y="1581"/>
                      <a:pt x="1891" y="1105"/>
                    </a:cubicBezTo>
                    <a:cubicBezTo>
                      <a:pt x="1721" y="629"/>
                      <a:pt x="526" y="1"/>
                      <a:pt x="52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Google Shape;1440;p36"/>
              <p:cNvSpPr/>
              <p:nvPr/>
            </p:nvSpPr>
            <p:spPr>
              <a:xfrm>
                <a:off x="5673631" y="618671"/>
                <a:ext cx="61138" cy="45866"/>
              </a:xfrm>
              <a:custGeom>
                <a:avLst/>
                <a:gdLst/>
                <a:ahLst/>
                <a:cxnLst/>
                <a:rect l="l" t="t" r="r" b="b"/>
                <a:pathLst>
                  <a:path w="2613" h="1958" extrusionOk="0">
                    <a:moveTo>
                      <a:pt x="1605" y="0"/>
                    </a:moveTo>
                    <a:cubicBezTo>
                      <a:pt x="1587" y="0"/>
                      <a:pt x="1568" y="1"/>
                      <a:pt x="1550" y="2"/>
                    </a:cubicBezTo>
                    <a:cubicBezTo>
                      <a:pt x="1011" y="32"/>
                      <a:pt x="1" y="1069"/>
                      <a:pt x="1" y="1069"/>
                    </a:cubicBezTo>
                    <a:cubicBezTo>
                      <a:pt x="1" y="1069"/>
                      <a:pt x="1084" y="1957"/>
                      <a:pt x="1634" y="1957"/>
                    </a:cubicBezTo>
                    <a:cubicBezTo>
                      <a:pt x="1643" y="1957"/>
                      <a:pt x="1652" y="1957"/>
                      <a:pt x="1661" y="1956"/>
                    </a:cubicBezTo>
                    <a:cubicBezTo>
                      <a:pt x="2200" y="1925"/>
                      <a:pt x="2613" y="1464"/>
                      <a:pt x="2582" y="925"/>
                    </a:cubicBezTo>
                    <a:cubicBezTo>
                      <a:pt x="2552" y="403"/>
                      <a:pt x="2120" y="0"/>
                      <a:pt x="1605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Google Shape;1441;p36"/>
              <p:cNvSpPr/>
              <p:nvPr/>
            </p:nvSpPr>
            <p:spPr>
              <a:xfrm>
                <a:off x="5742373" y="741722"/>
                <a:ext cx="58236" cy="4298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1835" extrusionOk="0">
                    <a:moveTo>
                      <a:pt x="1470" y="1"/>
                    </a:moveTo>
                    <a:cubicBezTo>
                      <a:pt x="1393" y="1"/>
                      <a:pt x="1316" y="10"/>
                      <a:pt x="1239" y="30"/>
                    </a:cubicBezTo>
                    <a:cubicBezTo>
                      <a:pt x="745" y="157"/>
                      <a:pt x="1" y="1301"/>
                      <a:pt x="1" y="1301"/>
                    </a:cubicBezTo>
                    <a:cubicBezTo>
                      <a:pt x="1" y="1301"/>
                      <a:pt x="999" y="1834"/>
                      <a:pt x="1550" y="1834"/>
                    </a:cubicBezTo>
                    <a:cubicBezTo>
                      <a:pt x="1604" y="1834"/>
                      <a:pt x="1654" y="1829"/>
                      <a:pt x="1698" y="1818"/>
                    </a:cubicBezTo>
                    <a:cubicBezTo>
                      <a:pt x="2191" y="1691"/>
                      <a:pt x="2489" y="1188"/>
                      <a:pt x="2362" y="695"/>
                    </a:cubicBezTo>
                    <a:cubicBezTo>
                      <a:pt x="2255" y="278"/>
                      <a:pt x="1881" y="1"/>
                      <a:pt x="1470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Google Shape;1442;p36"/>
              <p:cNvSpPr/>
              <p:nvPr/>
            </p:nvSpPr>
            <p:spPr>
              <a:xfrm>
                <a:off x="5935987" y="735210"/>
                <a:ext cx="72579" cy="62521"/>
              </a:xfrm>
              <a:custGeom>
                <a:avLst/>
                <a:gdLst/>
                <a:ahLst/>
                <a:cxnLst/>
                <a:rect l="l" t="t" r="r" b="b"/>
                <a:pathLst>
                  <a:path w="3102" h="2669" extrusionOk="0">
                    <a:moveTo>
                      <a:pt x="433" y="1"/>
                    </a:moveTo>
                    <a:cubicBezTo>
                      <a:pt x="175" y="1"/>
                      <a:pt x="1" y="10"/>
                      <a:pt x="1" y="10"/>
                    </a:cubicBezTo>
                    <a:cubicBezTo>
                      <a:pt x="1" y="10"/>
                      <a:pt x="260" y="1912"/>
                      <a:pt x="814" y="2370"/>
                    </a:cubicBezTo>
                    <a:cubicBezTo>
                      <a:pt x="1057" y="2570"/>
                      <a:pt x="1351" y="2668"/>
                      <a:pt x="1643" y="2668"/>
                    </a:cubicBezTo>
                    <a:cubicBezTo>
                      <a:pt x="2016" y="2668"/>
                      <a:pt x="2387" y="2508"/>
                      <a:pt x="2644" y="2198"/>
                    </a:cubicBezTo>
                    <a:cubicBezTo>
                      <a:pt x="3101" y="1645"/>
                      <a:pt x="3024" y="826"/>
                      <a:pt x="2473" y="369"/>
                    </a:cubicBezTo>
                    <a:cubicBezTo>
                      <a:pt x="2086" y="49"/>
                      <a:pt x="1032" y="1"/>
                      <a:pt x="433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Google Shape;1443;p36"/>
              <p:cNvSpPr/>
              <p:nvPr/>
            </p:nvSpPr>
            <p:spPr>
              <a:xfrm>
                <a:off x="5861911" y="976534"/>
                <a:ext cx="38957" cy="38206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631" extrusionOk="0">
                    <a:moveTo>
                      <a:pt x="1665" y="0"/>
                    </a:moveTo>
                    <a:cubicBezTo>
                      <a:pt x="1664" y="0"/>
                      <a:pt x="565" y="75"/>
                      <a:pt x="283" y="374"/>
                    </a:cubicBezTo>
                    <a:cubicBezTo>
                      <a:pt x="0" y="671"/>
                      <a:pt x="13" y="1143"/>
                      <a:pt x="311" y="1426"/>
                    </a:cubicBezTo>
                    <a:cubicBezTo>
                      <a:pt x="455" y="1563"/>
                      <a:pt x="639" y="1630"/>
                      <a:pt x="823" y="1630"/>
                    </a:cubicBezTo>
                    <a:cubicBezTo>
                      <a:pt x="1020" y="1630"/>
                      <a:pt x="1217" y="1553"/>
                      <a:pt x="1363" y="1399"/>
                    </a:cubicBezTo>
                    <a:cubicBezTo>
                      <a:pt x="1646" y="1102"/>
                      <a:pt x="1665" y="0"/>
                      <a:pt x="1665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Google Shape;1444;p36"/>
              <p:cNvSpPr/>
              <p:nvPr/>
            </p:nvSpPr>
            <p:spPr>
              <a:xfrm>
                <a:off x="5229921" y="1032637"/>
                <a:ext cx="76463" cy="56407"/>
              </a:xfrm>
              <a:custGeom>
                <a:avLst/>
                <a:gdLst/>
                <a:ahLst/>
                <a:cxnLst/>
                <a:rect l="l" t="t" r="r" b="b"/>
                <a:pathLst>
                  <a:path w="3268" h="2408" extrusionOk="0">
                    <a:moveTo>
                      <a:pt x="1928" y="1"/>
                    </a:moveTo>
                    <a:cubicBezTo>
                      <a:pt x="1828" y="1"/>
                      <a:pt x="1725" y="13"/>
                      <a:pt x="1623" y="40"/>
                    </a:cubicBezTo>
                    <a:cubicBezTo>
                      <a:pt x="976" y="206"/>
                      <a:pt x="1" y="1708"/>
                      <a:pt x="1" y="1708"/>
                    </a:cubicBezTo>
                    <a:cubicBezTo>
                      <a:pt x="1" y="1708"/>
                      <a:pt x="1309" y="2407"/>
                      <a:pt x="2033" y="2407"/>
                    </a:cubicBezTo>
                    <a:cubicBezTo>
                      <a:pt x="2104" y="2407"/>
                      <a:pt x="2170" y="2400"/>
                      <a:pt x="2228" y="2385"/>
                    </a:cubicBezTo>
                    <a:cubicBezTo>
                      <a:pt x="2876" y="2219"/>
                      <a:pt x="3267" y="1559"/>
                      <a:pt x="3099" y="911"/>
                    </a:cubicBezTo>
                    <a:cubicBezTo>
                      <a:pt x="2958" y="364"/>
                      <a:pt x="2468" y="1"/>
                      <a:pt x="1928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Google Shape;1445;p36"/>
              <p:cNvSpPr/>
              <p:nvPr/>
            </p:nvSpPr>
            <p:spPr>
              <a:xfrm>
                <a:off x="5436544" y="936805"/>
                <a:ext cx="47918" cy="35395"/>
              </a:xfrm>
              <a:custGeom>
                <a:avLst/>
                <a:gdLst/>
                <a:ahLst/>
                <a:cxnLst/>
                <a:rect l="l" t="t" r="r" b="b"/>
                <a:pathLst>
                  <a:path w="2048" h="1511" extrusionOk="0">
                    <a:moveTo>
                      <a:pt x="1213" y="1"/>
                    </a:moveTo>
                    <a:cubicBezTo>
                      <a:pt x="1156" y="1"/>
                      <a:pt x="1098" y="7"/>
                      <a:pt x="1041" y="20"/>
                    </a:cubicBezTo>
                    <a:cubicBezTo>
                      <a:pt x="633" y="116"/>
                      <a:pt x="0" y="1044"/>
                      <a:pt x="0" y="1044"/>
                    </a:cubicBezTo>
                    <a:cubicBezTo>
                      <a:pt x="0" y="1044"/>
                      <a:pt x="828" y="1510"/>
                      <a:pt x="1279" y="1510"/>
                    </a:cubicBezTo>
                    <a:cubicBezTo>
                      <a:pt x="1317" y="1510"/>
                      <a:pt x="1353" y="1507"/>
                      <a:pt x="1386" y="1499"/>
                    </a:cubicBezTo>
                    <a:cubicBezTo>
                      <a:pt x="1793" y="1404"/>
                      <a:pt x="2047" y="995"/>
                      <a:pt x="1952" y="588"/>
                    </a:cubicBezTo>
                    <a:cubicBezTo>
                      <a:pt x="1871" y="237"/>
                      <a:pt x="1557" y="1"/>
                      <a:pt x="121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Google Shape;1446;p36"/>
              <p:cNvSpPr/>
              <p:nvPr/>
            </p:nvSpPr>
            <p:spPr>
              <a:xfrm>
                <a:off x="5322271" y="873441"/>
                <a:ext cx="61559" cy="73133"/>
              </a:xfrm>
              <a:custGeom>
                <a:avLst/>
                <a:gdLst/>
                <a:ahLst/>
                <a:cxnLst/>
                <a:rect l="l" t="t" r="r" b="b"/>
                <a:pathLst>
                  <a:path w="2631" h="3122" extrusionOk="0">
                    <a:moveTo>
                      <a:pt x="1744" y="1"/>
                    </a:moveTo>
                    <a:cubicBezTo>
                      <a:pt x="1744" y="1"/>
                      <a:pt x="291" y="1013"/>
                      <a:pt x="146" y="1660"/>
                    </a:cubicBezTo>
                    <a:cubicBezTo>
                      <a:pt x="0" y="2307"/>
                      <a:pt x="408" y="2949"/>
                      <a:pt x="1055" y="3093"/>
                    </a:cubicBezTo>
                    <a:cubicBezTo>
                      <a:pt x="1143" y="3112"/>
                      <a:pt x="1230" y="3122"/>
                      <a:pt x="1317" y="3122"/>
                    </a:cubicBezTo>
                    <a:cubicBezTo>
                      <a:pt x="1866" y="3122"/>
                      <a:pt x="2362" y="2741"/>
                      <a:pt x="2486" y="2183"/>
                    </a:cubicBezTo>
                    <a:cubicBezTo>
                      <a:pt x="2631" y="1537"/>
                      <a:pt x="1744" y="1"/>
                      <a:pt x="1744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Google Shape;1447;p36"/>
              <p:cNvSpPr/>
              <p:nvPr/>
            </p:nvSpPr>
            <p:spPr>
              <a:xfrm>
                <a:off x="5096719" y="1003590"/>
                <a:ext cx="48105" cy="48818"/>
              </a:xfrm>
              <a:custGeom>
                <a:avLst/>
                <a:gdLst/>
                <a:ahLst/>
                <a:cxnLst/>
                <a:rect l="l" t="t" r="r" b="b"/>
                <a:pathLst>
                  <a:path w="2056" h="2084" extrusionOk="0">
                    <a:moveTo>
                      <a:pt x="1029" y="0"/>
                    </a:moveTo>
                    <a:cubicBezTo>
                      <a:pt x="761" y="0"/>
                      <a:pt x="495" y="118"/>
                      <a:pt x="315" y="344"/>
                    </a:cubicBezTo>
                    <a:cubicBezTo>
                      <a:pt x="0" y="737"/>
                      <a:pt x="94" y="2084"/>
                      <a:pt x="94" y="2084"/>
                    </a:cubicBezTo>
                    <a:cubicBezTo>
                      <a:pt x="94" y="2084"/>
                      <a:pt x="1428" y="1876"/>
                      <a:pt x="1741" y="1481"/>
                    </a:cubicBezTo>
                    <a:cubicBezTo>
                      <a:pt x="2055" y="1087"/>
                      <a:pt x="1990" y="513"/>
                      <a:pt x="1597" y="199"/>
                    </a:cubicBezTo>
                    <a:cubicBezTo>
                      <a:pt x="1429" y="65"/>
                      <a:pt x="1228" y="0"/>
                      <a:pt x="1029" y="0"/>
                    </a:cubicBezTo>
                    <a:close/>
                  </a:path>
                </a:pathLst>
              </a:custGeom>
              <a:solidFill>
                <a:srgbClr val="AABA4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Google Shape;1448;p36"/>
              <p:cNvSpPr/>
              <p:nvPr/>
            </p:nvSpPr>
            <p:spPr>
              <a:xfrm>
                <a:off x="5605965" y="972177"/>
                <a:ext cx="50702" cy="40268"/>
              </a:xfrm>
              <a:custGeom>
                <a:avLst/>
                <a:gdLst/>
                <a:ahLst/>
                <a:cxnLst/>
                <a:rect l="l" t="t" r="r" b="b"/>
                <a:pathLst>
                  <a:path w="2167" h="1719" extrusionOk="0">
                    <a:moveTo>
                      <a:pt x="917" y="0"/>
                    </a:moveTo>
                    <a:cubicBezTo>
                      <a:pt x="464" y="0"/>
                      <a:pt x="0" y="74"/>
                      <a:pt x="0" y="74"/>
                    </a:cubicBezTo>
                    <a:cubicBezTo>
                      <a:pt x="0" y="74"/>
                      <a:pt x="309" y="1313"/>
                      <a:pt x="708" y="1576"/>
                    </a:cubicBezTo>
                    <a:cubicBezTo>
                      <a:pt x="854" y="1673"/>
                      <a:pt x="1019" y="1719"/>
                      <a:pt x="1183" y="1719"/>
                    </a:cubicBezTo>
                    <a:cubicBezTo>
                      <a:pt x="1463" y="1719"/>
                      <a:pt x="1738" y="1583"/>
                      <a:pt x="1904" y="1331"/>
                    </a:cubicBezTo>
                    <a:cubicBezTo>
                      <a:pt x="2166" y="934"/>
                      <a:pt x="2058" y="397"/>
                      <a:pt x="1659" y="135"/>
                    </a:cubicBezTo>
                    <a:cubicBezTo>
                      <a:pt x="1502" y="32"/>
                      <a:pt x="1212" y="0"/>
                      <a:pt x="917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Google Shape;1449;p36"/>
              <p:cNvSpPr/>
              <p:nvPr/>
            </p:nvSpPr>
            <p:spPr>
              <a:xfrm>
                <a:off x="5620214" y="849055"/>
                <a:ext cx="55218" cy="51933"/>
              </a:xfrm>
              <a:custGeom>
                <a:avLst/>
                <a:gdLst/>
                <a:ahLst/>
                <a:cxnLst/>
                <a:rect l="l" t="t" r="r" b="b"/>
                <a:pathLst>
                  <a:path w="2360" h="2217" extrusionOk="0">
                    <a:moveTo>
                      <a:pt x="1219" y="1"/>
                    </a:moveTo>
                    <a:cubicBezTo>
                      <a:pt x="960" y="1"/>
                      <a:pt x="700" y="98"/>
                      <a:pt x="499" y="293"/>
                    </a:cubicBezTo>
                    <a:cubicBezTo>
                      <a:pt x="89" y="690"/>
                      <a:pt x="1" y="2217"/>
                      <a:pt x="1" y="2217"/>
                    </a:cubicBezTo>
                    <a:cubicBezTo>
                      <a:pt x="1" y="2217"/>
                      <a:pt x="1529" y="2177"/>
                      <a:pt x="1939" y="1778"/>
                    </a:cubicBezTo>
                    <a:cubicBezTo>
                      <a:pt x="2349" y="1381"/>
                      <a:pt x="2359" y="726"/>
                      <a:pt x="1962" y="315"/>
                    </a:cubicBezTo>
                    <a:cubicBezTo>
                      <a:pt x="1759" y="106"/>
                      <a:pt x="1489" y="1"/>
                      <a:pt x="1219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Google Shape;1450;p36"/>
              <p:cNvSpPr/>
              <p:nvPr/>
            </p:nvSpPr>
            <p:spPr>
              <a:xfrm>
                <a:off x="5774685" y="995602"/>
                <a:ext cx="47848" cy="51441"/>
              </a:xfrm>
              <a:custGeom>
                <a:avLst/>
                <a:gdLst/>
                <a:ahLst/>
                <a:cxnLst/>
                <a:rect l="l" t="t" r="r" b="b"/>
                <a:pathLst>
                  <a:path w="2045" h="2196" extrusionOk="0">
                    <a:moveTo>
                      <a:pt x="1020" y="0"/>
                    </a:moveTo>
                    <a:cubicBezTo>
                      <a:pt x="880" y="0"/>
                      <a:pt x="738" y="33"/>
                      <a:pt x="605" y="103"/>
                    </a:cubicBezTo>
                    <a:cubicBezTo>
                      <a:pt x="168" y="334"/>
                      <a:pt x="0" y="874"/>
                      <a:pt x="230" y="1312"/>
                    </a:cubicBezTo>
                    <a:cubicBezTo>
                      <a:pt x="461" y="1749"/>
                      <a:pt x="1706" y="2195"/>
                      <a:pt x="1706" y="2195"/>
                    </a:cubicBezTo>
                    <a:cubicBezTo>
                      <a:pt x="1706" y="2195"/>
                      <a:pt x="2044" y="915"/>
                      <a:pt x="1814" y="478"/>
                    </a:cubicBezTo>
                    <a:cubicBezTo>
                      <a:pt x="1654" y="174"/>
                      <a:pt x="1342" y="0"/>
                      <a:pt x="102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Google Shape;1451;p36"/>
              <p:cNvSpPr/>
              <p:nvPr/>
            </p:nvSpPr>
            <p:spPr>
              <a:xfrm>
                <a:off x="5815911" y="798223"/>
                <a:ext cx="56575" cy="58211"/>
              </a:xfrm>
              <a:custGeom>
                <a:avLst/>
                <a:gdLst/>
                <a:ahLst/>
                <a:cxnLst/>
                <a:rect l="l" t="t" r="r" b="b"/>
                <a:pathLst>
                  <a:path w="2418" h="2485" extrusionOk="0">
                    <a:moveTo>
                      <a:pt x="1210" y="1"/>
                    </a:moveTo>
                    <a:cubicBezTo>
                      <a:pt x="880" y="1"/>
                      <a:pt x="555" y="153"/>
                      <a:pt x="346" y="439"/>
                    </a:cubicBezTo>
                    <a:cubicBezTo>
                      <a:pt x="0" y="916"/>
                      <a:pt x="177" y="2484"/>
                      <a:pt x="177" y="2484"/>
                    </a:cubicBezTo>
                    <a:cubicBezTo>
                      <a:pt x="177" y="2484"/>
                      <a:pt x="1725" y="2173"/>
                      <a:pt x="2072" y="1696"/>
                    </a:cubicBezTo>
                    <a:cubicBezTo>
                      <a:pt x="2417" y="1219"/>
                      <a:pt x="2313" y="552"/>
                      <a:pt x="1837" y="206"/>
                    </a:cubicBezTo>
                    <a:cubicBezTo>
                      <a:pt x="1647" y="67"/>
                      <a:pt x="1428" y="1"/>
                      <a:pt x="1210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Google Shape;1452;p36"/>
              <p:cNvSpPr/>
              <p:nvPr/>
            </p:nvSpPr>
            <p:spPr>
              <a:xfrm>
                <a:off x="5260712" y="936782"/>
                <a:ext cx="203348" cy="667097"/>
              </a:xfrm>
              <a:custGeom>
                <a:avLst/>
                <a:gdLst/>
                <a:ahLst/>
                <a:cxnLst/>
                <a:rect l="l" t="t" r="r" b="b"/>
                <a:pathLst>
                  <a:path w="8691" h="28478" extrusionOk="0">
                    <a:moveTo>
                      <a:pt x="5902" y="1"/>
                    </a:moveTo>
                    <a:cubicBezTo>
                      <a:pt x="5875" y="19"/>
                      <a:pt x="5846" y="37"/>
                      <a:pt x="5819" y="55"/>
                    </a:cubicBezTo>
                    <a:cubicBezTo>
                      <a:pt x="5773" y="85"/>
                      <a:pt x="5725" y="114"/>
                      <a:pt x="5677" y="142"/>
                    </a:cubicBezTo>
                    <a:cubicBezTo>
                      <a:pt x="5654" y="158"/>
                      <a:pt x="5630" y="172"/>
                      <a:pt x="5605" y="186"/>
                    </a:cubicBezTo>
                    <a:cubicBezTo>
                      <a:pt x="5594" y="231"/>
                      <a:pt x="5586" y="256"/>
                      <a:pt x="5575" y="301"/>
                    </a:cubicBezTo>
                    <a:lnTo>
                      <a:pt x="7331" y="3379"/>
                    </a:lnTo>
                    <a:cubicBezTo>
                      <a:pt x="7905" y="4383"/>
                      <a:pt x="8141" y="5515"/>
                      <a:pt x="8046" y="6621"/>
                    </a:cubicBezTo>
                    <a:cubicBezTo>
                      <a:pt x="7979" y="7428"/>
                      <a:pt x="7736" y="8220"/>
                      <a:pt x="7321" y="8941"/>
                    </a:cubicBezTo>
                    <a:cubicBezTo>
                      <a:pt x="7229" y="9102"/>
                      <a:pt x="7127" y="9260"/>
                      <a:pt x="7017" y="9412"/>
                    </a:cubicBezTo>
                    <a:lnTo>
                      <a:pt x="6252" y="10479"/>
                    </a:lnTo>
                    <a:lnTo>
                      <a:pt x="1424" y="17202"/>
                    </a:lnTo>
                    <a:cubicBezTo>
                      <a:pt x="1354" y="17299"/>
                      <a:pt x="1288" y="17397"/>
                      <a:pt x="1224" y="17497"/>
                    </a:cubicBezTo>
                    <a:cubicBezTo>
                      <a:pt x="269" y="18996"/>
                      <a:pt x="1" y="20845"/>
                      <a:pt x="501" y="22570"/>
                    </a:cubicBezTo>
                    <a:lnTo>
                      <a:pt x="1139" y="24772"/>
                    </a:lnTo>
                    <a:lnTo>
                      <a:pt x="1277" y="25247"/>
                    </a:lnTo>
                    <a:cubicBezTo>
                      <a:pt x="1387" y="25629"/>
                      <a:pt x="1474" y="26014"/>
                      <a:pt x="1536" y="26404"/>
                    </a:cubicBezTo>
                    <a:cubicBezTo>
                      <a:pt x="1608" y="26854"/>
                      <a:pt x="1647" y="27306"/>
                      <a:pt x="1655" y="27761"/>
                    </a:cubicBezTo>
                    <a:cubicBezTo>
                      <a:pt x="1657" y="27881"/>
                      <a:pt x="1657" y="28002"/>
                      <a:pt x="1655" y="28122"/>
                    </a:cubicBezTo>
                    <a:cubicBezTo>
                      <a:pt x="1652" y="28240"/>
                      <a:pt x="1649" y="28360"/>
                      <a:pt x="1642" y="28478"/>
                    </a:cubicBezTo>
                    <a:lnTo>
                      <a:pt x="4882" y="28478"/>
                    </a:lnTo>
                    <a:cubicBezTo>
                      <a:pt x="4736" y="28206"/>
                      <a:pt x="4591" y="27932"/>
                      <a:pt x="4452" y="27660"/>
                    </a:cubicBezTo>
                    <a:cubicBezTo>
                      <a:pt x="3825" y="26447"/>
                      <a:pt x="3277" y="25249"/>
                      <a:pt x="2912" y="24193"/>
                    </a:cubicBezTo>
                    <a:cubicBezTo>
                      <a:pt x="2616" y="23335"/>
                      <a:pt x="2441" y="22568"/>
                      <a:pt x="2441" y="21958"/>
                    </a:cubicBezTo>
                    <a:cubicBezTo>
                      <a:pt x="2441" y="20773"/>
                      <a:pt x="2925" y="19437"/>
                      <a:pt x="3624" y="18027"/>
                    </a:cubicBezTo>
                    <a:cubicBezTo>
                      <a:pt x="4707" y="15841"/>
                      <a:pt x="6303" y="13482"/>
                      <a:pt x="7402" y="11246"/>
                    </a:cubicBezTo>
                    <a:cubicBezTo>
                      <a:pt x="7780" y="10476"/>
                      <a:pt x="8101" y="9720"/>
                      <a:pt x="8318" y="8992"/>
                    </a:cubicBezTo>
                    <a:cubicBezTo>
                      <a:pt x="8390" y="8754"/>
                      <a:pt x="8450" y="8518"/>
                      <a:pt x="8500" y="8287"/>
                    </a:cubicBezTo>
                    <a:cubicBezTo>
                      <a:pt x="8653" y="7553"/>
                      <a:pt x="8690" y="6861"/>
                      <a:pt x="8645" y="6216"/>
                    </a:cubicBezTo>
                    <a:cubicBezTo>
                      <a:pt x="8476" y="3760"/>
                      <a:pt x="7122" y="2004"/>
                      <a:pt x="6528" y="1343"/>
                    </a:cubicBezTo>
                    <a:cubicBezTo>
                      <a:pt x="6363" y="1159"/>
                      <a:pt x="6321" y="896"/>
                      <a:pt x="6421" y="670"/>
                    </a:cubicBezTo>
                    <a:lnTo>
                      <a:pt x="5902" y="1"/>
                    </a:ln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Google Shape;1453;p36"/>
              <p:cNvSpPr/>
              <p:nvPr/>
            </p:nvSpPr>
            <p:spPr>
              <a:xfrm>
                <a:off x="5495436" y="771870"/>
                <a:ext cx="42326" cy="268661"/>
              </a:xfrm>
              <a:custGeom>
                <a:avLst/>
                <a:gdLst/>
                <a:ahLst/>
                <a:cxnLst/>
                <a:rect l="l" t="t" r="r" b="b"/>
                <a:pathLst>
                  <a:path w="1809" h="11469" extrusionOk="0">
                    <a:moveTo>
                      <a:pt x="1507" y="0"/>
                    </a:moveTo>
                    <a:cubicBezTo>
                      <a:pt x="1358" y="585"/>
                      <a:pt x="1091" y="1123"/>
                      <a:pt x="736" y="1589"/>
                    </a:cubicBezTo>
                    <a:lnTo>
                      <a:pt x="486" y="10778"/>
                    </a:lnTo>
                    <a:cubicBezTo>
                      <a:pt x="479" y="11121"/>
                      <a:pt x="267" y="11366"/>
                      <a:pt x="1" y="11468"/>
                    </a:cubicBezTo>
                    <a:lnTo>
                      <a:pt x="894" y="11133"/>
                    </a:lnTo>
                    <a:lnTo>
                      <a:pt x="1193" y="2195"/>
                    </a:lnTo>
                    <a:cubicBezTo>
                      <a:pt x="1203" y="1918"/>
                      <a:pt x="1431" y="1698"/>
                      <a:pt x="1708" y="1698"/>
                    </a:cubicBezTo>
                    <a:lnTo>
                      <a:pt x="1690" y="722"/>
                    </a:lnTo>
                    <a:lnTo>
                      <a:pt x="1809" y="582"/>
                    </a:lnTo>
                    <a:cubicBezTo>
                      <a:pt x="1751" y="418"/>
                      <a:pt x="1711" y="246"/>
                      <a:pt x="1691" y="66"/>
                    </a:cubicBezTo>
                    <a:lnTo>
                      <a:pt x="1561" y="215"/>
                    </a:lnTo>
                    <a:lnTo>
                      <a:pt x="1559" y="8"/>
                    </a:lnTo>
                    <a:cubicBezTo>
                      <a:pt x="1542" y="6"/>
                      <a:pt x="1525" y="4"/>
                      <a:pt x="1507" y="0"/>
                    </a:cubicBez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Google Shape;1454;p36"/>
              <p:cNvSpPr/>
              <p:nvPr/>
            </p:nvSpPr>
            <p:spPr>
              <a:xfrm>
                <a:off x="5495155" y="1040508"/>
                <a:ext cx="304" cy="94"/>
              </a:xfrm>
              <a:custGeom>
                <a:avLst/>
                <a:gdLst/>
                <a:ahLst/>
                <a:cxnLst/>
                <a:rect l="l" t="t" r="r" b="b"/>
                <a:pathLst>
                  <a:path w="13" h="4" extrusionOk="0">
                    <a:moveTo>
                      <a:pt x="0" y="3"/>
                    </a:moveTo>
                    <a:lnTo>
                      <a:pt x="0" y="3"/>
                    </a:lnTo>
                    <a:lnTo>
                      <a:pt x="13" y="0"/>
                    </a:lnTo>
                    <a:close/>
                  </a:path>
                </a:pathLst>
              </a:custGeom>
              <a:solidFill>
                <a:srgbClr val="753F5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Google Shape;1455;p36"/>
              <p:cNvSpPr/>
              <p:nvPr/>
            </p:nvSpPr>
            <p:spPr>
              <a:xfrm>
                <a:off x="5596981" y="851749"/>
                <a:ext cx="206974" cy="208740"/>
              </a:xfrm>
              <a:custGeom>
                <a:avLst/>
                <a:gdLst/>
                <a:ahLst/>
                <a:cxnLst/>
                <a:rect l="l" t="t" r="r" b="b"/>
                <a:pathLst>
                  <a:path w="8846" h="8911" extrusionOk="0">
                    <a:moveTo>
                      <a:pt x="8497" y="0"/>
                    </a:moveTo>
                    <a:lnTo>
                      <a:pt x="8238" y="2226"/>
                    </a:lnTo>
                    <a:lnTo>
                      <a:pt x="3521" y="8240"/>
                    </a:lnTo>
                    <a:lnTo>
                      <a:pt x="4057" y="4589"/>
                    </a:lnTo>
                    <a:cubicBezTo>
                      <a:pt x="4042" y="4586"/>
                      <a:pt x="4048" y="4588"/>
                      <a:pt x="4033" y="4584"/>
                    </a:cubicBezTo>
                    <a:lnTo>
                      <a:pt x="3017" y="8347"/>
                    </a:lnTo>
                    <a:lnTo>
                      <a:pt x="1" y="8911"/>
                    </a:lnTo>
                    <a:lnTo>
                      <a:pt x="1" y="8911"/>
                    </a:lnTo>
                    <a:lnTo>
                      <a:pt x="3042" y="8848"/>
                    </a:lnTo>
                    <a:cubicBezTo>
                      <a:pt x="3425" y="8840"/>
                      <a:pt x="3784" y="8655"/>
                      <a:pt x="4014" y="8349"/>
                    </a:cubicBezTo>
                    <a:lnTo>
                      <a:pt x="8559" y="2280"/>
                    </a:lnTo>
                    <a:lnTo>
                      <a:pt x="8845" y="84"/>
                    </a:lnTo>
                    <a:cubicBezTo>
                      <a:pt x="8727" y="60"/>
                      <a:pt x="8610" y="31"/>
                      <a:pt x="8497" y="0"/>
                    </a:cubicBez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Google Shape;1456;p36"/>
              <p:cNvSpPr/>
              <p:nvPr/>
            </p:nvSpPr>
            <p:spPr>
              <a:xfrm>
                <a:off x="5538276" y="913334"/>
                <a:ext cx="120310" cy="53714"/>
              </a:xfrm>
              <a:custGeom>
                <a:avLst/>
                <a:gdLst/>
                <a:ahLst/>
                <a:cxnLst/>
                <a:rect l="l" t="t" r="r" b="b"/>
                <a:pathLst>
                  <a:path w="5142" h="2293" extrusionOk="0">
                    <a:moveTo>
                      <a:pt x="5085" y="1"/>
                    </a:moveTo>
                    <a:lnTo>
                      <a:pt x="0" y="2292"/>
                    </a:lnTo>
                    <a:lnTo>
                      <a:pt x="4684" y="366"/>
                    </a:lnTo>
                    <a:lnTo>
                      <a:pt x="4920" y="545"/>
                    </a:lnTo>
                    <a:lnTo>
                      <a:pt x="5141" y="440"/>
                    </a:lnTo>
                    <a:cubicBezTo>
                      <a:pt x="5109" y="298"/>
                      <a:pt x="5089" y="151"/>
                      <a:pt x="5085" y="1"/>
                    </a:cubicBez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Google Shape;1457;p36"/>
              <p:cNvSpPr/>
              <p:nvPr/>
            </p:nvSpPr>
            <p:spPr>
              <a:xfrm>
                <a:off x="5404794" y="1101788"/>
                <a:ext cx="220896" cy="502021"/>
              </a:xfrm>
              <a:custGeom>
                <a:avLst/>
                <a:gdLst/>
                <a:ahLst/>
                <a:cxnLst/>
                <a:rect l="l" t="t" r="r" b="b"/>
                <a:pathLst>
                  <a:path w="9441" h="21431" extrusionOk="0">
                    <a:moveTo>
                      <a:pt x="9440" y="0"/>
                    </a:moveTo>
                    <a:cubicBezTo>
                      <a:pt x="9440" y="0"/>
                      <a:pt x="6574" y="17"/>
                      <a:pt x="5247" y="2892"/>
                    </a:cubicBezTo>
                    <a:cubicBezTo>
                      <a:pt x="4348" y="4840"/>
                      <a:pt x="3663" y="6723"/>
                      <a:pt x="3318" y="7734"/>
                    </a:cubicBezTo>
                    <a:cubicBezTo>
                      <a:pt x="3155" y="8207"/>
                      <a:pt x="2753" y="8558"/>
                      <a:pt x="2262" y="8652"/>
                    </a:cubicBezTo>
                    <a:lnTo>
                      <a:pt x="0" y="9089"/>
                    </a:lnTo>
                    <a:lnTo>
                      <a:pt x="1367" y="9333"/>
                    </a:lnTo>
                    <a:cubicBezTo>
                      <a:pt x="2226" y="9486"/>
                      <a:pt x="2748" y="10364"/>
                      <a:pt x="2475" y="11191"/>
                    </a:cubicBezTo>
                    <a:cubicBezTo>
                      <a:pt x="2136" y="12215"/>
                      <a:pt x="1787" y="13557"/>
                      <a:pt x="1837" y="14626"/>
                    </a:cubicBezTo>
                    <a:cubicBezTo>
                      <a:pt x="1932" y="16639"/>
                      <a:pt x="4337" y="21431"/>
                      <a:pt x="4337" y="21431"/>
                    </a:cubicBezTo>
                    <a:lnTo>
                      <a:pt x="6654" y="21431"/>
                    </a:lnTo>
                    <a:lnTo>
                      <a:pt x="6136" y="20332"/>
                    </a:lnTo>
                    <a:lnTo>
                      <a:pt x="4808" y="17518"/>
                    </a:lnTo>
                    <a:lnTo>
                      <a:pt x="3577" y="14911"/>
                    </a:lnTo>
                    <a:lnTo>
                      <a:pt x="3517" y="14784"/>
                    </a:lnTo>
                    <a:cubicBezTo>
                      <a:pt x="3144" y="13991"/>
                      <a:pt x="3041" y="13104"/>
                      <a:pt x="3215" y="12256"/>
                    </a:cubicBezTo>
                    <a:cubicBezTo>
                      <a:pt x="3250" y="12084"/>
                      <a:pt x="3297" y="11914"/>
                      <a:pt x="3355" y="11748"/>
                    </a:cubicBezTo>
                    <a:lnTo>
                      <a:pt x="5087" y="6769"/>
                    </a:lnTo>
                    <a:lnTo>
                      <a:pt x="6883" y="2199"/>
                    </a:lnTo>
                    <a:cubicBezTo>
                      <a:pt x="7429" y="1379"/>
                      <a:pt x="8170" y="694"/>
                      <a:pt x="9048" y="215"/>
                    </a:cubicBezTo>
                    <a:lnTo>
                      <a:pt x="9440" y="0"/>
                    </a:ln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58" name="Google Shape;1458;p36"/>
            <p:cNvSpPr/>
            <p:nvPr/>
          </p:nvSpPr>
          <p:spPr>
            <a:xfrm>
              <a:off x="3637540" y="713579"/>
              <a:ext cx="965405" cy="796587"/>
            </a:xfrm>
            <a:custGeom>
              <a:avLst/>
              <a:gdLst/>
              <a:ahLst/>
              <a:cxnLst/>
              <a:rect l="l" t="t" r="r" b="b"/>
              <a:pathLst>
                <a:path w="9054" h="7462" extrusionOk="0">
                  <a:moveTo>
                    <a:pt x="2640" y="0"/>
                  </a:moveTo>
                  <a:cubicBezTo>
                    <a:pt x="1183" y="1"/>
                    <a:pt x="1" y="1182"/>
                    <a:pt x="1" y="2640"/>
                  </a:cubicBezTo>
                  <a:cubicBezTo>
                    <a:pt x="1" y="3791"/>
                    <a:pt x="738" y="4770"/>
                    <a:pt x="1767" y="5130"/>
                  </a:cubicBezTo>
                  <a:cubicBezTo>
                    <a:pt x="1958" y="5199"/>
                    <a:pt x="2162" y="5245"/>
                    <a:pt x="2373" y="5266"/>
                  </a:cubicBezTo>
                  <a:cubicBezTo>
                    <a:pt x="2415" y="5269"/>
                    <a:pt x="2457" y="5273"/>
                    <a:pt x="2500" y="5276"/>
                  </a:cubicBezTo>
                  <a:cubicBezTo>
                    <a:pt x="2501" y="5292"/>
                    <a:pt x="2503" y="5309"/>
                    <a:pt x="2505" y="5324"/>
                  </a:cubicBezTo>
                  <a:cubicBezTo>
                    <a:pt x="2525" y="5503"/>
                    <a:pt x="2564" y="5674"/>
                    <a:pt x="2623" y="5840"/>
                  </a:cubicBezTo>
                  <a:cubicBezTo>
                    <a:pt x="2952" y="6785"/>
                    <a:pt x="3849" y="7461"/>
                    <a:pt x="4907" y="7461"/>
                  </a:cubicBezTo>
                  <a:cubicBezTo>
                    <a:pt x="6243" y="7461"/>
                    <a:pt x="7326" y="6378"/>
                    <a:pt x="7326" y="5042"/>
                  </a:cubicBezTo>
                  <a:cubicBezTo>
                    <a:pt x="7326" y="4903"/>
                    <a:pt x="7313" y="4766"/>
                    <a:pt x="7291" y="4633"/>
                  </a:cubicBezTo>
                  <a:cubicBezTo>
                    <a:pt x="8299" y="4410"/>
                    <a:pt x="9053" y="3511"/>
                    <a:pt x="9053" y="2437"/>
                  </a:cubicBezTo>
                  <a:cubicBezTo>
                    <a:pt x="9053" y="1195"/>
                    <a:pt x="8045" y="187"/>
                    <a:pt x="6803" y="187"/>
                  </a:cubicBezTo>
                  <a:cubicBezTo>
                    <a:pt x="5994" y="187"/>
                    <a:pt x="5285" y="614"/>
                    <a:pt x="4887" y="1255"/>
                  </a:cubicBezTo>
                  <a:cubicBezTo>
                    <a:pt x="4423" y="503"/>
                    <a:pt x="3590" y="0"/>
                    <a:pt x="2640" y="0"/>
                  </a:cubicBezTo>
                  <a:close/>
                </a:path>
              </a:pathLst>
            </a:custGeom>
            <a:solidFill>
              <a:srgbClr val="FFFFFF">
                <a:alpha val="1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Google Shape;1459;p36"/>
            <p:cNvSpPr/>
            <p:nvPr/>
          </p:nvSpPr>
          <p:spPr>
            <a:xfrm>
              <a:off x="4090355" y="901036"/>
              <a:ext cx="231168" cy="254498"/>
            </a:xfrm>
            <a:custGeom>
              <a:avLst/>
              <a:gdLst/>
              <a:ahLst/>
              <a:cxnLst/>
              <a:rect l="l" t="t" r="r" b="b"/>
              <a:pathLst>
                <a:path w="2168" h="2384" extrusionOk="0">
                  <a:moveTo>
                    <a:pt x="1086" y="0"/>
                  </a:moveTo>
                  <a:cubicBezTo>
                    <a:pt x="720" y="0"/>
                    <a:pt x="370" y="212"/>
                    <a:pt x="213" y="568"/>
                  </a:cubicBezTo>
                  <a:cubicBezTo>
                    <a:pt x="1" y="1050"/>
                    <a:pt x="454" y="2384"/>
                    <a:pt x="454" y="2384"/>
                  </a:cubicBezTo>
                  <a:cubicBezTo>
                    <a:pt x="454" y="2384"/>
                    <a:pt x="1744" y="1819"/>
                    <a:pt x="1957" y="1338"/>
                  </a:cubicBezTo>
                  <a:cubicBezTo>
                    <a:pt x="2168" y="856"/>
                    <a:pt x="1950" y="294"/>
                    <a:pt x="1470" y="81"/>
                  </a:cubicBezTo>
                  <a:cubicBezTo>
                    <a:pt x="1345" y="26"/>
                    <a:pt x="1214" y="0"/>
                    <a:pt x="1086" y="0"/>
                  </a:cubicBezTo>
                  <a:close/>
                </a:path>
              </a:pathLst>
            </a:custGeom>
            <a:solidFill>
              <a:srgbClr val="B4B73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60" name="Google Shape;1460;p36"/>
          <p:cNvGrpSpPr/>
          <p:nvPr/>
        </p:nvGrpSpPr>
        <p:grpSpPr>
          <a:xfrm>
            <a:off x="-1218112" y="4098700"/>
            <a:ext cx="10436575" cy="1197200"/>
            <a:chOff x="-646237" y="3946300"/>
            <a:chExt cx="10436575" cy="1197200"/>
          </a:xfrm>
        </p:grpSpPr>
        <p:grpSp>
          <p:nvGrpSpPr>
            <p:cNvPr id="1461" name="Google Shape;1461;p36"/>
            <p:cNvGrpSpPr/>
            <p:nvPr/>
          </p:nvGrpSpPr>
          <p:grpSpPr>
            <a:xfrm>
              <a:off x="-646237" y="4340034"/>
              <a:ext cx="10436575" cy="803466"/>
              <a:chOff x="0" y="4340034"/>
              <a:chExt cx="10436575" cy="803466"/>
            </a:xfrm>
          </p:grpSpPr>
          <p:sp>
            <p:nvSpPr>
              <p:cNvPr id="1462" name="Google Shape;1462;p36"/>
              <p:cNvSpPr/>
              <p:nvPr/>
            </p:nvSpPr>
            <p:spPr>
              <a:xfrm rot="10800000">
                <a:off x="2007684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Google Shape;1463;p36"/>
              <p:cNvSpPr/>
              <p:nvPr/>
            </p:nvSpPr>
            <p:spPr>
              <a:xfrm rot="10800000" flipH="1">
                <a:off x="0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Google Shape;1464;p36"/>
              <p:cNvSpPr/>
              <p:nvPr/>
            </p:nvSpPr>
            <p:spPr>
              <a:xfrm rot="10800000">
                <a:off x="5184834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Google Shape;1465;p36"/>
              <p:cNvSpPr/>
              <p:nvPr/>
            </p:nvSpPr>
            <p:spPr>
              <a:xfrm rot="10800000" flipH="1">
                <a:off x="3177150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Google Shape;1466;p36"/>
              <p:cNvSpPr/>
              <p:nvPr/>
            </p:nvSpPr>
            <p:spPr>
              <a:xfrm rot="10800000">
                <a:off x="8428909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Google Shape;1467;p36"/>
              <p:cNvSpPr/>
              <p:nvPr/>
            </p:nvSpPr>
            <p:spPr>
              <a:xfrm rot="10800000" flipH="1">
                <a:off x="6421225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8" name="Google Shape;1468;p36"/>
            <p:cNvGrpSpPr/>
            <p:nvPr/>
          </p:nvGrpSpPr>
          <p:grpSpPr>
            <a:xfrm>
              <a:off x="3964812" y="4033230"/>
              <a:ext cx="1307895" cy="575273"/>
              <a:chOff x="2161713" y="3315239"/>
              <a:chExt cx="607984" cy="267420"/>
            </a:xfrm>
          </p:grpSpPr>
          <p:sp>
            <p:nvSpPr>
              <p:cNvPr id="1469" name="Google Shape;1469;p36"/>
              <p:cNvSpPr/>
              <p:nvPr/>
            </p:nvSpPr>
            <p:spPr>
              <a:xfrm>
                <a:off x="2161713" y="3351361"/>
                <a:ext cx="191789" cy="231298"/>
              </a:xfrm>
              <a:custGeom>
                <a:avLst/>
                <a:gdLst/>
                <a:ahLst/>
                <a:cxnLst/>
                <a:rect l="l" t="t" r="r" b="b"/>
                <a:pathLst>
                  <a:path w="8197" h="9874" extrusionOk="0">
                    <a:moveTo>
                      <a:pt x="7172" y="1"/>
                    </a:moveTo>
                    <a:lnTo>
                      <a:pt x="7172" y="1"/>
                    </a:lnTo>
                    <a:cubicBezTo>
                      <a:pt x="4099" y="1599"/>
                      <a:pt x="3892" y="4964"/>
                      <a:pt x="3523" y="7464"/>
                    </a:cubicBezTo>
                    <a:cubicBezTo>
                      <a:pt x="3359" y="5580"/>
                      <a:pt x="2090" y="985"/>
                      <a:pt x="0" y="616"/>
                    </a:cubicBezTo>
                    <a:lnTo>
                      <a:pt x="0" y="616"/>
                    </a:lnTo>
                    <a:cubicBezTo>
                      <a:pt x="2705" y="2746"/>
                      <a:pt x="1844" y="9874"/>
                      <a:pt x="1844" y="9874"/>
                    </a:cubicBezTo>
                    <a:lnTo>
                      <a:pt x="7909" y="9874"/>
                    </a:lnTo>
                    <a:cubicBezTo>
                      <a:pt x="8196" y="7044"/>
                      <a:pt x="7172" y="3279"/>
                      <a:pt x="7172" y="3278"/>
                    </a:cubicBezTo>
                    <a:lnTo>
                      <a:pt x="7172" y="3278"/>
                    </a:lnTo>
                    <a:cubicBezTo>
                      <a:pt x="7172" y="3279"/>
                      <a:pt x="7295" y="6966"/>
                      <a:pt x="5819" y="7704"/>
                    </a:cubicBezTo>
                    <a:cubicBezTo>
                      <a:pt x="5123" y="6351"/>
                      <a:pt x="5328" y="2131"/>
                      <a:pt x="7172" y="1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Google Shape;1470;p36"/>
              <p:cNvSpPr/>
              <p:nvPr/>
            </p:nvSpPr>
            <p:spPr>
              <a:xfrm>
                <a:off x="2378304" y="3315239"/>
                <a:ext cx="217878" cy="267420"/>
              </a:xfrm>
              <a:custGeom>
                <a:avLst/>
                <a:gdLst/>
                <a:ahLst/>
                <a:cxnLst/>
                <a:rect l="l" t="t" r="r" b="b"/>
                <a:pathLst>
                  <a:path w="9312" h="11416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5510" y="2559"/>
                      <a:pt x="2346" y="11416"/>
                      <a:pt x="2346" y="11416"/>
                    </a:cubicBezTo>
                    <a:lnTo>
                      <a:pt x="7642" y="11416"/>
                    </a:lnTo>
                    <a:cubicBezTo>
                      <a:pt x="7642" y="11416"/>
                      <a:pt x="5118" y="3709"/>
                      <a:pt x="9312" y="1102"/>
                    </a:cubicBezTo>
                    <a:lnTo>
                      <a:pt x="9312" y="1102"/>
                    </a:lnTo>
                    <a:cubicBezTo>
                      <a:pt x="6368" y="1913"/>
                      <a:pt x="5407" y="4656"/>
                      <a:pt x="5300" y="9241"/>
                    </a:cubicBezTo>
                    <a:cubicBezTo>
                      <a:pt x="4768" y="2950"/>
                      <a:pt x="2098" y="533"/>
                      <a:pt x="1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Google Shape;1471;p36"/>
              <p:cNvSpPr/>
              <p:nvPr/>
            </p:nvSpPr>
            <p:spPr>
              <a:xfrm>
                <a:off x="2587220" y="3358716"/>
                <a:ext cx="182477" cy="223943"/>
              </a:xfrm>
              <a:custGeom>
                <a:avLst/>
                <a:gdLst/>
                <a:ahLst/>
                <a:cxnLst/>
                <a:rect l="l" t="t" r="r" b="b"/>
                <a:pathLst>
                  <a:path w="7799" h="9560" extrusionOk="0">
                    <a:moveTo>
                      <a:pt x="7799" y="0"/>
                    </a:moveTo>
                    <a:lnTo>
                      <a:pt x="7799" y="0"/>
                    </a:lnTo>
                    <a:cubicBezTo>
                      <a:pt x="6042" y="447"/>
                      <a:pt x="3806" y="2471"/>
                      <a:pt x="3360" y="7739"/>
                    </a:cubicBezTo>
                    <a:cubicBezTo>
                      <a:pt x="3271" y="3901"/>
                      <a:pt x="2466" y="1603"/>
                      <a:pt x="0" y="923"/>
                    </a:cubicBezTo>
                    <a:lnTo>
                      <a:pt x="0" y="923"/>
                    </a:lnTo>
                    <a:cubicBezTo>
                      <a:pt x="3513" y="3107"/>
                      <a:pt x="1399" y="9560"/>
                      <a:pt x="1399" y="9560"/>
                    </a:cubicBezTo>
                    <a:lnTo>
                      <a:pt x="5835" y="9560"/>
                    </a:lnTo>
                    <a:cubicBezTo>
                      <a:pt x="5835" y="9560"/>
                      <a:pt x="3186" y="2144"/>
                      <a:pt x="7799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Google Shape;1472;p36"/>
              <p:cNvSpPr/>
              <p:nvPr/>
            </p:nvSpPr>
            <p:spPr>
              <a:xfrm>
                <a:off x="2321682" y="3399054"/>
                <a:ext cx="152388" cy="183605"/>
              </a:xfrm>
              <a:custGeom>
                <a:avLst/>
                <a:gdLst/>
                <a:ahLst/>
                <a:cxnLst/>
                <a:rect l="l" t="t" r="r" b="b"/>
                <a:pathLst>
                  <a:path w="6513" h="7838" extrusionOk="0">
                    <a:moveTo>
                      <a:pt x="6513" y="0"/>
                    </a:moveTo>
                    <a:lnTo>
                      <a:pt x="6513" y="0"/>
                    </a:lnTo>
                    <a:cubicBezTo>
                      <a:pt x="2237" y="1667"/>
                      <a:pt x="2572" y="6951"/>
                      <a:pt x="2572" y="6951"/>
                    </a:cubicBezTo>
                    <a:cubicBezTo>
                      <a:pt x="2572" y="6951"/>
                      <a:pt x="1771" y="2944"/>
                      <a:pt x="3140" y="1174"/>
                    </a:cubicBezTo>
                    <a:lnTo>
                      <a:pt x="3140" y="1174"/>
                    </a:lnTo>
                    <a:cubicBezTo>
                      <a:pt x="1" y="2977"/>
                      <a:pt x="1069" y="7838"/>
                      <a:pt x="1069" y="7838"/>
                    </a:cubicBezTo>
                    <a:lnTo>
                      <a:pt x="1069" y="7837"/>
                    </a:lnTo>
                    <a:lnTo>
                      <a:pt x="5578" y="7837"/>
                    </a:lnTo>
                    <a:cubicBezTo>
                      <a:pt x="5578" y="7837"/>
                      <a:pt x="3707" y="3277"/>
                      <a:pt x="6513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Google Shape;1473;p36"/>
              <p:cNvSpPr/>
              <p:nvPr/>
            </p:nvSpPr>
            <p:spPr>
              <a:xfrm>
                <a:off x="2514150" y="3328451"/>
                <a:ext cx="164414" cy="254208"/>
              </a:xfrm>
              <a:custGeom>
                <a:avLst/>
                <a:gdLst/>
                <a:ahLst/>
                <a:cxnLst/>
                <a:rect l="l" t="t" r="r" b="b"/>
                <a:pathLst>
                  <a:path w="7027" h="10852" extrusionOk="0">
                    <a:moveTo>
                      <a:pt x="7027" y="0"/>
                    </a:moveTo>
                    <a:lnTo>
                      <a:pt x="7027" y="0"/>
                    </a:lnTo>
                    <a:cubicBezTo>
                      <a:pt x="3755" y="1988"/>
                      <a:pt x="2954" y="9623"/>
                      <a:pt x="2954" y="9623"/>
                    </a:cubicBezTo>
                    <a:cubicBezTo>
                      <a:pt x="2954" y="9623"/>
                      <a:pt x="1950" y="2100"/>
                      <a:pt x="1" y="1563"/>
                    </a:cubicBezTo>
                    <a:lnTo>
                      <a:pt x="1" y="1563"/>
                    </a:lnTo>
                    <a:cubicBezTo>
                      <a:pt x="2751" y="6649"/>
                      <a:pt x="831" y="10852"/>
                      <a:pt x="831" y="10852"/>
                    </a:cubicBezTo>
                    <a:lnTo>
                      <a:pt x="5468" y="10852"/>
                    </a:lnTo>
                    <a:cubicBezTo>
                      <a:pt x="5468" y="10852"/>
                      <a:pt x="2924" y="5144"/>
                      <a:pt x="7027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74" name="Google Shape;1474;p36"/>
            <p:cNvGrpSpPr/>
            <p:nvPr/>
          </p:nvGrpSpPr>
          <p:grpSpPr>
            <a:xfrm>
              <a:off x="218815" y="3946300"/>
              <a:ext cx="767639" cy="575285"/>
              <a:chOff x="1286413" y="3306853"/>
              <a:chExt cx="450519" cy="337648"/>
            </a:xfrm>
          </p:grpSpPr>
          <p:sp>
            <p:nvSpPr>
              <p:cNvPr id="1475" name="Google Shape;1475;p36"/>
              <p:cNvSpPr/>
              <p:nvPr/>
            </p:nvSpPr>
            <p:spPr>
              <a:xfrm>
                <a:off x="1357869" y="3306853"/>
                <a:ext cx="275108" cy="337625"/>
              </a:xfrm>
              <a:custGeom>
                <a:avLst/>
                <a:gdLst/>
                <a:ahLst/>
                <a:cxnLst/>
                <a:rect l="l" t="t" r="r" b="b"/>
                <a:pathLst>
                  <a:path w="11758" h="14413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6955" y="3231"/>
                      <a:pt x="2962" y="14412"/>
                      <a:pt x="2962" y="14412"/>
                    </a:cubicBezTo>
                    <a:lnTo>
                      <a:pt x="9648" y="14412"/>
                    </a:lnTo>
                    <a:cubicBezTo>
                      <a:pt x="9648" y="14412"/>
                      <a:pt x="6461" y="4682"/>
                      <a:pt x="11757" y="1391"/>
                    </a:cubicBezTo>
                    <a:lnTo>
                      <a:pt x="11757" y="1391"/>
                    </a:lnTo>
                    <a:cubicBezTo>
                      <a:pt x="8039" y="2415"/>
                      <a:pt x="6825" y="5880"/>
                      <a:pt x="6691" y="11668"/>
                    </a:cubicBezTo>
                    <a:cubicBezTo>
                      <a:pt x="6018" y="3724"/>
                      <a:pt x="2648" y="673"/>
                      <a:pt x="0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Google Shape;1476;p36"/>
              <p:cNvSpPr/>
              <p:nvPr/>
            </p:nvSpPr>
            <p:spPr>
              <a:xfrm>
                <a:off x="1286413" y="3412664"/>
                <a:ext cx="192374" cy="231814"/>
              </a:xfrm>
              <a:custGeom>
                <a:avLst/>
                <a:gdLst/>
                <a:ahLst/>
                <a:cxnLst/>
                <a:rect l="l" t="t" r="r" b="b"/>
                <a:pathLst>
                  <a:path w="8222" h="9896" extrusionOk="0">
                    <a:moveTo>
                      <a:pt x="8222" y="1"/>
                    </a:moveTo>
                    <a:lnTo>
                      <a:pt x="8222" y="1"/>
                    </a:lnTo>
                    <a:cubicBezTo>
                      <a:pt x="2825" y="2105"/>
                      <a:pt x="3247" y="8774"/>
                      <a:pt x="3247" y="8774"/>
                    </a:cubicBezTo>
                    <a:cubicBezTo>
                      <a:pt x="3247" y="8774"/>
                      <a:pt x="2235" y="3716"/>
                      <a:pt x="3963" y="1482"/>
                    </a:cubicBezTo>
                    <a:lnTo>
                      <a:pt x="3963" y="1482"/>
                    </a:lnTo>
                    <a:cubicBezTo>
                      <a:pt x="1" y="3758"/>
                      <a:pt x="1350" y="9895"/>
                      <a:pt x="1350" y="9895"/>
                    </a:cubicBezTo>
                    <a:lnTo>
                      <a:pt x="1350" y="9894"/>
                    </a:lnTo>
                    <a:lnTo>
                      <a:pt x="7041" y="9894"/>
                    </a:lnTo>
                    <a:cubicBezTo>
                      <a:pt x="7041" y="9894"/>
                      <a:pt x="4682" y="4138"/>
                      <a:pt x="8222" y="1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Google Shape;1477;p36"/>
              <p:cNvSpPr/>
              <p:nvPr/>
            </p:nvSpPr>
            <p:spPr>
              <a:xfrm>
                <a:off x="1529349" y="3323555"/>
                <a:ext cx="207583" cy="320946"/>
              </a:xfrm>
              <a:custGeom>
                <a:avLst/>
                <a:gdLst/>
                <a:ahLst/>
                <a:cxnLst/>
                <a:rect l="l" t="t" r="r" b="b"/>
                <a:pathLst>
                  <a:path w="8872" h="13701" extrusionOk="0">
                    <a:moveTo>
                      <a:pt x="8872" y="0"/>
                    </a:moveTo>
                    <a:lnTo>
                      <a:pt x="8872" y="0"/>
                    </a:lnTo>
                    <a:cubicBezTo>
                      <a:pt x="4741" y="2510"/>
                      <a:pt x="3730" y="12147"/>
                      <a:pt x="3730" y="12147"/>
                    </a:cubicBezTo>
                    <a:cubicBezTo>
                      <a:pt x="3730" y="12147"/>
                      <a:pt x="2463" y="2651"/>
                      <a:pt x="1" y="1973"/>
                    </a:cubicBezTo>
                    <a:lnTo>
                      <a:pt x="1" y="1973"/>
                    </a:lnTo>
                    <a:cubicBezTo>
                      <a:pt x="3473" y="8392"/>
                      <a:pt x="1049" y="13699"/>
                      <a:pt x="1049" y="13699"/>
                    </a:cubicBezTo>
                    <a:lnTo>
                      <a:pt x="6905" y="13700"/>
                    </a:lnTo>
                    <a:cubicBezTo>
                      <a:pt x="6905" y="13700"/>
                      <a:pt x="3693" y="6494"/>
                      <a:pt x="8872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78" name="Google Shape;1478;p36"/>
            <p:cNvGrpSpPr/>
            <p:nvPr/>
          </p:nvGrpSpPr>
          <p:grpSpPr>
            <a:xfrm>
              <a:off x="8251040" y="3946300"/>
              <a:ext cx="767639" cy="575285"/>
              <a:chOff x="1286413" y="3306853"/>
              <a:chExt cx="450519" cy="337648"/>
            </a:xfrm>
          </p:grpSpPr>
          <p:sp>
            <p:nvSpPr>
              <p:cNvPr id="1479" name="Google Shape;1479;p36"/>
              <p:cNvSpPr/>
              <p:nvPr/>
            </p:nvSpPr>
            <p:spPr>
              <a:xfrm>
                <a:off x="1357869" y="3306853"/>
                <a:ext cx="275108" cy="337625"/>
              </a:xfrm>
              <a:custGeom>
                <a:avLst/>
                <a:gdLst/>
                <a:ahLst/>
                <a:cxnLst/>
                <a:rect l="l" t="t" r="r" b="b"/>
                <a:pathLst>
                  <a:path w="11758" h="14413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6955" y="3231"/>
                      <a:pt x="2962" y="14412"/>
                      <a:pt x="2962" y="14412"/>
                    </a:cubicBezTo>
                    <a:lnTo>
                      <a:pt x="9648" y="14412"/>
                    </a:lnTo>
                    <a:cubicBezTo>
                      <a:pt x="9648" y="14412"/>
                      <a:pt x="6461" y="4682"/>
                      <a:pt x="11757" y="1391"/>
                    </a:cubicBezTo>
                    <a:lnTo>
                      <a:pt x="11757" y="1391"/>
                    </a:lnTo>
                    <a:cubicBezTo>
                      <a:pt x="8039" y="2415"/>
                      <a:pt x="6825" y="5880"/>
                      <a:pt x="6691" y="11668"/>
                    </a:cubicBezTo>
                    <a:cubicBezTo>
                      <a:pt x="6018" y="3724"/>
                      <a:pt x="2648" y="673"/>
                      <a:pt x="0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Google Shape;1480;p36"/>
              <p:cNvSpPr/>
              <p:nvPr/>
            </p:nvSpPr>
            <p:spPr>
              <a:xfrm>
                <a:off x="1286413" y="3412664"/>
                <a:ext cx="192374" cy="231814"/>
              </a:xfrm>
              <a:custGeom>
                <a:avLst/>
                <a:gdLst/>
                <a:ahLst/>
                <a:cxnLst/>
                <a:rect l="l" t="t" r="r" b="b"/>
                <a:pathLst>
                  <a:path w="8222" h="9896" extrusionOk="0">
                    <a:moveTo>
                      <a:pt x="8222" y="1"/>
                    </a:moveTo>
                    <a:lnTo>
                      <a:pt x="8222" y="1"/>
                    </a:lnTo>
                    <a:cubicBezTo>
                      <a:pt x="2825" y="2105"/>
                      <a:pt x="3247" y="8774"/>
                      <a:pt x="3247" y="8774"/>
                    </a:cubicBezTo>
                    <a:cubicBezTo>
                      <a:pt x="3247" y="8774"/>
                      <a:pt x="2235" y="3716"/>
                      <a:pt x="3963" y="1482"/>
                    </a:cubicBezTo>
                    <a:lnTo>
                      <a:pt x="3963" y="1482"/>
                    </a:lnTo>
                    <a:cubicBezTo>
                      <a:pt x="1" y="3758"/>
                      <a:pt x="1350" y="9895"/>
                      <a:pt x="1350" y="9895"/>
                    </a:cubicBezTo>
                    <a:lnTo>
                      <a:pt x="1350" y="9894"/>
                    </a:lnTo>
                    <a:lnTo>
                      <a:pt x="7041" y="9894"/>
                    </a:lnTo>
                    <a:cubicBezTo>
                      <a:pt x="7041" y="9894"/>
                      <a:pt x="4682" y="4138"/>
                      <a:pt x="8222" y="1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Google Shape;1481;p36"/>
              <p:cNvSpPr/>
              <p:nvPr/>
            </p:nvSpPr>
            <p:spPr>
              <a:xfrm>
                <a:off x="1529349" y="3323555"/>
                <a:ext cx="207583" cy="320946"/>
              </a:xfrm>
              <a:custGeom>
                <a:avLst/>
                <a:gdLst/>
                <a:ahLst/>
                <a:cxnLst/>
                <a:rect l="l" t="t" r="r" b="b"/>
                <a:pathLst>
                  <a:path w="8872" h="13701" extrusionOk="0">
                    <a:moveTo>
                      <a:pt x="8872" y="0"/>
                    </a:moveTo>
                    <a:lnTo>
                      <a:pt x="8872" y="0"/>
                    </a:lnTo>
                    <a:cubicBezTo>
                      <a:pt x="4741" y="2510"/>
                      <a:pt x="3730" y="12147"/>
                      <a:pt x="3730" y="12147"/>
                    </a:cubicBezTo>
                    <a:cubicBezTo>
                      <a:pt x="3730" y="12147"/>
                      <a:pt x="2463" y="2651"/>
                      <a:pt x="1" y="1973"/>
                    </a:cubicBezTo>
                    <a:lnTo>
                      <a:pt x="1" y="1973"/>
                    </a:lnTo>
                    <a:cubicBezTo>
                      <a:pt x="3473" y="8392"/>
                      <a:pt x="1049" y="13699"/>
                      <a:pt x="1049" y="13699"/>
                    </a:cubicBezTo>
                    <a:lnTo>
                      <a:pt x="6905" y="13700"/>
                    </a:lnTo>
                    <a:cubicBezTo>
                      <a:pt x="6905" y="13700"/>
                      <a:pt x="3693" y="6494"/>
                      <a:pt x="8872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atsi"/>
              <a:buNone/>
              <a:defRPr sz="3500">
                <a:solidFill>
                  <a:schemeClr val="dk1"/>
                </a:solidFill>
                <a:latin typeface="Alatsi"/>
                <a:ea typeface="Alatsi"/>
                <a:cs typeface="Alatsi"/>
                <a:sym typeface="Alats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atsi"/>
              <a:buNone/>
              <a:defRPr sz="3500">
                <a:solidFill>
                  <a:schemeClr val="dk1"/>
                </a:solidFill>
                <a:latin typeface="Alatsi"/>
                <a:ea typeface="Alatsi"/>
                <a:cs typeface="Alatsi"/>
                <a:sym typeface="Alats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atsi"/>
              <a:buNone/>
              <a:defRPr sz="3500">
                <a:solidFill>
                  <a:schemeClr val="dk1"/>
                </a:solidFill>
                <a:latin typeface="Alatsi"/>
                <a:ea typeface="Alatsi"/>
                <a:cs typeface="Alatsi"/>
                <a:sym typeface="Alats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atsi"/>
              <a:buNone/>
              <a:defRPr sz="3500">
                <a:solidFill>
                  <a:schemeClr val="dk1"/>
                </a:solidFill>
                <a:latin typeface="Alatsi"/>
                <a:ea typeface="Alatsi"/>
                <a:cs typeface="Alatsi"/>
                <a:sym typeface="Alats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atsi"/>
              <a:buNone/>
              <a:defRPr sz="3500">
                <a:solidFill>
                  <a:schemeClr val="dk1"/>
                </a:solidFill>
                <a:latin typeface="Alatsi"/>
                <a:ea typeface="Alatsi"/>
                <a:cs typeface="Alatsi"/>
                <a:sym typeface="Alats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atsi"/>
              <a:buNone/>
              <a:defRPr sz="3500">
                <a:solidFill>
                  <a:schemeClr val="dk1"/>
                </a:solidFill>
                <a:latin typeface="Alatsi"/>
                <a:ea typeface="Alatsi"/>
                <a:cs typeface="Alatsi"/>
                <a:sym typeface="Alats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atsi"/>
              <a:buNone/>
              <a:defRPr sz="3500">
                <a:solidFill>
                  <a:schemeClr val="dk1"/>
                </a:solidFill>
                <a:latin typeface="Alatsi"/>
                <a:ea typeface="Alatsi"/>
                <a:cs typeface="Alatsi"/>
                <a:sym typeface="Alats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atsi"/>
              <a:buNone/>
              <a:defRPr sz="3500">
                <a:solidFill>
                  <a:schemeClr val="dk1"/>
                </a:solidFill>
                <a:latin typeface="Alatsi"/>
                <a:ea typeface="Alatsi"/>
                <a:cs typeface="Alatsi"/>
                <a:sym typeface="Alats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atsi"/>
              <a:buNone/>
              <a:defRPr sz="3500">
                <a:solidFill>
                  <a:schemeClr val="dk1"/>
                </a:solidFill>
                <a:latin typeface="Alatsi"/>
                <a:ea typeface="Alatsi"/>
                <a:cs typeface="Alatsi"/>
                <a:sym typeface="Alats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○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■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○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■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○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■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6" r:id="rId3"/>
    <p:sldLayoutId id="2147483657" r:id="rId4"/>
    <p:sldLayoutId id="2147483658" r:id="rId5"/>
    <p:sldLayoutId id="2147483659" r:id="rId6"/>
    <p:sldLayoutId id="2147483677" r:id="rId7"/>
    <p:sldLayoutId id="2147483681" r:id="rId8"/>
    <p:sldLayoutId id="2147483682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50">
          <p15:clr>
            <a:srgbClr val="EA4335"/>
          </p15:clr>
        </p15:guide>
        <p15:guide id="2" orient="horz" pos="337">
          <p15:clr>
            <a:srgbClr val="EA4335"/>
          </p15:clr>
        </p15:guide>
        <p15:guide id="3" pos="5310">
          <p15:clr>
            <a:srgbClr val="EA4335"/>
          </p15:clr>
        </p15:guide>
        <p15:guide id="4" orient="horz" pos="2903">
          <p15:clr>
            <a:srgbClr val="EA4335"/>
          </p15:clr>
        </p15:guide>
        <p15:guide id="5" pos="2880">
          <p15:clr>
            <a:srgbClr val="EA4335"/>
          </p15:clr>
        </p15:guide>
        <p15:guide id="6" orient="horz" pos="726">
          <p15:clr>
            <a:srgbClr val="EA4335"/>
          </p15:clr>
        </p15:guide>
        <p15:guide id="7" orient="horz" pos="1816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3EF"/>
        </a:solidFill>
        <a:effectLst/>
      </p:bgPr>
    </p:bg>
    <p:spTree>
      <p:nvGrpSpPr>
        <p:cNvPr id="1" name="Shape 1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2" name="Google Shape;1492;p40"/>
          <p:cNvGrpSpPr/>
          <p:nvPr/>
        </p:nvGrpSpPr>
        <p:grpSpPr>
          <a:xfrm>
            <a:off x="-12" y="3708930"/>
            <a:ext cx="10360375" cy="1242270"/>
            <a:chOff x="76188" y="3708930"/>
            <a:chExt cx="10360375" cy="1242270"/>
          </a:xfrm>
        </p:grpSpPr>
        <p:grpSp>
          <p:nvGrpSpPr>
            <p:cNvPr id="1493" name="Google Shape;1493;p40"/>
            <p:cNvGrpSpPr/>
            <p:nvPr/>
          </p:nvGrpSpPr>
          <p:grpSpPr>
            <a:xfrm>
              <a:off x="76188" y="4147734"/>
              <a:ext cx="10360375" cy="803466"/>
              <a:chOff x="76200" y="4340034"/>
              <a:chExt cx="10360375" cy="803466"/>
            </a:xfrm>
          </p:grpSpPr>
          <p:sp>
            <p:nvSpPr>
              <p:cNvPr id="1494" name="Google Shape;1494;p40"/>
              <p:cNvSpPr/>
              <p:nvPr/>
            </p:nvSpPr>
            <p:spPr>
              <a:xfrm rot="10800000">
                <a:off x="2007684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Google Shape;1495;p40"/>
              <p:cNvSpPr/>
              <p:nvPr/>
            </p:nvSpPr>
            <p:spPr>
              <a:xfrm rot="10800000" flipH="1">
                <a:off x="76200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Google Shape;1496;p40"/>
              <p:cNvSpPr/>
              <p:nvPr/>
            </p:nvSpPr>
            <p:spPr>
              <a:xfrm rot="10800000">
                <a:off x="5184834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Google Shape;1497;p40"/>
              <p:cNvSpPr/>
              <p:nvPr/>
            </p:nvSpPr>
            <p:spPr>
              <a:xfrm rot="10800000" flipH="1">
                <a:off x="3177150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Google Shape;1498;p40"/>
              <p:cNvSpPr/>
              <p:nvPr/>
            </p:nvSpPr>
            <p:spPr>
              <a:xfrm rot="10800000">
                <a:off x="8428909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Google Shape;1499;p40"/>
              <p:cNvSpPr/>
              <p:nvPr/>
            </p:nvSpPr>
            <p:spPr>
              <a:xfrm rot="10800000" flipH="1">
                <a:off x="6421225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0" name="Google Shape;1500;p40"/>
            <p:cNvGrpSpPr/>
            <p:nvPr/>
          </p:nvGrpSpPr>
          <p:grpSpPr>
            <a:xfrm>
              <a:off x="6221512" y="3708930"/>
              <a:ext cx="1307895" cy="575273"/>
              <a:chOff x="2161713" y="3315239"/>
              <a:chExt cx="607984" cy="267420"/>
            </a:xfrm>
          </p:grpSpPr>
          <p:sp>
            <p:nvSpPr>
              <p:cNvPr id="1501" name="Google Shape;1501;p40"/>
              <p:cNvSpPr/>
              <p:nvPr/>
            </p:nvSpPr>
            <p:spPr>
              <a:xfrm>
                <a:off x="2161713" y="3351361"/>
                <a:ext cx="191789" cy="231298"/>
              </a:xfrm>
              <a:custGeom>
                <a:avLst/>
                <a:gdLst/>
                <a:ahLst/>
                <a:cxnLst/>
                <a:rect l="l" t="t" r="r" b="b"/>
                <a:pathLst>
                  <a:path w="8197" h="9874" extrusionOk="0">
                    <a:moveTo>
                      <a:pt x="7172" y="1"/>
                    </a:moveTo>
                    <a:lnTo>
                      <a:pt x="7172" y="1"/>
                    </a:lnTo>
                    <a:cubicBezTo>
                      <a:pt x="4099" y="1599"/>
                      <a:pt x="3892" y="4964"/>
                      <a:pt x="3523" y="7464"/>
                    </a:cubicBezTo>
                    <a:cubicBezTo>
                      <a:pt x="3359" y="5580"/>
                      <a:pt x="2090" y="985"/>
                      <a:pt x="0" y="616"/>
                    </a:cubicBezTo>
                    <a:lnTo>
                      <a:pt x="0" y="616"/>
                    </a:lnTo>
                    <a:cubicBezTo>
                      <a:pt x="2705" y="2746"/>
                      <a:pt x="1844" y="9874"/>
                      <a:pt x="1844" y="9874"/>
                    </a:cubicBezTo>
                    <a:lnTo>
                      <a:pt x="7909" y="9874"/>
                    </a:lnTo>
                    <a:cubicBezTo>
                      <a:pt x="8196" y="7044"/>
                      <a:pt x="7172" y="3279"/>
                      <a:pt x="7172" y="3278"/>
                    </a:cubicBezTo>
                    <a:lnTo>
                      <a:pt x="7172" y="3278"/>
                    </a:lnTo>
                    <a:cubicBezTo>
                      <a:pt x="7172" y="3279"/>
                      <a:pt x="7295" y="6966"/>
                      <a:pt x="5819" y="7704"/>
                    </a:cubicBezTo>
                    <a:cubicBezTo>
                      <a:pt x="5123" y="6351"/>
                      <a:pt x="5328" y="2131"/>
                      <a:pt x="7172" y="1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40"/>
              <p:cNvSpPr/>
              <p:nvPr/>
            </p:nvSpPr>
            <p:spPr>
              <a:xfrm>
                <a:off x="2378304" y="3315239"/>
                <a:ext cx="217878" cy="267420"/>
              </a:xfrm>
              <a:custGeom>
                <a:avLst/>
                <a:gdLst/>
                <a:ahLst/>
                <a:cxnLst/>
                <a:rect l="l" t="t" r="r" b="b"/>
                <a:pathLst>
                  <a:path w="9312" h="11416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5510" y="2559"/>
                      <a:pt x="2346" y="11416"/>
                      <a:pt x="2346" y="11416"/>
                    </a:cubicBezTo>
                    <a:lnTo>
                      <a:pt x="7642" y="11416"/>
                    </a:lnTo>
                    <a:cubicBezTo>
                      <a:pt x="7642" y="11416"/>
                      <a:pt x="5118" y="3709"/>
                      <a:pt x="9312" y="1102"/>
                    </a:cubicBezTo>
                    <a:lnTo>
                      <a:pt x="9312" y="1102"/>
                    </a:lnTo>
                    <a:cubicBezTo>
                      <a:pt x="6368" y="1913"/>
                      <a:pt x="5407" y="4656"/>
                      <a:pt x="5300" y="9241"/>
                    </a:cubicBezTo>
                    <a:cubicBezTo>
                      <a:pt x="4768" y="2950"/>
                      <a:pt x="2098" y="533"/>
                      <a:pt x="1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40"/>
              <p:cNvSpPr/>
              <p:nvPr/>
            </p:nvSpPr>
            <p:spPr>
              <a:xfrm>
                <a:off x="2587220" y="3358716"/>
                <a:ext cx="182477" cy="223943"/>
              </a:xfrm>
              <a:custGeom>
                <a:avLst/>
                <a:gdLst/>
                <a:ahLst/>
                <a:cxnLst/>
                <a:rect l="l" t="t" r="r" b="b"/>
                <a:pathLst>
                  <a:path w="7799" h="9560" extrusionOk="0">
                    <a:moveTo>
                      <a:pt x="7799" y="0"/>
                    </a:moveTo>
                    <a:lnTo>
                      <a:pt x="7799" y="0"/>
                    </a:lnTo>
                    <a:cubicBezTo>
                      <a:pt x="6042" y="447"/>
                      <a:pt x="3806" y="2471"/>
                      <a:pt x="3360" y="7739"/>
                    </a:cubicBezTo>
                    <a:cubicBezTo>
                      <a:pt x="3271" y="3901"/>
                      <a:pt x="2466" y="1603"/>
                      <a:pt x="0" y="923"/>
                    </a:cubicBezTo>
                    <a:lnTo>
                      <a:pt x="0" y="923"/>
                    </a:lnTo>
                    <a:cubicBezTo>
                      <a:pt x="3513" y="3107"/>
                      <a:pt x="1399" y="9560"/>
                      <a:pt x="1399" y="9560"/>
                    </a:cubicBezTo>
                    <a:lnTo>
                      <a:pt x="5835" y="9560"/>
                    </a:lnTo>
                    <a:cubicBezTo>
                      <a:pt x="5835" y="9560"/>
                      <a:pt x="3186" y="2144"/>
                      <a:pt x="7799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40"/>
              <p:cNvSpPr/>
              <p:nvPr/>
            </p:nvSpPr>
            <p:spPr>
              <a:xfrm>
                <a:off x="2321682" y="3399054"/>
                <a:ext cx="152388" cy="183605"/>
              </a:xfrm>
              <a:custGeom>
                <a:avLst/>
                <a:gdLst/>
                <a:ahLst/>
                <a:cxnLst/>
                <a:rect l="l" t="t" r="r" b="b"/>
                <a:pathLst>
                  <a:path w="6513" h="7838" extrusionOk="0">
                    <a:moveTo>
                      <a:pt x="6513" y="0"/>
                    </a:moveTo>
                    <a:lnTo>
                      <a:pt x="6513" y="0"/>
                    </a:lnTo>
                    <a:cubicBezTo>
                      <a:pt x="2237" y="1667"/>
                      <a:pt x="2572" y="6951"/>
                      <a:pt x="2572" y="6951"/>
                    </a:cubicBezTo>
                    <a:cubicBezTo>
                      <a:pt x="2572" y="6951"/>
                      <a:pt x="1771" y="2944"/>
                      <a:pt x="3140" y="1174"/>
                    </a:cubicBezTo>
                    <a:lnTo>
                      <a:pt x="3140" y="1174"/>
                    </a:lnTo>
                    <a:cubicBezTo>
                      <a:pt x="1" y="2977"/>
                      <a:pt x="1069" y="7838"/>
                      <a:pt x="1069" y="7838"/>
                    </a:cubicBezTo>
                    <a:lnTo>
                      <a:pt x="1069" y="7837"/>
                    </a:lnTo>
                    <a:lnTo>
                      <a:pt x="5578" y="7837"/>
                    </a:lnTo>
                    <a:cubicBezTo>
                      <a:pt x="5578" y="7837"/>
                      <a:pt x="3707" y="3277"/>
                      <a:pt x="6513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40"/>
              <p:cNvSpPr/>
              <p:nvPr/>
            </p:nvSpPr>
            <p:spPr>
              <a:xfrm>
                <a:off x="2514150" y="3328451"/>
                <a:ext cx="164414" cy="254208"/>
              </a:xfrm>
              <a:custGeom>
                <a:avLst/>
                <a:gdLst/>
                <a:ahLst/>
                <a:cxnLst/>
                <a:rect l="l" t="t" r="r" b="b"/>
                <a:pathLst>
                  <a:path w="7027" h="10852" extrusionOk="0">
                    <a:moveTo>
                      <a:pt x="7027" y="0"/>
                    </a:moveTo>
                    <a:lnTo>
                      <a:pt x="7027" y="0"/>
                    </a:lnTo>
                    <a:cubicBezTo>
                      <a:pt x="3755" y="1988"/>
                      <a:pt x="2954" y="9623"/>
                      <a:pt x="2954" y="9623"/>
                    </a:cubicBezTo>
                    <a:cubicBezTo>
                      <a:pt x="2954" y="9623"/>
                      <a:pt x="1950" y="2100"/>
                      <a:pt x="1" y="1563"/>
                    </a:cubicBezTo>
                    <a:lnTo>
                      <a:pt x="1" y="1563"/>
                    </a:lnTo>
                    <a:cubicBezTo>
                      <a:pt x="2751" y="6649"/>
                      <a:pt x="831" y="10852"/>
                      <a:pt x="831" y="10852"/>
                    </a:cubicBezTo>
                    <a:lnTo>
                      <a:pt x="5468" y="10852"/>
                    </a:lnTo>
                    <a:cubicBezTo>
                      <a:pt x="5468" y="10852"/>
                      <a:pt x="2924" y="5144"/>
                      <a:pt x="7027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06" name="Google Shape;1506;p40"/>
            <p:cNvGrpSpPr/>
            <p:nvPr/>
          </p:nvGrpSpPr>
          <p:grpSpPr>
            <a:xfrm>
              <a:off x="2631902" y="3737325"/>
              <a:ext cx="767639" cy="575285"/>
              <a:chOff x="1286413" y="3306853"/>
              <a:chExt cx="450519" cy="337648"/>
            </a:xfrm>
          </p:grpSpPr>
          <p:sp>
            <p:nvSpPr>
              <p:cNvPr id="1507" name="Google Shape;1507;p40"/>
              <p:cNvSpPr/>
              <p:nvPr/>
            </p:nvSpPr>
            <p:spPr>
              <a:xfrm>
                <a:off x="1357869" y="3306853"/>
                <a:ext cx="275108" cy="337625"/>
              </a:xfrm>
              <a:custGeom>
                <a:avLst/>
                <a:gdLst/>
                <a:ahLst/>
                <a:cxnLst/>
                <a:rect l="l" t="t" r="r" b="b"/>
                <a:pathLst>
                  <a:path w="11758" h="14413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6955" y="3231"/>
                      <a:pt x="2962" y="14412"/>
                      <a:pt x="2962" y="14412"/>
                    </a:cubicBezTo>
                    <a:lnTo>
                      <a:pt x="9648" y="14412"/>
                    </a:lnTo>
                    <a:cubicBezTo>
                      <a:pt x="9648" y="14412"/>
                      <a:pt x="6461" y="4682"/>
                      <a:pt x="11757" y="1391"/>
                    </a:cubicBezTo>
                    <a:lnTo>
                      <a:pt x="11757" y="1391"/>
                    </a:lnTo>
                    <a:cubicBezTo>
                      <a:pt x="8039" y="2415"/>
                      <a:pt x="6825" y="5880"/>
                      <a:pt x="6691" y="11668"/>
                    </a:cubicBezTo>
                    <a:cubicBezTo>
                      <a:pt x="6018" y="3724"/>
                      <a:pt x="2648" y="673"/>
                      <a:pt x="0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Google Shape;1508;p40"/>
              <p:cNvSpPr/>
              <p:nvPr/>
            </p:nvSpPr>
            <p:spPr>
              <a:xfrm>
                <a:off x="1286413" y="3412664"/>
                <a:ext cx="192374" cy="231814"/>
              </a:xfrm>
              <a:custGeom>
                <a:avLst/>
                <a:gdLst/>
                <a:ahLst/>
                <a:cxnLst/>
                <a:rect l="l" t="t" r="r" b="b"/>
                <a:pathLst>
                  <a:path w="8222" h="9896" extrusionOk="0">
                    <a:moveTo>
                      <a:pt x="8222" y="1"/>
                    </a:moveTo>
                    <a:lnTo>
                      <a:pt x="8222" y="1"/>
                    </a:lnTo>
                    <a:cubicBezTo>
                      <a:pt x="2825" y="2105"/>
                      <a:pt x="3247" y="8774"/>
                      <a:pt x="3247" y="8774"/>
                    </a:cubicBezTo>
                    <a:cubicBezTo>
                      <a:pt x="3247" y="8774"/>
                      <a:pt x="2235" y="3716"/>
                      <a:pt x="3963" y="1482"/>
                    </a:cubicBezTo>
                    <a:lnTo>
                      <a:pt x="3963" y="1482"/>
                    </a:lnTo>
                    <a:cubicBezTo>
                      <a:pt x="1" y="3758"/>
                      <a:pt x="1350" y="9895"/>
                      <a:pt x="1350" y="9895"/>
                    </a:cubicBezTo>
                    <a:lnTo>
                      <a:pt x="1350" y="9894"/>
                    </a:lnTo>
                    <a:lnTo>
                      <a:pt x="7041" y="9894"/>
                    </a:lnTo>
                    <a:cubicBezTo>
                      <a:pt x="7041" y="9894"/>
                      <a:pt x="4682" y="4138"/>
                      <a:pt x="8222" y="1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Google Shape;1509;p40"/>
              <p:cNvSpPr/>
              <p:nvPr/>
            </p:nvSpPr>
            <p:spPr>
              <a:xfrm>
                <a:off x="1529349" y="3323555"/>
                <a:ext cx="207583" cy="320946"/>
              </a:xfrm>
              <a:custGeom>
                <a:avLst/>
                <a:gdLst/>
                <a:ahLst/>
                <a:cxnLst/>
                <a:rect l="l" t="t" r="r" b="b"/>
                <a:pathLst>
                  <a:path w="8872" h="13701" extrusionOk="0">
                    <a:moveTo>
                      <a:pt x="8872" y="0"/>
                    </a:moveTo>
                    <a:lnTo>
                      <a:pt x="8872" y="0"/>
                    </a:lnTo>
                    <a:cubicBezTo>
                      <a:pt x="4741" y="2510"/>
                      <a:pt x="3730" y="12147"/>
                      <a:pt x="3730" y="12147"/>
                    </a:cubicBezTo>
                    <a:cubicBezTo>
                      <a:pt x="3730" y="12147"/>
                      <a:pt x="2463" y="2651"/>
                      <a:pt x="1" y="1973"/>
                    </a:cubicBezTo>
                    <a:lnTo>
                      <a:pt x="1" y="1973"/>
                    </a:lnTo>
                    <a:cubicBezTo>
                      <a:pt x="3473" y="8392"/>
                      <a:pt x="1049" y="13699"/>
                      <a:pt x="1049" y="13699"/>
                    </a:cubicBezTo>
                    <a:lnTo>
                      <a:pt x="6905" y="13700"/>
                    </a:lnTo>
                    <a:cubicBezTo>
                      <a:pt x="6905" y="13700"/>
                      <a:pt x="3693" y="6494"/>
                      <a:pt x="8872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510" name="Google Shape;1510;p40"/>
          <p:cNvSpPr txBox="1">
            <a:spLocks noGrp="1"/>
          </p:cNvSpPr>
          <p:nvPr>
            <p:ph type="ctrTitle"/>
          </p:nvPr>
        </p:nvSpPr>
        <p:spPr>
          <a:xfrm>
            <a:off x="3563100" y="545650"/>
            <a:ext cx="4865700" cy="251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US" sz="3200" b="1" dirty="0"/>
              <a:t>Gesture-Based Drone Control</a:t>
            </a:r>
            <a:br>
              <a:rPr lang="en-US" sz="3200" dirty="0"/>
            </a:br>
            <a:r>
              <a:rPr lang="en-US" sz="3200" i="1" dirty="0" err="1"/>
              <a:t>AeroMind</a:t>
            </a:r>
            <a:r>
              <a:rPr lang="en-US" sz="3200" i="1" dirty="0"/>
              <a:t> System</a:t>
            </a:r>
            <a:endParaRPr sz="3200" dirty="0"/>
          </a:p>
        </p:txBody>
      </p:sp>
      <p:sp>
        <p:nvSpPr>
          <p:cNvPr id="1511" name="Google Shape;1511;p40"/>
          <p:cNvSpPr txBox="1">
            <a:spLocks noGrp="1"/>
          </p:cNvSpPr>
          <p:nvPr>
            <p:ph type="subTitle" idx="1"/>
          </p:nvPr>
        </p:nvSpPr>
        <p:spPr>
          <a:xfrm>
            <a:off x="3563200" y="3147024"/>
            <a:ext cx="4865700" cy="83307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 </a:t>
            </a:r>
            <a:r>
              <a:rPr lang="en-US" dirty="0" err="1"/>
              <a:t>AeroMind</a:t>
            </a:r>
            <a:br>
              <a:rPr lang="en-US" dirty="0"/>
            </a:br>
            <a:r>
              <a:rPr lang="en-US" dirty="0"/>
              <a:t>University of Alabama at Birmingham</a:t>
            </a:r>
            <a:endParaRPr dirty="0">
              <a:latin typeface="Archivo"/>
              <a:ea typeface="Archivo"/>
              <a:cs typeface="Archivo"/>
              <a:sym typeface="Archivo"/>
            </a:endParaRPr>
          </a:p>
        </p:txBody>
      </p:sp>
      <p:grpSp>
        <p:nvGrpSpPr>
          <p:cNvPr id="1512" name="Google Shape;1512;p40"/>
          <p:cNvGrpSpPr/>
          <p:nvPr/>
        </p:nvGrpSpPr>
        <p:grpSpPr>
          <a:xfrm>
            <a:off x="102290" y="527532"/>
            <a:ext cx="2450065" cy="2803943"/>
            <a:chOff x="102290" y="527532"/>
            <a:chExt cx="2450065" cy="2803943"/>
          </a:xfrm>
        </p:grpSpPr>
        <p:grpSp>
          <p:nvGrpSpPr>
            <p:cNvPr id="1513" name="Google Shape;1513;p40"/>
            <p:cNvGrpSpPr/>
            <p:nvPr/>
          </p:nvGrpSpPr>
          <p:grpSpPr>
            <a:xfrm>
              <a:off x="201255" y="1440643"/>
              <a:ext cx="2351100" cy="1890832"/>
              <a:chOff x="74805" y="1836043"/>
              <a:chExt cx="2351100" cy="1890832"/>
            </a:xfrm>
          </p:grpSpPr>
          <p:sp>
            <p:nvSpPr>
              <p:cNvPr id="1514" name="Google Shape;1514;p40"/>
              <p:cNvSpPr/>
              <p:nvPr/>
            </p:nvSpPr>
            <p:spPr>
              <a:xfrm>
                <a:off x="550116" y="1836043"/>
                <a:ext cx="1400100" cy="214200"/>
              </a:xfrm>
              <a:prstGeom prst="ellipse">
                <a:avLst/>
              </a:pr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Google Shape;1515;p40"/>
              <p:cNvSpPr/>
              <p:nvPr/>
            </p:nvSpPr>
            <p:spPr>
              <a:xfrm>
                <a:off x="371278" y="2354720"/>
                <a:ext cx="1758300" cy="254400"/>
              </a:xfrm>
              <a:prstGeom prst="ellipse">
                <a:avLst/>
              </a:pr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Google Shape;1516;p40"/>
              <p:cNvSpPr/>
              <p:nvPr/>
            </p:nvSpPr>
            <p:spPr>
              <a:xfrm>
                <a:off x="205745" y="2913597"/>
                <a:ext cx="2089500" cy="254400"/>
              </a:xfrm>
              <a:prstGeom prst="ellipse">
                <a:avLst/>
              </a:pr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Google Shape;1517;p40"/>
              <p:cNvSpPr/>
              <p:nvPr/>
            </p:nvSpPr>
            <p:spPr>
              <a:xfrm>
                <a:off x="74805" y="3472475"/>
                <a:ext cx="2351100" cy="254400"/>
              </a:xfrm>
              <a:prstGeom prst="ellipse">
                <a:avLst/>
              </a:pr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18" name="Google Shape;1518;p40"/>
            <p:cNvGrpSpPr/>
            <p:nvPr/>
          </p:nvGrpSpPr>
          <p:grpSpPr>
            <a:xfrm>
              <a:off x="102290" y="527532"/>
              <a:ext cx="2296130" cy="608633"/>
              <a:chOff x="5929275" y="535002"/>
              <a:chExt cx="2136332" cy="566276"/>
            </a:xfrm>
          </p:grpSpPr>
          <p:sp>
            <p:nvSpPr>
              <p:cNvPr id="1519" name="Google Shape;1519;p40"/>
              <p:cNvSpPr/>
              <p:nvPr/>
            </p:nvSpPr>
            <p:spPr>
              <a:xfrm>
                <a:off x="6878418" y="1067968"/>
                <a:ext cx="773264" cy="33310"/>
              </a:xfrm>
              <a:custGeom>
                <a:avLst/>
                <a:gdLst/>
                <a:ahLst/>
                <a:cxnLst/>
                <a:rect l="l" t="t" r="r" b="b"/>
                <a:pathLst>
                  <a:path w="33049" h="1422" extrusionOk="0">
                    <a:moveTo>
                      <a:pt x="711" y="1"/>
                    </a:moveTo>
                    <a:cubicBezTo>
                      <a:pt x="318" y="1"/>
                      <a:pt x="0" y="319"/>
                      <a:pt x="0" y="712"/>
                    </a:cubicBezTo>
                    <a:cubicBezTo>
                      <a:pt x="0" y="1103"/>
                      <a:pt x="318" y="1421"/>
                      <a:pt x="711" y="1421"/>
                    </a:cubicBezTo>
                    <a:lnTo>
                      <a:pt x="32339" y="1421"/>
                    </a:lnTo>
                    <a:cubicBezTo>
                      <a:pt x="32731" y="1421"/>
                      <a:pt x="33049" y="1103"/>
                      <a:pt x="33049" y="712"/>
                    </a:cubicBezTo>
                    <a:cubicBezTo>
                      <a:pt x="33049" y="319"/>
                      <a:pt x="32731" y="1"/>
                      <a:pt x="3233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520" name="Google Shape;1520;p40"/>
              <p:cNvGrpSpPr/>
              <p:nvPr/>
            </p:nvGrpSpPr>
            <p:grpSpPr>
              <a:xfrm>
                <a:off x="6876827" y="921163"/>
                <a:ext cx="776516" cy="180115"/>
                <a:chOff x="6876827" y="921163"/>
                <a:chExt cx="776516" cy="180115"/>
              </a:xfrm>
            </p:grpSpPr>
            <p:sp>
              <p:nvSpPr>
                <p:cNvPr id="1521" name="Google Shape;1521;p40"/>
                <p:cNvSpPr/>
                <p:nvPr/>
              </p:nvSpPr>
              <p:spPr>
                <a:xfrm>
                  <a:off x="6876827" y="921163"/>
                  <a:ext cx="776516" cy="1801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188" h="7689" extrusionOk="0">
                      <a:moveTo>
                        <a:pt x="8890" y="1"/>
                      </a:moveTo>
                      <a:cubicBezTo>
                        <a:pt x="7500" y="1"/>
                        <a:pt x="6195" y="543"/>
                        <a:pt x="5211" y="1525"/>
                      </a:cubicBezTo>
                      <a:lnTo>
                        <a:pt x="277" y="6459"/>
                      </a:lnTo>
                      <a:cubicBezTo>
                        <a:pt x="1" y="6738"/>
                        <a:pt x="1" y="7187"/>
                        <a:pt x="277" y="7464"/>
                      </a:cubicBezTo>
                      <a:cubicBezTo>
                        <a:pt x="416" y="7602"/>
                        <a:pt x="598" y="7671"/>
                        <a:pt x="779" y="7671"/>
                      </a:cubicBezTo>
                      <a:cubicBezTo>
                        <a:pt x="961" y="7671"/>
                        <a:pt x="1143" y="7602"/>
                        <a:pt x="1281" y="7464"/>
                      </a:cubicBezTo>
                      <a:lnTo>
                        <a:pt x="6215" y="2530"/>
                      </a:lnTo>
                      <a:cubicBezTo>
                        <a:pt x="6929" y="1816"/>
                        <a:pt x="7879" y="1422"/>
                        <a:pt x="8889" y="1422"/>
                      </a:cubicBezTo>
                      <a:lnTo>
                        <a:pt x="24395" y="1422"/>
                      </a:lnTo>
                      <a:cubicBezTo>
                        <a:pt x="25331" y="1422"/>
                        <a:pt x="26210" y="1786"/>
                        <a:pt x="26871" y="2448"/>
                      </a:cubicBezTo>
                      <a:lnTo>
                        <a:pt x="31905" y="7481"/>
                      </a:lnTo>
                      <a:cubicBezTo>
                        <a:pt x="32043" y="7620"/>
                        <a:pt x="32225" y="7688"/>
                        <a:pt x="32407" y="7688"/>
                      </a:cubicBezTo>
                      <a:cubicBezTo>
                        <a:pt x="32589" y="7688"/>
                        <a:pt x="32771" y="7620"/>
                        <a:pt x="32911" y="7479"/>
                      </a:cubicBezTo>
                      <a:cubicBezTo>
                        <a:pt x="33188" y="7203"/>
                        <a:pt x="33188" y="6753"/>
                        <a:pt x="32911" y="6476"/>
                      </a:cubicBezTo>
                      <a:lnTo>
                        <a:pt x="27876" y="1442"/>
                      </a:lnTo>
                      <a:cubicBezTo>
                        <a:pt x="26947" y="512"/>
                        <a:pt x="25711" y="1"/>
                        <a:pt x="2439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22" name="Google Shape;1522;p40"/>
                <p:cNvSpPr/>
                <p:nvPr/>
              </p:nvSpPr>
              <p:spPr>
                <a:xfrm>
                  <a:off x="6876827" y="921163"/>
                  <a:ext cx="776516" cy="1801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188" h="7689" extrusionOk="0">
                      <a:moveTo>
                        <a:pt x="8890" y="1"/>
                      </a:moveTo>
                      <a:cubicBezTo>
                        <a:pt x="7500" y="1"/>
                        <a:pt x="6195" y="543"/>
                        <a:pt x="5211" y="1525"/>
                      </a:cubicBezTo>
                      <a:lnTo>
                        <a:pt x="277" y="6459"/>
                      </a:lnTo>
                      <a:cubicBezTo>
                        <a:pt x="1" y="6738"/>
                        <a:pt x="1" y="7187"/>
                        <a:pt x="277" y="7464"/>
                      </a:cubicBezTo>
                      <a:cubicBezTo>
                        <a:pt x="416" y="7602"/>
                        <a:pt x="598" y="7671"/>
                        <a:pt x="779" y="7671"/>
                      </a:cubicBezTo>
                      <a:cubicBezTo>
                        <a:pt x="961" y="7671"/>
                        <a:pt x="1143" y="7602"/>
                        <a:pt x="1281" y="7464"/>
                      </a:cubicBezTo>
                      <a:lnTo>
                        <a:pt x="6215" y="2530"/>
                      </a:lnTo>
                      <a:cubicBezTo>
                        <a:pt x="6929" y="1816"/>
                        <a:pt x="7879" y="1422"/>
                        <a:pt x="8889" y="1422"/>
                      </a:cubicBezTo>
                      <a:lnTo>
                        <a:pt x="24395" y="1422"/>
                      </a:lnTo>
                      <a:cubicBezTo>
                        <a:pt x="25331" y="1422"/>
                        <a:pt x="26210" y="1786"/>
                        <a:pt x="26871" y="2448"/>
                      </a:cubicBezTo>
                      <a:lnTo>
                        <a:pt x="31905" y="7481"/>
                      </a:lnTo>
                      <a:cubicBezTo>
                        <a:pt x="32043" y="7620"/>
                        <a:pt x="32225" y="7688"/>
                        <a:pt x="32407" y="7688"/>
                      </a:cubicBezTo>
                      <a:cubicBezTo>
                        <a:pt x="32589" y="7688"/>
                        <a:pt x="32771" y="7620"/>
                        <a:pt x="32911" y="7479"/>
                      </a:cubicBezTo>
                      <a:cubicBezTo>
                        <a:pt x="33188" y="7203"/>
                        <a:pt x="33188" y="6753"/>
                        <a:pt x="32911" y="6476"/>
                      </a:cubicBezTo>
                      <a:lnTo>
                        <a:pt x="27876" y="1442"/>
                      </a:lnTo>
                      <a:cubicBezTo>
                        <a:pt x="26947" y="512"/>
                        <a:pt x="25711" y="1"/>
                        <a:pt x="24397" y="1"/>
                      </a:cubicBezTo>
                      <a:close/>
                    </a:path>
                  </a:pathLst>
                </a:custGeom>
                <a:solidFill>
                  <a:srgbClr val="000000">
                    <a:alpha val="2024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523" name="Google Shape;1523;p40"/>
              <p:cNvSpPr/>
              <p:nvPr/>
            </p:nvSpPr>
            <p:spPr>
              <a:xfrm>
                <a:off x="6696245" y="603333"/>
                <a:ext cx="245627" cy="21059"/>
              </a:xfrm>
              <a:custGeom>
                <a:avLst/>
                <a:gdLst/>
                <a:ahLst/>
                <a:cxnLst/>
                <a:rect l="l" t="t" r="r" b="b"/>
                <a:pathLst>
                  <a:path w="10498" h="899" extrusionOk="0">
                    <a:moveTo>
                      <a:pt x="121" y="1"/>
                    </a:moveTo>
                    <a:cubicBezTo>
                      <a:pt x="55" y="1"/>
                      <a:pt x="0" y="56"/>
                      <a:pt x="0" y="123"/>
                    </a:cubicBezTo>
                    <a:cubicBezTo>
                      <a:pt x="1" y="181"/>
                      <a:pt x="43" y="231"/>
                      <a:pt x="101" y="241"/>
                    </a:cubicBezTo>
                    <a:lnTo>
                      <a:pt x="3767" y="821"/>
                    </a:lnTo>
                    <a:cubicBezTo>
                      <a:pt x="4097" y="873"/>
                      <a:pt x="4431" y="899"/>
                      <a:pt x="4764" y="899"/>
                    </a:cubicBezTo>
                    <a:lnTo>
                      <a:pt x="7523" y="899"/>
                    </a:lnTo>
                    <a:cubicBezTo>
                      <a:pt x="8565" y="899"/>
                      <a:pt x="9585" y="609"/>
                      <a:pt x="10471" y="60"/>
                    </a:cubicBezTo>
                    <a:cubicBezTo>
                      <a:pt x="10498" y="43"/>
                      <a:pt x="10486" y="1"/>
                      <a:pt x="1045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Google Shape;1524;p40"/>
              <p:cNvSpPr/>
              <p:nvPr/>
            </p:nvSpPr>
            <p:spPr>
              <a:xfrm>
                <a:off x="6680475" y="622448"/>
                <a:ext cx="350705" cy="198316"/>
              </a:xfrm>
              <a:custGeom>
                <a:avLst/>
                <a:gdLst/>
                <a:ahLst/>
                <a:cxnLst/>
                <a:rect l="l" t="t" r="r" b="b"/>
                <a:pathLst>
                  <a:path w="14989" h="8466" extrusionOk="0">
                    <a:moveTo>
                      <a:pt x="419" y="0"/>
                    </a:moveTo>
                    <a:cubicBezTo>
                      <a:pt x="200" y="0"/>
                      <a:pt x="0" y="177"/>
                      <a:pt x="0" y="419"/>
                    </a:cubicBezTo>
                    <a:lnTo>
                      <a:pt x="0" y="789"/>
                    </a:lnTo>
                    <a:cubicBezTo>
                      <a:pt x="0" y="945"/>
                      <a:pt x="88" y="1089"/>
                      <a:pt x="227" y="1161"/>
                    </a:cubicBezTo>
                    <a:lnTo>
                      <a:pt x="488" y="1294"/>
                    </a:lnTo>
                    <a:lnTo>
                      <a:pt x="14379" y="8419"/>
                    </a:lnTo>
                    <a:cubicBezTo>
                      <a:pt x="14442" y="8451"/>
                      <a:pt x="14507" y="8466"/>
                      <a:pt x="14570" y="8466"/>
                    </a:cubicBezTo>
                    <a:cubicBezTo>
                      <a:pt x="14711" y="8466"/>
                      <a:pt x="14844" y="8393"/>
                      <a:pt x="14921" y="8276"/>
                    </a:cubicBezTo>
                    <a:cubicBezTo>
                      <a:pt x="14963" y="8211"/>
                      <a:pt x="14989" y="8134"/>
                      <a:pt x="14989" y="8046"/>
                    </a:cubicBezTo>
                    <a:cubicBezTo>
                      <a:pt x="14989" y="7664"/>
                      <a:pt x="14774" y="7312"/>
                      <a:pt x="14433" y="7135"/>
                    </a:cubicBezTo>
                    <a:lnTo>
                      <a:pt x="1475" y="489"/>
                    </a:lnTo>
                    <a:lnTo>
                      <a:pt x="786" y="137"/>
                    </a:lnTo>
                    <a:lnTo>
                      <a:pt x="611" y="47"/>
                    </a:lnTo>
                    <a:cubicBezTo>
                      <a:pt x="548" y="15"/>
                      <a:pt x="483" y="0"/>
                      <a:pt x="41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Google Shape;1525;p40"/>
              <p:cNvSpPr/>
              <p:nvPr/>
            </p:nvSpPr>
            <p:spPr>
              <a:xfrm>
                <a:off x="6667373" y="610525"/>
                <a:ext cx="42958" cy="58258"/>
              </a:xfrm>
              <a:custGeom>
                <a:avLst/>
                <a:gdLst/>
                <a:ahLst/>
                <a:cxnLst/>
                <a:rect l="l" t="t" r="r" b="b"/>
                <a:pathLst>
                  <a:path w="1836" h="2487" extrusionOk="0">
                    <a:moveTo>
                      <a:pt x="226" y="0"/>
                    </a:moveTo>
                    <a:cubicBezTo>
                      <a:pt x="102" y="0"/>
                      <a:pt x="0" y="101"/>
                      <a:pt x="0" y="226"/>
                    </a:cubicBezTo>
                    <a:lnTo>
                      <a:pt x="0" y="2261"/>
                    </a:lnTo>
                    <a:cubicBezTo>
                      <a:pt x="0" y="2385"/>
                      <a:pt x="102" y="2486"/>
                      <a:pt x="226" y="2486"/>
                    </a:cubicBezTo>
                    <a:lnTo>
                      <a:pt x="1610" y="2486"/>
                    </a:lnTo>
                    <a:cubicBezTo>
                      <a:pt x="1735" y="2486"/>
                      <a:pt x="1835" y="2385"/>
                      <a:pt x="1835" y="2261"/>
                    </a:cubicBezTo>
                    <a:lnTo>
                      <a:pt x="1835" y="226"/>
                    </a:lnTo>
                    <a:cubicBezTo>
                      <a:pt x="1835" y="101"/>
                      <a:pt x="1735" y="1"/>
                      <a:pt x="161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40"/>
              <p:cNvSpPr/>
              <p:nvPr/>
            </p:nvSpPr>
            <p:spPr>
              <a:xfrm>
                <a:off x="6667373" y="610525"/>
                <a:ext cx="26392" cy="58258"/>
              </a:xfrm>
              <a:custGeom>
                <a:avLst/>
                <a:gdLst/>
                <a:ahLst/>
                <a:cxnLst/>
                <a:rect l="l" t="t" r="r" b="b"/>
                <a:pathLst>
                  <a:path w="1128" h="2487" extrusionOk="0">
                    <a:moveTo>
                      <a:pt x="226" y="0"/>
                    </a:moveTo>
                    <a:cubicBezTo>
                      <a:pt x="102" y="0"/>
                      <a:pt x="0" y="101"/>
                      <a:pt x="0" y="226"/>
                    </a:cubicBezTo>
                    <a:lnTo>
                      <a:pt x="0" y="2261"/>
                    </a:lnTo>
                    <a:cubicBezTo>
                      <a:pt x="0" y="2385"/>
                      <a:pt x="102" y="2486"/>
                      <a:pt x="226" y="2486"/>
                    </a:cubicBezTo>
                    <a:lnTo>
                      <a:pt x="902" y="2486"/>
                    </a:lnTo>
                    <a:cubicBezTo>
                      <a:pt x="1026" y="2486"/>
                      <a:pt x="1128" y="2385"/>
                      <a:pt x="1128" y="2261"/>
                    </a:cubicBezTo>
                    <a:lnTo>
                      <a:pt x="1128" y="226"/>
                    </a:lnTo>
                    <a:cubicBezTo>
                      <a:pt x="1128" y="101"/>
                      <a:pt x="1026" y="1"/>
                      <a:pt x="902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Google Shape;1527;p40"/>
              <p:cNvSpPr/>
              <p:nvPr/>
            </p:nvSpPr>
            <p:spPr>
              <a:xfrm>
                <a:off x="6673760" y="602349"/>
                <a:ext cx="30206" cy="8199"/>
              </a:xfrm>
              <a:custGeom>
                <a:avLst/>
                <a:gdLst/>
                <a:ahLst/>
                <a:cxnLst/>
                <a:rect l="l" t="t" r="r" b="b"/>
                <a:pathLst>
                  <a:path w="1291" h="350" extrusionOk="0">
                    <a:moveTo>
                      <a:pt x="0" y="0"/>
                    </a:moveTo>
                    <a:lnTo>
                      <a:pt x="0" y="349"/>
                    </a:lnTo>
                    <a:lnTo>
                      <a:pt x="1290" y="349"/>
                    </a:lnTo>
                    <a:lnTo>
                      <a:pt x="129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Google Shape;1528;p40"/>
              <p:cNvSpPr/>
              <p:nvPr/>
            </p:nvSpPr>
            <p:spPr>
              <a:xfrm>
                <a:off x="6667396" y="590121"/>
                <a:ext cx="42934" cy="12251"/>
              </a:xfrm>
              <a:custGeom>
                <a:avLst/>
                <a:gdLst/>
                <a:ahLst/>
                <a:cxnLst/>
                <a:rect l="l" t="t" r="r" b="b"/>
                <a:pathLst>
                  <a:path w="1835" h="523" extrusionOk="0">
                    <a:moveTo>
                      <a:pt x="79" y="0"/>
                    </a:moveTo>
                    <a:cubicBezTo>
                      <a:pt x="35" y="0"/>
                      <a:pt x="0" y="35"/>
                      <a:pt x="0" y="78"/>
                    </a:cubicBezTo>
                    <a:lnTo>
                      <a:pt x="0" y="445"/>
                    </a:lnTo>
                    <a:cubicBezTo>
                      <a:pt x="0" y="488"/>
                      <a:pt x="35" y="522"/>
                      <a:pt x="79" y="522"/>
                    </a:cubicBezTo>
                    <a:lnTo>
                      <a:pt x="1756" y="522"/>
                    </a:lnTo>
                    <a:cubicBezTo>
                      <a:pt x="1799" y="522"/>
                      <a:pt x="1834" y="488"/>
                      <a:pt x="1834" y="445"/>
                    </a:cubicBezTo>
                    <a:lnTo>
                      <a:pt x="1834" y="78"/>
                    </a:lnTo>
                    <a:cubicBezTo>
                      <a:pt x="1834" y="35"/>
                      <a:pt x="1799" y="0"/>
                      <a:pt x="175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Google Shape;1529;p40"/>
              <p:cNvSpPr/>
              <p:nvPr/>
            </p:nvSpPr>
            <p:spPr>
              <a:xfrm>
                <a:off x="6667396" y="590121"/>
                <a:ext cx="31657" cy="12251"/>
              </a:xfrm>
              <a:custGeom>
                <a:avLst/>
                <a:gdLst/>
                <a:ahLst/>
                <a:cxnLst/>
                <a:rect l="l" t="t" r="r" b="b"/>
                <a:pathLst>
                  <a:path w="1353" h="523" extrusionOk="0">
                    <a:moveTo>
                      <a:pt x="79" y="0"/>
                    </a:moveTo>
                    <a:cubicBezTo>
                      <a:pt x="35" y="0"/>
                      <a:pt x="0" y="35"/>
                      <a:pt x="0" y="78"/>
                    </a:cubicBezTo>
                    <a:lnTo>
                      <a:pt x="0" y="445"/>
                    </a:lnTo>
                    <a:cubicBezTo>
                      <a:pt x="0" y="488"/>
                      <a:pt x="35" y="522"/>
                      <a:pt x="79" y="522"/>
                    </a:cubicBezTo>
                    <a:lnTo>
                      <a:pt x="1274" y="522"/>
                    </a:lnTo>
                    <a:cubicBezTo>
                      <a:pt x="1317" y="522"/>
                      <a:pt x="1352" y="488"/>
                      <a:pt x="1352" y="445"/>
                    </a:cubicBezTo>
                    <a:lnTo>
                      <a:pt x="1352" y="78"/>
                    </a:lnTo>
                    <a:cubicBezTo>
                      <a:pt x="1352" y="35"/>
                      <a:pt x="1317" y="0"/>
                      <a:pt x="1274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Google Shape;1530;p40"/>
              <p:cNvSpPr/>
              <p:nvPr/>
            </p:nvSpPr>
            <p:spPr>
              <a:xfrm>
                <a:off x="6433913" y="603333"/>
                <a:ext cx="245674" cy="21059"/>
              </a:xfrm>
              <a:custGeom>
                <a:avLst/>
                <a:gdLst/>
                <a:ahLst/>
                <a:cxnLst/>
                <a:rect l="l" t="t" r="r" b="b"/>
                <a:pathLst>
                  <a:path w="10500" h="899" extrusionOk="0">
                    <a:moveTo>
                      <a:pt x="45" y="1"/>
                    </a:moveTo>
                    <a:cubicBezTo>
                      <a:pt x="13" y="1"/>
                      <a:pt x="1" y="43"/>
                      <a:pt x="28" y="60"/>
                    </a:cubicBezTo>
                    <a:cubicBezTo>
                      <a:pt x="914" y="609"/>
                      <a:pt x="1934" y="899"/>
                      <a:pt x="2977" y="899"/>
                    </a:cubicBezTo>
                    <a:lnTo>
                      <a:pt x="5736" y="899"/>
                    </a:lnTo>
                    <a:cubicBezTo>
                      <a:pt x="6069" y="899"/>
                      <a:pt x="6402" y="873"/>
                      <a:pt x="6732" y="821"/>
                    </a:cubicBezTo>
                    <a:lnTo>
                      <a:pt x="10398" y="241"/>
                    </a:lnTo>
                    <a:cubicBezTo>
                      <a:pt x="10455" y="231"/>
                      <a:pt x="10499" y="181"/>
                      <a:pt x="10499" y="123"/>
                    </a:cubicBezTo>
                    <a:cubicBezTo>
                      <a:pt x="10499" y="56"/>
                      <a:pt x="10444" y="1"/>
                      <a:pt x="1037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Google Shape;1531;p40"/>
              <p:cNvSpPr/>
              <p:nvPr/>
            </p:nvSpPr>
            <p:spPr>
              <a:xfrm>
                <a:off x="6710284" y="631490"/>
                <a:ext cx="319306" cy="189297"/>
              </a:xfrm>
              <a:custGeom>
                <a:avLst/>
                <a:gdLst/>
                <a:ahLst/>
                <a:cxnLst/>
                <a:rect l="l" t="t" r="r" b="b"/>
                <a:pathLst>
                  <a:path w="13647" h="8081" extrusionOk="0">
                    <a:moveTo>
                      <a:pt x="0" y="0"/>
                    </a:moveTo>
                    <a:lnTo>
                      <a:pt x="0" y="1312"/>
                    </a:lnTo>
                    <a:lnTo>
                      <a:pt x="13104" y="8034"/>
                    </a:lnTo>
                    <a:cubicBezTo>
                      <a:pt x="13166" y="8066"/>
                      <a:pt x="13232" y="8081"/>
                      <a:pt x="13294" y="8081"/>
                    </a:cubicBezTo>
                    <a:cubicBezTo>
                      <a:pt x="13436" y="8081"/>
                      <a:pt x="13569" y="8008"/>
                      <a:pt x="13646" y="7891"/>
                    </a:cubicBezTo>
                    <a:lnTo>
                      <a:pt x="1094" y="1557"/>
                    </a:lnTo>
                    <a:cubicBezTo>
                      <a:pt x="546" y="1280"/>
                      <a:pt x="200" y="718"/>
                      <a:pt x="200" y="103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Google Shape;1532;p40"/>
              <p:cNvSpPr/>
              <p:nvPr/>
            </p:nvSpPr>
            <p:spPr>
              <a:xfrm>
                <a:off x="7097442" y="603333"/>
                <a:ext cx="245650" cy="21059"/>
              </a:xfrm>
              <a:custGeom>
                <a:avLst/>
                <a:gdLst/>
                <a:ahLst/>
                <a:cxnLst/>
                <a:rect l="l" t="t" r="r" b="b"/>
                <a:pathLst>
                  <a:path w="10499" h="899" extrusionOk="0">
                    <a:moveTo>
                      <a:pt x="44" y="1"/>
                    </a:moveTo>
                    <a:cubicBezTo>
                      <a:pt x="12" y="1"/>
                      <a:pt x="0" y="43"/>
                      <a:pt x="27" y="60"/>
                    </a:cubicBezTo>
                    <a:cubicBezTo>
                      <a:pt x="913" y="609"/>
                      <a:pt x="1934" y="899"/>
                      <a:pt x="2976" y="899"/>
                    </a:cubicBezTo>
                    <a:lnTo>
                      <a:pt x="5734" y="899"/>
                    </a:lnTo>
                    <a:cubicBezTo>
                      <a:pt x="6068" y="899"/>
                      <a:pt x="6401" y="873"/>
                      <a:pt x="6730" y="821"/>
                    </a:cubicBezTo>
                    <a:lnTo>
                      <a:pt x="10397" y="241"/>
                    </a:lnTo>
                    <a:cubicBezTo>
                      <a:pt x="10455" y="231"/>
                      <a:pt x="10498" y="181"/>
                      <a:pt x="10498" y="123"/>
                    </a:cubicBezTo>
                    <a:cubicBezTo>
                      <a:pt x="10498" y="56"/>
                      <a:pt x="10444" y="1"/>
                      <a:pt x="1037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Google Shape;1533;p40"/>
              <p:cNvSpPr/>
              <p:nvPr/>
            </p:nvSpPr>
            <p:spPr>
              <a:xfrm>
                <a:off x="7008134" y="622448"/>
                <a:ext cx="350705" cy="198316"/>
              </a:xfrm>
              <a:custGeom>
                <a:avLst/>
                <a:gdLst/>
                <a:ahLst/>
                <a:cxnLst/>
                <a:rect l="l" t="t" r="r" b="b"/>
                <a:pathLst>
                  <a:path w="14989" h="8466" extrusionOk="0">
                    <a:moveTo>
                      <a:pt x="14570" y="0"/>
                    </a:moveTo>
                    <a:cubicBezTo>
                      <a:pt x="14507" y="0"/>
                      <a:pt x="14441" y="15"/>
                      <a:pt x="14379" y="47"/>
                    </a:cubicBezTo>
                    <a:lnTo>
                      <a:pt x="14203" y="137"/>
                    </a:lnTo>
                    <a:lnTo>
                      <a:pt x="13515" y="489"/>
                    </a:lnTo>
                    <a:lnTo>
                      <a:pt x="557" y="7135"/>
                    </a:lnTo>
                    <a:cubicBezTo>
                      <a:pt x="215" y="7312"/>
                      <a:pt x="0" y="7664"/>
                      <a:pt x="0" y="8046"/>
                    </a:cubicBezTo>
                    <a:cubicBezTo>
                      <a:pt x="0" y="8134"/>
                      <a:pt x="26" y="8211"/>
                      <a:pt x="69" y="8276"/>
                    </a:cubicBezTo>
                    <a:cubicBezTo>
                      <a:pt x="146" y="8393"/>
                      <a:pt x="279" y="8466"/>
                      <a:pt x="420" y="8466"/>
                    </a:cubicBezTo>
                    <a:cubicBezTo>
                      <a:pt x="484" y="8466"/>
                      <a:pt x="548" y="8451"/>
                      <a:pt x="611" y="8419"/>
                    </a:cubicBezTo>
                    <a:lnTo>
                      <a:pt x="14502" y="1294"/>
                    </a:lnTo>
                    <a:lnTo>
                      <a:pt x="14762" y="1161"/>
                    </a:lnTo>
                    <a:cubicBezTo>
                      <a:pt x="14902" y="1089"/>
                      <a:pt x="14989" y="945"/>
                      <a:pt x="14989" y="789"/>
                    </a:cubicBezTo>
                    <a:lnTo>
                      <a:pt x="14989" y="419"/>
                    </a:lnTo>
                    <a:cubicBezTo>
                      <a:pt x="14989" y="177"/>
                      <a:pt x="14790" y="0"/>
                      <a:pt x="1457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Google Shape;1534;p40"/>
              <p:cNvSpPr/>
              <p:nvPr/>
            </p:nvSpPr>
            <p:spPr>
              <a:xfrm>
                <a:off x="7329007" y="610525"/>
                <a:ext cx="42911" cy="58258"/>
              </a:xfrm>
              <a:custGeom>
                <a:avLst/>
                <a:gdLst/>
                <a:ahLst/>
                <a:cxnLst/>
                <a:rect l="l" t="t" r="r" b="b"/>
                <a:pathLst>
                  <a:path w="1834" h="2487" extrusionOk="0">
                    <a:moveTo>
                      <a:pt x="226" y="0"/>
                    </a:moveTo>
                    <a:cubicBezTo>
                      <a:pt x="101" y="1"/>
                      <a:pt x="0" y="101"/>
                      <a:pt x="0" y="226"/>
                    </a:cubicBezTo>
                    <a:lnTo>
                      <a:pt x="0" y="2261"/>
                    </a:lnTo>
                    <a:cubicBezTo>
                      <a:pt x="0" y="2385"/>
                      <a:pt x="100" y="2486"/>
                      <a:pt x="226" y="2486"/>
                    </a:cubicBezTo>
                    <a:lnTo>
                      <a:pt x="1608" y="2486"/>
                    </a:lnTo>
                    <a:cubicBezTo>
                      <a:pt x="1733" y="2486"/>
                      <a:pt x="1834" y="2385"/>
                      <a:pt x="1834" y="2261"/>
                    </a:cubicBezTo>
                    <a:lnTo>
                      <a:pt x="1834" y="226"/>
                    </a:lnTo>
                    <a:cubicBezTo>
                      <a:pt x="1834" y="101"/>
                      <a:pt x="1734" y="0"/>
                      <a:pt x="1608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Google Shape;1535;p40"/>
              <p:cNvSpPr/>
              <p:nvPr/>
            </p:nvSpPr>
            <p:spPr>
              <a:xfrm>
                <a:off x="7345573" y="610525"/>
                <a:ext cx="26392" cy="58258"/>
              </a:xfrm>
              <a:custGeom>
                <a:avLst/>
                <a:gdLst/>
                <a:ahLst/>
                <a:cxnLst/>
                <a:rect l="l" t="t" r="r" b="b"/>
                <a:pathLst>
                  <a:path w="1128" h="2487" extrusionOk="0">
                    <a:moveTo>
                      <a:pt x="226" y="0"/>
                    </a:moveTo>
                    <a:cubicBezTo>
                      <a:pt x="100" y="1"/>
                      <a:pt x="1" y="101"/>
                      <a:pt x="1" y="226"/>
                    </a:cubicBezTo>
                    <a:lnTo>
                      <a:pt x="1" y="2261"/>
                    </a:lnTo>
                    <a:cubicBezTo>
                      <a:pt x="1" y="2385"/>
                      <a:pt x="102" y="2486"/>
                      <a:pt x="226" y="2486"/>
                    </a:cubicBezTo>
                    <a:lnTo>
                      <a:pt x="902" y="2486"/>
                    </a:lnTo>
                    <a:cubicBezTo>
                      <a:pt x="1026" y="2486"/>
                      <a:pt x="1128" y="2385"/>
                      <a:pt x="1128" y="2261"/>
                    </a:cubicBezTo>
                    <a:lnTo>
                      <a:pt x="1128" y="226"/>
                    </a:lnTo>
                    <a:cubicBezTo>
                      <a:pt x="1128" y="101"/>
                      <a:pt x="1027" y="0"/>
                      <a:pt x="902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Google Shape;1536;p40"/>
              <p:cNvSpPr/>
              <p:nvPr/>
            </p:nvSpPr>
            <p:spPr>
              <a:xfrm>
                <a:off x="7335371" y="602373"/>
                <a:ext cx="30206" cy="8199"/>
              </a:xfrm>
              <a:custGeom>
                <a:avLst/>
                <a:gdLst/>
                <a:ahLst/>
                <a:cxnLst/>
                <a:rect l="l" t="t" r="r" b="b"/>
                <a:pathLst>
                  <a:path w="1291" h="350" extrusionOk="0">
                    <a:moveTo>
                      <a:pt x="1" y="1"/>
                    </a:moveTo>
                    <a:lnTo>
                      <a:pt x="1" y="349"/>
                    </a:lnTo>
                    <a:lnTo>
                      <a:pt x="1290" y="349"/>
                    </a:lnTo>
                    <a:lnTo>
                      <a:pt x="129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Google Shape;1537;p40"/>
              <p:cNvSpPr/>
              <p:nvPr/>
            </p:nvSpPr>
            <p:spPr>
              <a:xfrm>
                <a:off x="7329007" y="590121"/>
                <a:ext cx="42888" cy="12251"/>
              </a:xfrm>
              <a:custGeom>
                <a:avLst/>
                <a:gdLst/>
                <a:ahLst/>
                <a:cxnLst/>
                <a:rect l="l" t="t" r="r" b="b"/>
                <a:pathLst>
                  <a:path w="1833" h="523" extrusionOk="0">
                    <a:moveTo>
                      <a:pt x="78" y="0"/>
                    </a:moveTo>
                    <a:cubicBezTo>
                      <a:pt x="36" y="0"/>
                      <a:pt x="0" y="35"/>
                      <a:pt x="0" y="78"/>
                    </a:cubicBezTo>
                    <a:lnTo>
                      <a:pt x="0" y="445"/>
                    </a:lnTo>
                    <a:cubicBezTo>
                      <a:pt x="0" y="488"/>
                      <a:pt x="34" y="522"/>
                      <a:pt x="78" y="522"/>
                    </a:cubicBezTo>
                    <a:lnTo>
                      <a:pt x="1755" y="522"/>
                    </a:lnTo>
                    <a:cubicBezTo>
                      <a:pt x="1798" y="522"/>
                      <a:pt x="1833" y="488"/>
                      <a:pt x="1833" y="445"/>
                    </a:cubicBezTo>
                    <a:lnTo>
                      <a:pt x="1833" y="78"/>
                    </a:lnTo>
                    <a:cubicBezTo>
                      <a:pt x="1833" y="35"/>
                      <a:pt x="1798" y="0"/>
                      <a:pt x="175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Google Shape;1538;p40"/>
              <p:cNvSpPr/>
              <p:nvPr/>
            </p:nvSpPr>
            <p:spPr>
              <a:xfrm>
                <a:off x="7340262" y="590121"/>
                <a:ext cx="31633" cy="12251"/>
              </a:xfrm>
              <a:custGeom>
                <a:avLst/>
                <a:gdLst/>
                <a:ahLst/>
                <a:cxnLst/>
                <a:rect l="l" t="t" r="r" b="b"/>
                <a:pathLst>
                  <a:path w="1352" h="523" extrusionOk="0">
                    <a:moveTo>
                      <a:pt x="79" y="0"/>
                    </a:moveTo>
                    <a:cubicBezTo>
                      <a:pt x="37" y="0"/>
                      <a:pt x="0" y="35"/>
                      <a:pt x="0" y="78"/>
                    </a:cubicBezTo>
                    <a:lnTo>
                      <a:pt x="0" y="445"/>
                    </a:lnTo>
                    <a:cubicBezTo>
                      <a:pt x="0" y="488"/>
                      <a:pt x="35" y="522"/>
                      <a:pt x="79" y="522"/>
                    </a:cubicBezTo>
                    <a:lnTo>
                      <a:pt x="1274" y="522"/>
                    </a:lnTo>
                    <a:cubicBezTo>
                      <a:pt x="1317" y="522"/>
                      <a:pt x="1352" y="488"/>
                      <a:pt x="1352" y="445"/>
                    </a:cubicBezTo>
                    <a:lnTo>
                      <a:pt x="1352" y="78"/>
                    </a:lnTo>
                    <a:cubicBezTo>
                      <a:pt x="1352" y="35"/>
                      <a:pt x="1317" y="0"/>
                      <a:pt x="1274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Google Shape;1539;p40"/>
              <p:cNvSpPr/>
              <p:nvPr/>
            </p:nvSpPr>
            <p:spPr>
              <a:xfrm>
                <a:off x="7359728" y="603333"/>
                <a:ext cx="245650" cy="21059"/>
              </a:xfrm>
              <a:custGeom>
                <a:avLst/>
                <a:gdLst/>
                <a:ahLst/>
                <a:cxnLst/>
                <a:rect l="l" t="t" r="r" b="b"/>
                <a:pathLst>
                  <a:path w="10499" h="899" extrusionOk="0">
                    <a:moveTo>
                      <a:pt x="122" y="1"/>
                    </a:moveTo>
                    <a:cubicBezTo>
                      <a:pt x="54" y="1"/>
                      <a:pt x="1" y="56"/>
                      <a:pt x="1" y="123"/>
                    </a:cubicBezTo>
                    <a:cubicBezTo>
                      <a:pt x="2" y="181"/>
                      <a:pt x="44" y="231"/>
                      <a:pt x="102" y="241"/>
                    </a:cubicBezTo>
                    <a:lnTo>
                      <a:pt x="3769" y="821"/>
                    </a:lnTo>
                    <a:cubicBezTo>
                      <a:pt x="4098" y="873"/>
                      <a:pt x="4431" y="899"/>
                      <a:pt x="4765" y="899"/>
                    </a:cubicBezTo>
                    <a:lnTo>
                      <a:pt x="7523" y="899"/>
                    </a:lnTo>
                    <a:cubicBezTo>
                      <a:pt x="8565" y="899"/>
                      <a:pt x="9586" y="609"/>
                      <a:pt x="10472" y="60"/>
                    </a:cubicBezTo>
                    <a:cubicBezTo>
                      <a:pt x="10498" y="43"/>
                      <a:pt x="10487" y="1"/>
                      <a:pt x="1045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Google Shape;1540;p40"/>
              <p:cNvSpPr/>
              <p:nvPr/>
            </p:nvSpPr>
            <p:spPr>
              <a:xfrm>
                <a:off x="7009748" y="631490"/>
                <a:ext cx="319306" cy="189297"/>
              </a:xfrm>
              <a:custGeom>
                <a:avLst/>
                <a:gdLst/>
                <a:ahLst/>
                <a:cxnLst/>
                <a:rect l="l" t="t" r="r" b="b"/>
                <a:pathLst>
                  <a:path w="13647" h="8081" extrusionOk="0">
                    <a:moveTo>
                      <a:pt x="13646" y="0"/>
                    </a:moveTo>
                    <a:lnTo>
                      <a:pt x="13446" y="103"/>
                    </a:lnTo>
                    <a:cubicBezTo>
                      <a:pt x="13446" y="718"/>
                      <a:pt x="13099" y="1280"/>
                      <a:pt x="12551" y="1557"/>
                    </a:cubicBezTo>
                    <a:lnTo>
                      <a:pt x="0" y="7891"/>
                    </a:lnTo>
                    <a:cubicBezTo>
                      <a:pt x="77" y="8008"/>
                      <a:pt x="210" y="8081"/>
                      <a:pt x="351" y="8081"/>
                    </a:cubicBezTo>
                    <a:cubicBezTo>
                      <a:pt x="415" y="8081"/>
                      <a:pt x="479" y="8066"/>
                      <a:pt x="542" y="8034"/>
                    </a:cubicBezTo>
                    <a:lnTo>
                      <a:pt x="13646" y="1312"/>
                    </a:lnTo>
                    <a:lnTo>
                      <a:pt x="13646" y="0"/>
                    </a:ln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40"/>
              <p:cNvSpPr/>
              <p:nvPr/>
            </p:nvSpPr>
            <p:spPr>
              <a:xfrm>
                <a:off x="6804997" y="705419"/>
                <a:ext cx="866737" cy="271871"/>
              </a:xfrm>
              <a:custGeom>
                <a:avLst/>
                <a:gdLst/>
                <a:ahLst/>
                <a:cxnLst/>
                <a:rect l="l" t="t" r="r" b="b"/>
                <a:pathLst>
                  <a:path w="37044" h="11606" extrusionOk="0">
                    <a:moveTo>
                      <a:pt x="2759" y="0"/>
                    </a:moveTo>
                    <a:cubicBezTo>
                      <a:pt x="1235" y="0"/>
                      <a:pt x="0" y="1236"/>
                      <a:pt x="0" y="2759"/>
                    </a:cubicBezTo>
                    <a:lnTo>
                      <a:pt x="0" y="5770"/>
                    </a:lnTo>
                    <a:cubicBezTo>
                      <a:pt x="0" y="8993"/>
                      <a:pt x="2613" y="11605"/>
                      <a:pt x="5835" y="11605"/>
                    </a:cubicBezTo>
                    <a:lnTo>
                      <a:pt x="23230" y="11605"/>
                    </a:lnTo>
                    <a:cubicBezTo>
                      <a:pt x="25218" y="11605"/>
                      <a:pt x="27186" y="11214"/>
                      <a:pt x="29022" y="10452"/>
                    </a:cubicBezTo>
                    <a:lnTo>
                      <a:pt x="35520" y="7757"/>
                    </a:lnTo>
                    <a:cubicBezTo>
                      <a:pt x="36442" y="7375"/>
                      <a:pt x="37043" y="6475"/>
                      <a:pt x="37043" y="5478"/>
                    </a:cubicBezTo>
                    <a:cubicBezTo>
                      <a:pt x="37043" y="4503"/>
                      <a:pt x="36521" y="3601"/>
                      <a:pt x="35674" y="3114"/>
                    </a:cubicBezTo>
                    <a:lnTo>
                      <a:pt x="32841" y="1484"/>
                    </a:lnTo>
                    <a:cubicBezTo>
                      <a:pt x="31150" y="513"/>
                      <a:pt x="29232" y="0"/>
                      <a:pt x="2728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542" name="Google Shape;1542;p40"/>
              <p:cNvGrpSpPr/>
              <p:nvPr/>
            </p:nvGrpSpPr>
            <p:grpSpPr>
              <a:xfrm>
                <a:off x="6586301" y="705419"/>
                <a:ext cx="866784" cy="271871"/>
                <a:chOff x="6586301" y="705419"/>
                <a:chExt cx="866784" cy="271871"/>
              </a:xfrm>
            </p:grpSpPr>
            <p:sp>
              <p:nvSpPr>
                <p:cNvPr id="1543" name="Google Shape;1543;p40"/>
                <p:cNvSpPr/>
                <p:nvPr/>
              </p:nvSpPr>
              <p:spPr>
                <a:xfrm>
                  <a:off x="6586301" y="705419"/>
                  <a:ext cx="866784" cy="27187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046" h="11606" extrusionOk="0">
                      <a:moveTo>
                        <a:pt x="2759" y="0"/>
                      </a:moveTo>
                      <a:cubicBezTo>
                        <a:pt x="1235" y="0"/>
                        <a:pt x="0" y="1236"/>
                        <a:pt x="0" y="2759"/>
                      </a:cubicBezTo>
                      <a:lnTo>
                        <a:pt x="0" y="5770"/>
                      </a:lnTo>
                      <a:cubicBezTo>
                        <a:pt x="0" y="8993"/>
                        <a:pt x="2613" y="11605"/>
                        <a:pt x="5835" y="11605"/>
                      </a:cubicBezTo>
                      <a:lnTo>
                        <a:pt x="22557" y="11605"/>
                      </a:lnTo>
                      <a:cubicBezTo>
                        <a:pt x="24990" y="11605"/>
                        <a:pt x="27398" y="11126"/>
                        <a:pt x="29646" y="10194"/>
                      </a:cubicBezTo>
                      <a:lnTo>
                        <a:pt x="35521" y="7757"/>
                      </a:lnTo>
                      <a:cubicBezTo>
                        <a:pt x="36443" y="7375"/>
                        <a:pt x="37045" y="6475"/>
                        <a:pt x="37045" y="5478"/>
                      </a:cubicBezTo>
                      <a:cubicBezTo>
                        <a:pt x="37043" y="4503"/>
                        <a:pt x="36522" y="3601"/>
                        <a:pt x="35674" y="3114"/>
                      </a:cubicBezTo>
                      <a:lnTo>
                        <a:pt x="32841" y="1484"/>
                      </a:lnTo>
                      <a:cubicBezTo>
                        <a:pt x="31150" y="513"/>
                        <a:pt x="29233" y="0"/>
                        <a:pt x="2728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44" name="Google Shape;1544;p40"/>
                <p:cNvSpPr/>
                <p:nvPr/>
              </p:nvSpPr>
              <p:spPr>
                <a:xfrm>
                  <a:off x="6586301" y="705419"/>
                  <a:ext cx="866784" cy="27187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046" h="11606" extrusionOk="0">
                      <a:moveTo>
                        <a:pt x="2759" y="0"/>
                      </a:moveTo>
                      <a:cubicBezTo>
                        <a:pt x="1235" y="0"/>
                        <a:pt x="0" y="1236"/>
                        <a:pt x="0" y="2759"/>
                      </a:cubicBezTo>
                      <a:lnTo>
                        <a:pt x="0" y="5770"/>
                      </a:lnTo>
                      <a:cubicBezTo>
                        <a:pt x="0" y="8993"/>
                        <a:pt x="2613" y="11605"/>
                        <a:pt x="5835" y="11605"/>
                      </a:cubicBezTo>
                      <a:lnTo>
                        <a:pt x="22557" y="11605"/>
                      </a:lnTo>
                      <a:cubicBezTo>
                        <a:pt x="24990" y="11605"/>
                        <a:pt x="27398" y="11126"/>
                        <a:pt x="29646" y="10194"/>
                      </a:cubicBezTo>
                      <a:lnTo>
                        <a:pt x="35521" y="7757"/>
                      </a:lnTo>
                      <a:cubicBezTo>
                        <a:pt x="36443" y="7375"/>
                        <a:pt x="37045" y="6475"/>
                        <a:pt x="37045" y="5478"/>
                      </a:cubicBezTo>
                      <a:cubicBezTo>
                        <a:pt x="37043" y="4503"/>
                        <a:pt x="36522" y="3601"/>
                        <a:pt x="35674" y="3114"/>
                      </a:cubicBezTo>
                      <a:lnTo>
                        <a:pt x="32841" y="1484"/>
                      </a:lnTo>
                      <a:cubicBezTo>
                        <a:pt x="31150" y="513"/>
                        <a:pt x="29233" y="0"/>
                        <a:pt x="27282" y="0"/>
                      </a:cubicBezTo>
                      <a:close/>
                    </a:path>
                  </a:pathLst>
                </a:custGeom>
                <a:solidFill>
                  <a:srgbClr val="000000">
                    <a:alpha val="2024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545" name="Google Shape;1545;p40"/>
              <p:cNvSpPr/>
              <p:nvPr/>
            </p:nvSpPr>
            <p:spPr>
              <a:xfrm>
                <a:off x="6602632" y="717202"/>
                <a:ext cx="843199" cy="248328"/>
              </a:xfrm>
              <a:custGeom>
                <a:avLst/>
                <a:gdLst/>
                <a:ahLst/>
                <a:cxnLst/>
                <a:rect l="l" t="t" r="r" b="b"/>
                <a:pathLst>
                  <a:path w="36038" h="10601" extrusionOk="0">
                    <a:moveTo>
                      <a:pt x="2258" y="1"/>
                    </a:moveTo>
                    <a:cubicBezTo>
                      <a:pt x="1014" y="1"/>
                      <a:pt x="0" y="1014"/>
                      <a:pt x="0" y="2257"/>
                    </a:cubicBezTo>
                    <a:lnTo>
                      <a:pt x="0" y="5268"/>
                    </a:lnTo>
                    <a:cubicBezTo>
                      <a:pt x="0" y="8209"/>
                      <a:pt x="2393" y="10601"/>
                      <a:pt x="5334" y="10601"/>
                    </a:cubicBezTo>
                    <a:lnTo>
                      <a:pt x="22054" y="10601"/>
                    </a:lnTo>
                    <a:cubicBezTo>
                      <a:pt x="24432" y="10601"/>
                      <a:pt x="26753" y="10139"/>
                      <a:pt x="28950" y="9229"/>
                    </a:cubicBezTo>
                    <a:lnTo>
                      <a:pt x="34826" y="6791"/>
                    </a:lnTo>
                    <a:cubicBezTo>
                      <a:pt x="35563" y="6485"/>
                      <a:pt x="36038" y="5774"/>
                      <a:pt x="36038" y="4976"/>
                    </a:cubicBezTo>
                    <a:cubicBezTo>
                      <a:pt x="36038" y="4183"/>
                      <a:pt x="35610" y="3442"/>
                      <a:pt x="34922" y="3047"/>
                    </a:cubicBezTo>
                    <a:lnTo>
                      <a:pt x="32088" y="1417"/>
                    </a:lnTo>
                    <a:cubicBezTo>
                      <a:pt x="30476" y="491"/>
                      <a:pt x="28640" y="1"/>
                      <a:pt x="26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Google Shape;1546;p40"/>
              <p:cNvSpPr/>
              <p:nvPr/>
            </p:nvSpPr>
            <p:spPr>
              <a:xfrm>
                <a:off x="6596829" y="717202"/>
                <a:ext cx="843199" cy="248328"/>
              </a:xfrm>
              <a:custGeom>
                <a:avLst/>
                <a:gdLst/>
                <a:ahLst/>
                <a:cxnLst/>
                <a:rect l="l" t="t" r="r" b="b"/>
                <a:pathLst>
                  <a:path w="36038" h="10601" extrusionOk="0">
                    <a:moveTo>
                      <a:pt x="2257" y="1"/>
                    </a:moveTo>
                    <a:cubicBezTo>
                      <a:pt x="1012" y="1"/>
                      <a:pt x="0" y="1014"/>
                      <a:pt x="0" y="2257"/>
                    </a:cubicBezTo>
                    <a:lnTo>
                      <a:pt x="0" y="5268"/>
                    </a:lnTo>
                    <a:cubicBezTo>
                      <a:pt x="0" y="8209"/>
                      <a:pt x="2393" y="10601"/>
                      <a:pt x="5333" y="10601"/>
                    </a:cubicBezTo>
                    <a:lnTo>
                      <a:pt x="22055" y="10601"/>
                    </a:lnTo>
                    <a:cubicBezTo>
                      <a:pt x="24433" y="10601"/>
                      <a:pt x="26753" y="10139"/>
                      <a:pt x="28951" y="9229"/>
                    </a:cubicBezTo>
                    <a:lnTo>
                      <a:pt x="34826" y="6791"/>
                    </a:lnTo>
                    <a:cubicBezTo>
                      <a:pt x="35561" y="6485"/>
                      <a:pt x="36037" y="5774"/>
                      <a:pt x="36037" y="4976"/>
                    </a:cubicBezTo>
                    <a:cubicBezTo>
                      <a:pt x="36037" y="4183"/>
                      <a:pt x="35609" y="3442"/>
                      <a:pt x="34920" y="3047"/>
                    </a:cubicBezTo>
                    <a:lnTo>
                      <a:pt x="32088" y="1417"/>
                    </a:lnTo>
                    <a:cubicBezTo>
                      <a:pt x="30475" y="491"/>
                      <a:pt x="28639" y="1"/>
                      <a:pt x="2677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Google Shape;1547;p40"/>
              <p:cNvSpPr/>
              <p:nvPr/>
            </p:nvSpPr>
            <p:spPr>
              <a:xfrm>
                <a:off x="6259671" y="551658"/>
                <a:ext cx="309432" cy="26541"/>
              </a:xfrm>
              <a:custGeom>
                <a:avLst/>
                <a:gdLst/>
                <a:ahLst/>
                <a:cxnLst/>
                <a:rect l="l" t="t" r="r" b="b"/>
                <a:pathLst>
                  <a:path w="13225" h="1133" extrusionOk="0">
                    <a:moveTo>
                      <a:pt x="154" y="1"/>
                    </a:moveTo>
                    <a:cubicBezTo>
                      <a:pt x="69" y="1"/>
                      <a:pt x="0" y="69"/>
                      <a:pt x="0" y="154"/>
                    </a:cubicBezTo>
                    <a:cubicBezTo>
                      <a:pt x="1" y="228"/>
                      <a:pt x="56" y="292"/>
                      <a:pt x="128" y="303"/>
                    </a:cubicBezTo>
                    <a:lnTo>
                      <a:pt x="4745" y="1033"/>
                    </a:lnTo>
                    <a:cubicBezTo>
                      <a:pt x="5161" y="1099"/>
                      <a:pt x="5580" y="1133"/>
                      <a:pt x="6001" y="1133"/>
                    </a:cubicBezTo>
                    <a:lnTo>
                      <a:pt x="9476" y="1133"/>
                    </a:lnTo>
                    <a:cubicBezTo>
                      <a:pt x="10789" y="1133"/>
                      <a:pt x="12075" y="766"/>
                      <a:pt x="13190" y="74"/>
                    </a:cubicBezTo>
                    <a:cubicBezTo>
                      <a:pt x="13225" y="53"/>
                      <a:pt x="13209" y="1"/>
                      <a:pt x="1316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Google Shape;1548;p40"/>
              <p:cNvSpPr/>
              <p:nvPr/>
            </p:nvSpPr>
            <p:spPr>
              <a:xfrm>
                <a:off x="6651252" y="775366"/>
                <a:ext cx="74427" cy="81472"/>
              </a:xfrm>
              <a:custGeom>
                <a:avLst/>
                <a:gdLst/>
                <a:ahLst/>
                <a:cxnLst/>
                <a:rect l="l" t="t" r="r" b="b"/>
                <a:pathLst>
                  <a:path w="3181" h="3478" extrusionOk="0">
                    <a:moveTo>
                      <a:pt x="2700" y="1"/>
                    </a:moveTo>
                    <a:cubicBezTo>
                      <a:pt x="2700" y="1"/>
                      <a:pt x="2699" y="1"/>
                      <a:pt x="2699" y="1"/>
                    </a:cubicBezTo>
                    <a:lnTo>
                      <a:pt x="482" y="1"/>
                    </a:lnTo>
                    <a:cubicBezTo>
                      <a:pt x="216" y="1"/>
                      <a:pt x="0" y="216"/>
                      <a:pt x="0" y="483"/>
                    </a:cubicBezTo>
                    <a:lnTo>
                      <a:pt x="0" y="2995"/>
                    </a:lnTo>
                    <a:cubicBezTo>
                      <a:pt x="0" y="3262"/>
                      <a:pt x="216" y="3477"/>
                      <a:pt x="482" y="3477"/>
                    </a:cubicBezTo>
                    <a:lnTo>
                      <a:pt x="2699" y="3477"/>
                    </a:lnTo>
                    <a:cubicBezTo>
                      <a:pt x="2965" y="3477"/>
                      <a:pt x="3181" y="3262"/>
                      <a:pt x="3181" y="2995"/>
                    </a:cubicBezTo>
                    <a:lnTo>
                      <a:pt x="3181" y="483"/>
                    </a:lnTo>
                    <a:cubicBezTo>
                      <a:pt x="3181" y="217"/>
                      <a:pt x="2966" y="1"/>
                      <a:pt x="270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549" name="Google Shape;1549;p40"/>
              <p:cNvGrpSpPr/>
              <p:nvPr/>
            </p:nvGrpSpPr>
            <p:grpSpPr>
              <a:xfrm>
                <a:off x="6642174" y="775366"/>
                <a:ext cx="74427" cy="81472"/>
                <a:chOff x="6642174" y="775366"/>
                <a:chExt cx="74427" cy="81472"/>
              </a:xfrm>
            </p:grpSpPr>
            <p:sp>
              <p:nvSpPr>
                <p:cNvPr id="1550" name="Google Shape;1550;p40"/>
                <p:cNvSpPr/>
                <p:nvPr/>
              </p:nvSpPr>
              <p:spPr>
                <a:xfrm>
                  <a:off x="6642174" y="775366"/>
                  <a:ext cx="74427" cy="814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81" h="3478" extrusionOk="0">
                      <a:moveTo>
                        <a:pt x="2701" y="1"/>
                      </a:moveTo>
                      <a:cubicBezTo>
                        <a:pt x="2700" y="1"/>
                        <a:pt x="2699" y="1"/>
                        <a:pt x="2699" y="1"/>
                      </a:cubicBezTo>
                      <a:lnTo>
                        <a:pt x="483" y="1"/>
                      </a:lnTo>
                      <a:cubicBezTo>
                        <a:pt x="217" y="1"/>
                        <a:pt x="1" y="216"/>
                        <a:pt x="1" y="483"/>
                      </a:cubicBezTo>
                      <a:lnTo>
                        <a:pt x="1" y="2995"/>
                      </a:lnTo>
                      <a:cubicBezTo>
                        <a:pt x="1" y="3262"/>
                        <a:pt x="216" y="3477"/>
                        <a:pt x="483" y="3477"/>
                      </a:cubicBezTo>
                      <a:lnTo>
                        <a:pt x="2699" y="3477"/>
                      </a:lnTo>
                      <a:cubicBezTo>
                        <a:pt x="2965" y="3477"/>
                        <a:pt x="3181" y="3262"/>
                        <a:pt x="3181" y="2995"/>
                      </a:cubicBezTo>
                      <a:lnTo>
                        <a:pt x="3181" y="483"/>
                      </a:lnTo>
                      <a:cubicBezTo>
                        <a:pt x="3181" y="217"/>
                        <a:pt x="2967" y="1"/>
                        <a:pt x="270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51" name="Google Shape;1551;p40"/>
                <p:cNvSpPr/>
                <p:nvPr/>
              </p:nvSpPr>
              <p:spPr>
                <a:xfrm>
                  <a:off x="6642174" y="775366"/>
                  <a:ext cx="74427" cy="814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81" h="3478" extrusionOk="0">
                      <a:moveTo>
                        <a:pt x="2701" y="1"/>
                      </a:moveTo>
                      <a:cubicBezTo>
                        <a:pt x="2700" y="1"/>
                        <a:pt x="2699" y="1"/>
                        <a:pt x="2699" y="1"/>
                      </a:cubicBezTo>
                      <a:lnTo>
                        <a:pt x="483" y="1"/>
                      </a:lnTo>
                      <a:cubicBezTo>
                        <a:pt x="217" y="1"/>
                        <a:pt x="1" y="216"/>
                        <a:pt x="1" y="483"/>
                      </a:cubicBezTo>
                      <a:lnTo>
                        <a:pt x="1" y="2995"/>
                      </a:lnTo>
                      <a:cubicBezTo>
                        <a:pt x="1" y="3262"/>
                        <a:pt x="216" y="3477"/>
                        <a:pt x="483" y="3477"/>
                      </a:cubicBezTo>
                      <a:lnTo>
                        <a:pt x="2699" y="3477"/>
                      </a:lnTo>
                      <a:cubicBezTo>
                        <a:pt x="2965" y="3477"/>
                        <a:pt x="3181" y="3262"/>
                        <a:pt x="3181" y="2995"/>
                      </a:cubicBezTo>
                      <a:lnTo>
                        <a:pt x="3181" y="483"/>
                      </a:lnTo>
                      <a:cubicBezTo>
                        <a:pt x="3181" y="217"/>
                        <a:pt x="2967" y="1"/>
                        <a:pt x="2701" y="1"/>
                      </a:cubicBezTo>
                      <a:close/>
                    </a:path>
                  </a:pathLst>
                </a:custGeom>
                <a:solidFill>
                  <a:srgbClr val="000000">
                    <a:alpha val="124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552" name="Google Shape;1552;p40"/>
              <p:cNvSpPr/>
              <p:nvPr/>
            </p:nvSpPr>
            <p:spPr>
              <a:xfrm>
                <a:off x="6239807" y="575738"/>
                <a:ext cx="441721" cy="249781"/>
              </a:xfrm>
              <a:custGeom>
                <a:avLst/>
                <a:gdLst/>
                <a:ahLst/>
                <a:cxnLst/>
                <a:rect l="l" t="t" r="r" b="b"/>
                <a:pathLst>
                  <a:path w="18879" h="10663" extrusionOk="0">
                    <a:moveTo>
                      <a:pt x="527" y="1"/>
                    </a:moveTo>
                    <a:cubicBezTo>
                      <a:pt x="250" y="1"/>
                      <a:pt x="0" y="222"/>
                      <a:pt x="0" y="528"/>
                    </a:cubicBezTo>
                    <a:lnTo>
                      <a:pt x="0" y="994"/>
                    </a:lnTo>
                    <a:cubicBezTo>
                      <a:pt x="0" y="1192"/>
                      <a:pt x="112" y="1373"/>
                      <a:pt x="287" y="1464"/>
                    </a:cubicBezTo>
                    <a:lnTo>
                      <a:pt x="614" y="1631"/>
                    </a:lnTo>
                    <a:lnTo>
                      <a:pt x="18109" y="10603"/>
                    </a:lnTo>
                    <a:cubicBezTo>
                      <a:pt x="18188" y="10644"/>
                      <a:pt x="18270" y="10663"/>
                      <a:pt x="18350" y="10663"/>
                    </a:cubicBezTo>
                    <a:cubicBezTo>
                      <a:pt x="18529" y="10663"/>
                      <a:pt x="18695" y="10571"/>
                      <a:pt x="18792" y="10424"/>
                    </a:cubicBezTo>
                    <a:cubicBezTo>
                      <a:pt x="18847" y="10342"/>
                      <a:pt x="18878" y="10243"/>
                      <a:pt x="18878" y="10135"/>
                    </a:cubicBezTo>
                    <a:cubicBezTo>
                      <a:pt x="18878" y="9651"/>
                      <a:pt x="18608" y="9209"/>
                      <a:pt x="18176" y="8988"/>
                    </a:cubicBezTo>
                    <a:lnTo>
                      <a:pt x="1856" y="619"/>
                    </a:lnTo>
                    <a:lnTo>
                      <a:pt x="990" y="173"/>
                    </a:lnTo>
                    <a:lnTo>
                      <a:pt x="768" y="60"/>
                    </a:lnTo>
                    <a:cubicBezTo>
                      <a:pt x="689" y="19"/>
                      <a:pt x="607" y="1"/>
                      <a:pt x="52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Google Shape;1553;p40"/>
              <p:cNvSpPr/>
              <p:nvPr/>
            </p:nvSpPr>
            <p:spPr>
              <a:xfrm>
                <a:off x="6223358" y="560723"/>
                <a:ext cx="54072" cy="73344"/>
              </a:xfrm>
              <a:custGeom>
                <a:avLst/>
                <a:gdLst/>
                <a:ahLst/>
                <a:cxnLst/>
                <a:rect l="l" t="t" r="r" b="b"/>
                <a:pathLst>
                  <a:path w="2311" h="3131" extrusionOk="0">
                    <a:moveTo>
                      <a:pt x="285" y="0"/>
                    </a:moveTo>
                    <a:cubicBezTo>
                      <a:pt x="128" y="0"/>
                      <a:pt x="1" y="127"/>
                      <a:pt x="1" y="284"/>
                    </a:cubicBezTo>
                    <a:lnTo>
                      <a:pt x="1" y="2846"/>
                    </a:lnTo>
                    <a:cubicBezTo>
                      <a:pt x="1" y="3003"/>
                      <a:pt x="128" y="3130"/>
                      <a:pt x="285" y="3130"/>
                    </a:cubicBezTo>
                    <a:lnTo>
                      <a:pt x="2026" y="3130"/>
                    </a:lnTo>
                    <a:cubicBezTo>
                      <a:pt x="2183" y="3130"/>
                      <a:pt x="2310" y="3003"/>
                      <a:pt x="2310" y="2846"/>
                    </a:cubicBezTo>
                    <a:lnTo>
                      <a:pt x="2310" y="284"/>
                    </a:lnTo>
                    <a:cubicBezTo>
                      <a:pt x="2310" y="127"/>
                      <a:pt x="2183" y="0"/>
                      <a:pt x="202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Google Shape;1554;p40"/>
              <p:cNvSpPr/>
              <p:nvPr/>
            </p:nvSpPr>
            <p:spPr>
              <a:xfrm>
                <a:off x="6223358" y="560723"/>
                <a:ext cx="33178" cy="73344"/>
              </a:xfrm>
              <a:custGeom>
                <a:avLst/>
                <a:gdLst/>
                <a:ahLst/>
                <a:cxnLst/>
                <a:rect l="l" t="t" r="r" b="b"/>
                <a:pathLst>
                  <a:path w="1418" h="3131" extrusionOk="0">
                    <a:moveTo>
                      <a:pt x="285" y="0"/>
                    </a:moveTo>
                    <a:cubicBezTo>
                      <a:pt x="128" y="0"/>
                      <a:pt x="1" y="127"/>
                      <a:pt x="1" y="284"/>
                    </a:cubicBezTo>
                    <a:lnTo>
                      <a:pt x="1" y="2846"/>
                    </a:lnTo>
                    <a:cubicBezTo>
                      <a:pt x="1" y="3003"/>
                      <a:pt x="128" y="3130"/>
                      <a:pt x="285" y="3130"/>
                    </a:cubicBezTo>
                    <a:lnTo>
                      <a:pt x="1134" y="3130"/>
                    </a:lnTo>
                    <a:cubicBezTo>
                      <a:pt x="1291" y="3130"/>
                      <a:pt x="1418" y="3003"/>
                      <a:pt x="1418" y="2846"/>
                    </a:cubicBezTo>
                    <a:lnTo>
                      <a:pt x="1418" y="284"/>
                    </a:lnTo>
                    <a:cubicBezTo>
                      <a:pt x="1418" y="127"/>
                      <a:pt x="1291" y="0"/>
                      <a:pt x="1134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Google Shape;1555;p40"/>
              <p:cNvSpPr/>
              <p:nvPr/>
            </p:nvSpPr>
            <p:spPr>
              <a:xfrm>
                <a:off x="6231384" y="550416"/>
                <a:ext cx="38044" cy="10330"/>
              </a:xfrm>
              <a:custGeom>
                <a:avLst/>
                <a:gdLst/>
                <a:ahLst/>
                <a:cxnLst/>
                <a:rect l="l" t="t" r="r" b="b"/>
                <a:pathLst>
                  <a:path w="1626" h="441" extrusionOk="0">
                    <a:moveTo>
                      <a:pt x="0" y="0"/>
                    </a:moveTo>
                    <a:lnTo>
                      <a:pt x="0" y="440"/>
                    </a:lnTo>
                    <a:lnTo>
                      <a:pt x="1626" y="440"/>
                    </a:lnTo>
                    <a:lnTo>
                      <a:pt x="16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Google Shape;1556;p40"/>
              <p:cNvSpPr/>
              <p:nvPr/>
            </p:nvSpPr>
            <p:spPr>
              <a:xfrm>
                <a:off x="6223335" y="535002"/>
                <a:ext cx="54095" cy="15484"/>
              </a:xfrm>
              <a:custGeom>
                <a:avLst/>
                <a:gdLst/>
                <a:ahLst/>
                <a:cxnLst/>
                <a:rect l="l" t="t" r="r" b="b"/>
                <a:pathLst>
                  <a:path w="2312" h="661" extrusionOk="0">
                    <a:moveTo>
                      <a:pt x="99" y="1"/>
                    </a:moveTo>
                    <a:cubicBezTo>
                      <a:pt x="45" y="1"/>
                      <a:pt x="1" y="45"/>
                      <a:pt x="1" y="100"/>
                    </a:cubicBezTo>
                    <a:lnTo>
                      <a:pt x="1" y="562"/>
                    </a:lnTo>
                    <a:cubicBezTo>
                      <a:pt x="1" y="616"/>
                      <a:pt x="45" y="660"/>
                      <a:pt x="99" y="660"/>
                    </a:cubicBezTo>
                    <a:lnTo>
                      <a:pt x="2212" y="660"/>
                    </a:lnTo>
                    <a:cubicBezTo>
                      <a:pt x="2267" y="660"/>
                      <a:pt x="2311" y="615"/>
                      <a:pt x="2311" y="562"/>
                    </a:cubicBezTo>
                    <a:lnTo>
                      <a:pt x="2311" y="100"/>
                    </a:lnTo>
                    <a:cubicBezTo>
                      <a:pt x="2311" y="45"/>
                      <a:pt x="2267" y="1"/>
                      <a:pt x="221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Google Shape;1557;p40"/>
              <p:cNvSpPr/>
              <p:nvPr/>
            </p:nvSpPr>
            <p:spPr>
              <a:xfrm>
                <a:off x="6223335" y="535002"/>
                <a:ext cx="39846" cy="15484"/>
              </a:xfrm>
              <a:custGeom>
                <a:avLst/>
                <a:gdLst/>
                <a:ahLst/>
                <a:cxnLst/>
                <a:rect l="l" t="t" r="r" b="b"/>
                <a:pathLst>
                  <a:path w="1703" h="661" extrusionOk="0">
                    <a:moveTo>
                      <a:pt x="99" y="1"/>
                    </a:moveTo>
                    <a:cubicBezTo>
                      <a:pt x="45" y="1"/>
                      <a:pt x="1" y="45"/>
                      <a:pt x="1" y="100"/>
                    </a:cubicBezTo>
                    <a:lnTo>
                      <a:pt x="1" y="562"/>
                    </a:lnTo>
                    <a:cubicBezTo>
                      <a:pt x="1" y="616"/>
                      <a:pt x="45" y="660"/>
                      <a:pt x="99" y="660"/>
                    </a:cubicBezTo>
                    <a:lnTo>
                      <a:pt x="1604" y="660"/>
                    </a:lnTo>
                    <a:cubicBezTo>
                      <a:pt x="1660" y="660"/>
                      <a:pt x="1703" y="615"/>
                      <a:pt x="1703" y="562"/>
                    </a:cubicBezTo>
                    <a:lnTo>
                      <a:pt x="1703" y="100"/>
                    </a:lnTo>
                    <a:cubicBezTo>
                      <a:pt x="1703" y="45"/>
                      <a:pt x="1660" y="1"/>
                      <a:pt x="1604" y="1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Google Shape;1558;p40"/>
              <p:cNvSpPr/>
              <p:nvPr/>
            </p:nvSpPr>
            <p:spPr>
              <a:xfrm>
                <a:off x="5929275" y="551658"/>
                <a:ext cx="309385" cy="26541"/>
              </a:xfrm>
              <a:custGeom>
                <a:avLst/>
                <a:gdLst/>
                <a:ahLst/>
                <a:cxnLst/>
                <a:rect l="l" t="t" r="r" b="b"/>
                <a:pathLst>
                  <a:path w="13223" h="1133" extrusionOk="0">
                    <a:moveTo>
                      <a:pt x="56" y="1"/>
                    </a:moveTo>
                    <a:cubicBezTo>
                      <a:pt x="16" y="1"/>
                      <a:pt x="0" y="53"/>
                      <a:pt x="35" y="74"/>
                    </a:cubicBezTo>
                    <a:cubicBezTo>
                      <a:pt x="1150" y="766"/>
                      <a:pt x="2436" y="1133"/>
                      <a:pt x="3749" y="1133"/>
                    </a:cubicBezTo>
                    <a:lnTo>
                      <a:pt x="7224" y="1133"/>
                    </a:lnTo>
                    <a:cubicBezTo>
                      <a:pt x="7645" y="1133"/>
                      <a:pt x="8064" y="1099"/>
                      <a:pt x="8479" y="1033"/>
                    </a:cubicBezTo>
                    <a:lnTo>
                      <a:pt x="13097" y="303"/>
                    </a:lnTo>
                    <a:cubicBezTo>
                      <a:pt x="13169" y="292"/>
                      <a:pt x="13222" y="228"/>
                      <a:pt x="13223" y="154"/>
                    </a:cubicBezTo>
                    <a:cubicBezTo>
                      <a:pt x="13223" y="69"/>
                      <a:pt x="13153" y="1"/>
                      <a:pt x="1306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Google Shape;1559;p40"/>
              <p:cNvSpPr/>
              <p:nvPr/>
            </p:nvSpPr>
            <p:spPr>
              <a:xfrm>
                <a:off x="6277360" y="587146"/>
                <a:ext cx="402156" cy="238373"/>
              </a:xfrm>
              <a:custGeom>
                <a:avLst/>
                <a:gdLst/>
                <a:ahLst/>
                <a:cxnLst/>
                <a:rect l="l" t="t" r="r" b="b"/>
                <a:pathLst>
                  <a:path w="17188" h="10176" extrusionOk="0">
                    <a:moveTo>
                      <a:pt x="0" y="0"/>
                    </a:moveTo>
                    <a:lnTo>
                      <a:pt x="0" y="1651"/>
                    </a:lnTo>
                    <a:lnTo>
                      <a:pt x="16504" y="10116"/>
                    </a:lnTo>
                    <a:cubicBezTo>
                      <a:pt x="16583" y="10157"/>
                      <a:pt x="16665" y="10176"/>
                      <a:pt x="16745" y="10176"/>
                    </a:cubicBezTo>
                    <a:cubicBezTo>
                      <a:pt x="16924" y="10176"/>
                      <a:pt x="17090" y="10084"/>
                      <a:pt x="17187" y="9937"/>
                    </a:cubicBezTo>
                    <a:lnTo>
                      <a:pt x="1378" y="1962"/>
                    </a:lnTo>
                    <a:cubicBezTo>
                      <a:pt x="687" y="1614"/>
                      <a:pt x="251" y="905"/>
                      <a:pt x="251" y="13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Google Shape;1560;p40"/>
              <p:cNvSpPr/>
              <p:nvPr/>
            </p:nvSpPr>
            <p:spPr>
              <a:xfrm>
                <a:off x="7425756" y="551658"/>
                <a:ext cx="309432" cy="26541"/>
              </a:xfrm>
              <a:custGeom>
                <a:avLst/>
                <a:gdLst/>
                <a:ahLst/>
                <a:cxnLst/>
                <a:rect l="l" t="t" r="r" b="b"/>
                <a:pathLst>
                  <a:path w="13225" h="1133" extrusionOk="0">
                    <a:moveTo>
                      <a:pt x="56" y="1"/>
                    </a:moveTo>
                    <a:cubicBezTo>
                      <a:pt x="16" y="1"/>
                      <a:pt x="0" y="53"/>
                      <a:pt x="35" y="74"/>
                    </a:cubicBezTo>
                    <a:cubicBezTo>
                      <a:pt x="1150" y="766"/>
                      <a:pt x="2436" y="1133"/>
                      <a:pt x="3749" y="1133"/>
                    </a:cubicBezTo>
                    <a:lnTo>
                      <a:pt x="7224" y="1133"/>
                    </a:lnTo>
                    <a:cubicBezTo>
                      <a:pt x="7645" y="1133"/>
                      <a:pt x="8064" y="1099"/>
                      <a:pt x="8479" y="1033"/>
                    </a:cubicBezTo>
                    <a:lnTo>
                      <a:pt x="13096" y="303"/>
                    </a:lnTo>
                    <a:cubicBezTo>
                      <a:pt x="13169" y="292"/>
                      <a:pt x="13224" y="228"/>
                      <a:pt x="13225" y="154"/>
                    </a:cubicBezTo>
                    <a:cubicBezTo>
                      <a:pt x="13225" y="69"/>
                      <a:pt x="13156" y="1"/>
                      <a:pt x="1307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Google Shape;1561;p40"/>
              <p:cNvSpPr/>
              <p:nvPr/>
            </p:nvSpPr>
            <p:spPr>
              <a:xfrm>
                <a:off x="7286003" y="775366"/>
                <a:ext cx="74451" cy="81472"/>
              </a:xfrm>
              <a:custGeom>
                <a:avLst/>
                <a:gdLst/>
                <a:ahLst/>
                <a:cxnLst/>
                <a:rect l="l" t="t" r="r" b="b"/>
                <a:pathLst>
                  <a:path w="3182" h="3478" extrusionOk="0">
                    <a:moveTo>
                      <a:pt x="480" y="1"/>
                    </a:moveTo>
                    <a:cubicBezTo>
                      <a:pt x="215" y="1"/>
                      <a:pt x="0" y="217"/>
                      <a:pt x="0" y="483"/>
                    </a:cubicBezTo>
                    <a:lnTo>
                      <a:pt x="0" y="2995"/>
                    </a:lnTo>
                    <a:cubicBezTo>
                      <a:pt x="0" y="3262"/>
                      <a:pt x="216" y="3477"/>
                      <a:pt x="482" y="3477"/>
                    </a:cubicBezTo>
                    <a:lnTo>
                      <a:pt x="2700" y="3477"/>
                    </a:lnTo>
                    <a:cubicBezTo>
                      <a:pt x="2966" y="3477"/>
                      <a:pt x="3182" y="3262"/>
                      <a:pt x="3182" y="2995"/>
                    </a:cubicBezTo>
                    <a:lnTo>
                      <a:pt x="3182" y="483"/>
                    </a:lnTo>
                    <a:cubicBezTo>
                      <a:pt x="3182" y="216"/>
                      <a:pt x="2966" y="1"/>
                      <a:pt x="2700" y="1"/>
                    </a:cubicBezTo>
                    <a:lnTo>
                      <a:pt x="482" y="1"/>
                    </a:lnTo>
                    <a:cubicBezTo>
                      <a:pt x="482" y="1"/>
                      <a:pt x="481" y="1"/>
                      <a:pt x="48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562" name="Google Shape;1562;p40"/>
              <p:cNvGrpSpPr/>
              <p:nvPr/>
            </p:nvGrpSpPr>
            <p:grpSpPr>
              <a:xfrm>
                <a:off x="7278258" y="775366"/>
                <a:ext cx="74427" cy="81472"/>
                <a:chOff x="7278258" y="775366"/>
                <a:chExt cx="74427" cy="81472"/>
              </a:xfrm>
            </p:grpSpPr>
            <p:sp>
              <p:nvSpPr>
                <p:cNvPr id="1563" name="Google Shape;1563;p40"/>
                <p:cNvSpPr/>
                <p:nvPr/>
              </p:nvSpPr>
              <p:spPr>
                <a:xfrm>
                  <a:off x="7278258" y="775366"/>
                  <a:ext cx="74427" cy="814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81" h="3478" extrusionOk="0">
                      <a:moveTo>
                        <a:pt x="480" y="1"/>
                      </a:moveTo>
                      <a:cubicBezTo>
                        <a:pt x="213" y="1"/>
                        <a:pt x="0" y="217"/>
                        <a:pt x="0" y="483"/>
                      </a:cubicBezTo>
                      <a:lnTo>
                        <a:pt x="0" y="2995"/>
                      </a:lnTo>
                      <a:cubicBezTo>
                        <a:pt x="0" y="3262"/>
                        <a:pt x="216" y="3477"/>
                        <a:pt x="482" y="3477"/>
                      </a:cubicBezTo>
                      <a:lnTo>
                        <a:pt x="2698" y="3477"/>
                      </a:lnTo>
                      <a:cubicBezTo>
                        <a:pt x="2965" y="3477"/>
                        <a:pt x="3180" y="3262"/>
                        <a:pt x="3180" y="2995"/>
                      </a:cubicBezTo>
                      <a:lnTo>
                        <a:pt x="3180" y="483"/>
                      </a:lnTo>
                      <a:cubicBezTo>
                        <a:pt x="3180" y="216"/>
                        <a:pt x="2965" y="1"/>
                        <a:pt x="2698" y="1"/>
                      </a:cubicBezTo>
                      <a:lnTo>
                        <a:pt x="482" y="1"/>
                      </a:lnTo>
                      <a:cubicBezTo>
                        <a:pt x="481" y="1"/>
                        <a:pt x="481" y="1"/>
                        <a:pt x="48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64" name="Google Shape;1564;p40"/>
                <p:cNvSpPr/>
                <p:nvPr/>
              </p:nvSpPr>
              <p:spPr>
                <a:xfrm>
                  <a:off x="7278258" y="775366"/>
                  <a:ext cx="74427" cy="814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81" h="3478" extrusionOk="0">
                      <a:moveTo>
                        <a:pt x="480" y="1"/>
                      </a:moveTo>
                      <a:cubicBezTo>
                        <a:pt x="213" y="1"/>
                        <a:pt x="0" y="217"/>
                        <a:pt x="0" y="483"/>
                      </a:cubicBezTo>
                      <a:lnTo>
                        <a:pt x="0" y="2995"/>
                      </a:lnTo>
                      <a:cubicBezTo>
                        <a:pt x="0" y="3262"/>
                        <a:pt x="216" y="3477"/>
                        <a:pt x="482" y="3477"/>
                      </a:cubicBezTo>
                      <a:lnTo>
                        <a:pt x="2698" y="3477"/>
                      </a:lnTo>
                      <a:cubicBezTo>
                        <a:pt x="2965" y="3477"/>
                        <a:pt x="3180" y="3262"/>
                        <a:pt x="3180" y="2995"/>
                      </a:cubicBezTo>
                      <a:lnTo>
                        <a:pt x="3180" y="483"/>
                      </a:lnTo>
                      <a:cubicBezTo>
                        <a:pt x="3180" y="216"/>
                        <a:pt x="2965" y="1"/>
                        <a:pt x="2698" y="1"/>
                      </a:cubicBezTo>
                      <a:lnTo>
                        <a:pt x="482" y="1"/>
                      </a:lnTo>
                      <a:cubicBezTo>
                        <a:pt x="481" y="1"/>
                        <a:pt x="481" y="1"/>
                        <a:pt x="480" y="1"/>
                      </a:cubicBezTo>
                      <a:close/>
                    </a:path>
                  </a:pathLst>
                </a:custGeom>
                <a:solidFill>
                  <a:srgbClr val="000000">
                    <a:alpha val="124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565" name="Google Shape;1565;p40"/>
              <p:cNvSpPr/>
              <p:nvPr/>
            </p:nvSpPr>
            <p:spPr>
              <a:xfrm>
                <a:off x="7313331" y="575738"/>
                <a:ext cx="441721" cy="249781"/>
              </a:xfrm>
              <a:custGeom>
                <a:avLst/>
                <a:gdLst/>
                <a:ahLst/>
                <a:cxnLst/>
                <a:rect l="l" t="t" r="r" b="b"/>
                <a:pathLst>
                  <a:path w="18879" h="10663" extrusionOk="0">
                    <a:moveTo>
                      <a:pt x="18352" y="1"/>
                    </a:moveTo>
                    <a:cubicBezTo>
                      <a:pt x="18272" y="1"/>
                      <a:pt x="18189" y="19"/>
                      <a:pt x="18111" y="60"/>
                    </a:cubicBezTo>
                    <a:lnTo>
                      <a:pt x="17889" y="173"/>
                    </a:lnTo>
                    <a:lnTo>
                      <a:pt x="17023" y="619"/>
                    </a:lnTo>
                    <a:lnTo>
                      <a:pt x="703" y="8988"/>
                    </a:lnTo>
                    <a:cubicBezTo>
                      <a:pt x="272" y="9209"/>
                      <a:pt x="0" y="9651"/>
                      <a:pt x="0" y="10135"/>
                    </a:cubicBezTo>
                    <a:cubicBezTo>
                      <a:pt x="0" y="10243"/>
                      <a:pt x="32" y="10342"/>
                      <a:pt x="87" y="10424"/>
                    </a:cubicBezTo>
                    <a:cubicBezTo>
                      <a:pt x="184" y="10571"/>
                      <a:pt x="350" y="10663"/>
                      <a:pt x="529" y="10663"/>
                    </a:cubicBezTo>
                    <a:cubicBezTo>
                      <a:pt x="609" y="10663"/>
                      <a:pt x="691" y="10644"/>
                      <a:pt x="770" y="10603"/>
                    </a:cubicBezTo>
                    <a:lnTo>
                      <a:pt x="18265" y="1631"/>
                    </a:lnTo>
                    <a:lnTo>
                      <a:pt x="18592" y="1464"/>
                    </a:lnTo>
                    <a:cubicBezTo>
                      <a:pt x="18767" y="1373"/>
                      <a:pt x="18879" y="1192"/>
                      <a:pt x="18879" y="994"/>
                    </a:cubicBezTo>
                    <a:lnTo>
                      <a:pt x="18879" y="528"/>
                    </a:lnTo>
                    <a:cubicBezTo>
                      <a:pt x="18879" y="222"/>
                      <a:pt x="18628" y="1"/>
                      <a:pt x="1835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Google Shape;1566;p40"/>
              <p:cNvSpPr/>
              <p:nvPr/>
            </p:nvSpPr>
            <p:spPr>
              <a:xfrm>
                <a:off x="7717429" y="560723"/>
                <a:ext cx="54072" cy="73344"/>
              </a:xfrm>
              <a:custGeom>
                <a:avLst/>
                <a:gdLst/>
                <a:ahLst/>
                <a:cxnLst/>
                <a:rect l="l" t="t" r="r" b="b"/>
                <a:pathLst>
                  <a:path w="2311" h="3131" extrusionOk="0">
                    <a:moveTo>
                      <a:pt x="285" y="0"/>
                    </a:moveTo>
                    <a:cubicBezTo>
                      <a:pt x="128" y="0"/>
                      <a:pt x="1" y="127"/>
                      <a:pt x="1" y="284"/>
                    </a:cubicBezTo>
                    <a:lnTo>
                      <a:pt x="1" y="2846"/>
                    </a:lnTo>
                    <a:cubicBezTo>
                      <a:pt x="1" y="3003"/>
                      <a:pt x="128" y="3130"/>
                      <a:pt x="285" y="3130"/>
                    </a:cubicBezTo>
                    <a:lnTo>
                      <a:pt x="2026" y="3130"/>
                    </a:lnTo>
                    <a:cubicBezTo>
                      <a:pt x="2183" y="3130"/>
                      <a:pt x="2310" y="3003"/>
                      <a:pt x="2310" y="2846"/>
                    </a:cubicBezTo>
                    <a:lnTo>
                      <a:pt x="2310" y="284"/>
                    </a:lnTo>
                    <a:cubicBezTo>
                      <a:pt x="2310" y="127"/>
                      <a:pt x="2183" y="0"/>
                      <a:pt x="202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Google Shape;1567;p40"/>
              <p:cNvSpPr/>
              <p:nvPr/>
            </p:nvSpPr>
            <p:spPr>
              <a:xfrm>
                <a:off x="7738323" y="560723"/>
                <a:ext cx="33178" cy="73344"/>
              </a:xfrm>
              <a:custGeom>
                <a:avLst/>
                <a:gdLst/>
                <a:ahLst/>
                <a:cxnLst/>
                <a:rect l="l" t="t" r="r" b="b"/>
                <a:pathLst>
                  <a:path w="1418" h="3131" extrusionOk="0">
                    <a:moveTo>
                      <a:pt x="284" y="0"/>
                    </a:moveTo>
                    <a:cubicBezTo>
                      <a:pt x="127" y="0"/>
                      <a:pt x="0" y="127"/>
                      <a:pt x="0" y="284"/>
                    </a:cubicBezTo>
                    <a:lnTo>
                      <a:pt x="0" y="2846"/>
                    </a:lnTo>
                    <a:cubicBezTo>
                      <a:pt x="0" y="3003"/>
                      <a:pt x="127" y="3130"/>
                      <a:pt x="284" y="3130"/>
                    </a:cubicBezTo>
                    <a:lnTo>
                      <a:pt x="1133" y="3130"/>
                    </a:lnTo>
                    <a:cubicBezTo>
                      <a:pt x="1290" y="3130"/>
                      <a:pt x="1417" y="3003"/>
                      <a:pt x="1417" y="2846"/>
                    </a:cubicBezTo>
                    <a:lnTo>
                      <a:pt x="1417" y="284"/>
                    </a:lnTo>
                    <a:cubicBezTo>
                      <a:pt x="1417" y="127"/>
                      <a:pt x="1290" y="0"/>
                      <a:pt x="1133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Google Shape;1568;p40"/>
              <p:cNvSpPr/>
              <p:nvPr/>
            </p:nvSpPr>
            <p:spPr>
              <a:xfrm>
                <a:off x="7725455" y="550439"/>
                <a:ext cx="38044" cy="10330"/>
              </a:xfrm>
              <a:custGeom>
                <a:avLst/>
                <a:gdLst/>
                <a:ahLst/>
                <a:cxnLst/>
                <a:rect l="l" t="t" r="r" b="b"/>
                <a:pathLst>
                  <a:path w="1626" h="441" extrusionOk="0">
                    <a:moveTo>
                      <a:pt x="0" y="0"/>
                    </a:moveTo>
                    <a:lnTo>
                      <a:pt x="0" y="440"/>
                    </a:lnTo>
                    <a:lnTo>
                      <a:pt x="1626" y="440"/>
                    </a:lnTo>
                    <a:lnTo>
                      <a:pt x="16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Google Shape;1569;p40"/>
              <p:cNvSpPr/>
              <p:nvPr/>
            </p:nvSpPr>
            <p:spPr>
              <a:xfrm>
                <a:off x="7717429" y="535002"/>
                <a:ext cx="54095" cy="15484"/>
              </a:xfrm>
              <a:custGeom>
                <a:avLst/>
                <a:gdLst/>
                <a:ahLst/>
                <a:cxnLst/>
                <a:rect l="l" t="t" r="r" b="b"/>
                <a:pathLst>
                  <a:path w="2312" h="661" extrusionOk="0">
                    <a:moveTo>
                      <a:pt x="100" y="1"/>
                    </a:moveTo>
                    <a:cubicBezTo>
                      <a:pt x="46" y="1"/>
                      <a:pt x="1" y="45"/>
                      <a:pt x="1" y="100"/>
                    </a:cubicBezTo>
                    <a:lnTo>
                      <a:pt x="1" y="562"/>
                    </a:lnTo>
                    <a:cubicBezTo>
                      <a:pt x="1" y="615"/>
                      <a:pt x="45" y="660"/>
                      <a:pt x="100" y="660"/>
                    </a:cubicBezTo>
                    <a:lnTo>
                      <a:pt x="2213" y="660"/>
                    </a:lnTo>
                    <a:cubicBezTo>
                      <a:pt x="2267" y="660"/>
                      <a:pt x="2311" y="616"/>
                      <a:pt x="2311" y="562"/>
                    </a:cubicBezTo>
                    <a:lnTo>
                      <a:pt x="2311" y="100"/>
                    </a:lnTo>
                    <a:cubicBezTo>
                      <a:pt x="2311" y="45"/>
                      <a:pt x="2267" y="1"/>
                      <a:pt x="221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Google Shape;1570;p40"/>
              <p:cNvSpPr/>
              <p:nvPr/>
            </p:nvSpPr>
            <p:spPr>
              <a:xfrm>
                <a:off x="7731655" y="535002"/>
                <a:ext cx="39869" cy="15484"/>
              </a:xfrm>
              <a:custGeom>
                <a:avLst/>
                <a:gdLst/>
                <a:ahLst/>
                <a:cxnLst/>
                <a:rect l="l" t="t" r="r" b="b"/>
                <a:pathLst>
                  <a:path w="1704" h="661" extrusionOk="0">
                    <a:moveTo>
                      <a:pt x="99" y="1"/>
                    </a:moveTo>
                    <a:cubicBezTo>
                      <a:pt x="44" y="1"/>
                      <a:pt x="1" y="45"/>
                      <a:pt x="1" y="100"/>
                    </a:cubicBezTo>
                    <a:lnTo>
                      <a:pt x="1" y="562"/>
                    </a:lnTo>
                    <a:cubicBezTo>
                      <a:pt x="1" y="615"/>
                      <a:pt x="44" y="660"/>
                      <a:pt x="99" y="660"/>
                    </a:cubicBezTo>
                    <a:lnTo>
                      <a:pt x="1605" y="660"/>
                    </a:lnTo>
                    <a:cubicBezTo>
                      <a:pt x="1659" y="660"/>
                      <a:pt x="1703" y="616"/>
                      <a:pt x="1703" y="562"/>
                    </a:cubicBezTo>
                    <a:lnTo>
                      <a:pt x="1703" y="100"/>
                    </a:lnTo>
                    <a:cubicBezTo>
                      <a:pt x="1703" y="45"/>
                      <a:pt x="1659" y="1"/>
                      <a:pt x="1605" y="1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Google Shape;1571;p40"/>
              <p:cNvSpPr/>
              <p:nvPr/>
            </p:nvSpPr>
            <p:spPr>
              <a:xfrm>
                <a:off x="7756176" y="551658"/>
                <a:ext cx="309432" cy="26541"/>
              </a:xfrm>
              <a:custGeom>
                <a:avLst/>
                <a:gdLst/>
                <a:ahLst/>
                <a:cxnLst/>
                <a:rect l="l" t="t" r="r" b="b"/>
                <a:pathLst>
                  <a:path w="13225" h="1133" extrusionOk="0">
                    <a:moveTo>
                      <a:pt x="154" y="1"/>
                    </a:moveTo>
                    <a:cubicBezTo>
                      <a:pt x="70" y="1"/>
                      <a:pt x="0" y="69"/>
                      <a:pt x="0" y="154"/>
                    </a:cubicBezTo>
                    <a:cubicBezTo>
                      <a:pt x="1" y="228"/>
                      <a:pt x="55" y="292"/>
                      <a:pt x="128" y="303"/>
                    </a:cubicBezTo>
                    <a:lnTo>
                      <a:pt x="4746" y="1033"/>
                    </a:lnTo>
                    <a:cubicBezTo>
                      <a:pt x="5162" y="1099"/>
                      <a:pt x="5580" y="1133"/>
                      <a:pt x="6001" y="1133"/>
                    </a:cubicBezTo>
                    <a:lnTo>
                      <a:pt x="9476" y="1133"/>
                    </a:lnTo>
                    <a:cubicBezTo>
                      <a:pt x="10789" y="1133"/>
                      <a:pt x="12075" y="766"/>
                      <a:pt x="13190" y="74"/>
                    </a:cubicBezTo>
                    <a:cubicBezTo>
                      <a:pt x="13225" y="53"/>
                      <a:pt x="13209" y="1"/>
                      <a:pt x="1316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Google Shape;1572;p40"/>
              <p:cNvSpPr/>
              <p:nvPr/>
            </p:nvSpPr>
            <p:spPr>
              <a:xfrm>
                <a:off x="7315343" y="587146"/>
                <a:ext cx="402156" cy="238373"/>
              </a:xfrm>
              <a:custGeom>
                <a:avLst/>
                <a:gdLst/>
                <a:ahLst/>
                <a:cxnLst/>
                <a:rect l="l" t="t" r="r" b="b"/>
                <a:pathLst>
                  <a:path w="17188" h="10176" extrusionOk="0">
                    <a:moveTo>
                      <a:pt x="17188" y="0"/>
                    </a:moveTo>
                    <a:lnTo>
                      <a:pt x="16937" y="131"/>
                    </a:lnTo>
                    <a:cubicBezTo>
                      <a:pt x="16937" y="905"/>
                      <a:pt x="16501" y="1614"/>
                      <a:pt x="15810" y="1962"/>
                    </a:cubicBezTo>
                    <a:lnTo>
                      <a:pt x="1" y="9937"/>
                    </a:lnTo>
                    <a:cubicBezTo>
                      <a:pt x="98" y="10084"/>
                      <a:pt x="264" y="10176"/>
                      <a:pt x="443" y="10176"/>
                    </a:cubicBezTo>
                    <a:cubicBezTo>
                      <a:pt x="523" y="10176"/>
                      <a:pt x="605" y="10157"/>
                      <a:pt x="684" y="10116"/>
                    </a:cubicBezTo>
                    <a:lnTo>
                      <a:pt x="17188" y="1651"/>
                    </a:lnTo>
                    <a:lnTo>
                      <a:pt x="17188" y="0"/>
                    </a:ln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Google Shape;1573;p40"/>
              <p:cNvSpPr/>
              <p:nvPr/>
            </p:nvSpPr>
            <p:spPr>
              <a:xfrm>
                <a:off x="6895943" y="846695"/>
                <a:ext cx="38816" cy="60530"/>
              </a:xfrm>
              <a:custGeom>
                <a:avLst/>
                <a:gdLst/>
                <a:ahLst/>
                <a:cxnLst/>
                <a:rect l="l" t="t" r="r" b="b"/>
                <a:pathLst>
                  <a:path w="1659" h="2584" extrusionOk="0">
                    <a:moveTo>
                      <a:pt x="252" y="0"/>
                    </a:moveTo>
                    <a:cubicBezTo>
                      <a:pt x="174" y="0"/>
                      <a:pt x="101" y="38"/>
                      <a:pt x="56" y="103"/>
                    </a:cubicBezTo>
                    <a:cubicBezTo>
                      <a:pt x="11" y="169"/>
                      <a:pt x="1" y="251"/>
                      <a:pt x="30" y="323"/>
                    </a:cubicBezTo>
                    <a:lnTo>
                      <a:pt x="821" y="2428"/>
                    </a:lnTo>
                    <a:cubicBezTo>
                      <a:pt x="857" y="2522"/>
                      <a:pt x="947" y="2584"/>
                      <a:pt x="1046" y="2584"/>
                    </a:cubicBezTo>
                    <a:lnTo>
                      <a:pt x="1408" y="2584"/>
                    </a:lnTo>
                    <a:cubicBezTo>
                      <a:pt x="1486" y="2584"/>
                      <a:pt x="1559" y="2545"/>
                      <a:pt x="1604" y="2481"/>
                    </a:cubicBezTo>
                    <a:cubicBezTo>
                      <a:pt x="1649" y="2417"/>
                      <a:pt x="1658" y="2334"/>
                      <a:pt x="1630" y="2261"/>
                    </a:cubicBezTo>
                    <a:lnTo>
                      <a:pt x="840" y="155"/>
                    </a:lnTo>
                    <a:cubicBezTo>
                      <a:pt x="804" y="63"/>
                      <a:pt x="714" y="0"/>
                      <a:pt x="61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Google Shape;1574;p40"/>
              <p:cNvSpPr/>
              <p:nvPr/>
            </p:nvSpPr>
            <p:spPr>
              <a:xfrm>
                <a:off x="6898540" y="849460"/>
                <a:ext cx="33716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441" h="2348" extrusionOk="0">
                    <a:moveTo>
                      <a:pt x="144" y="0"/>
                    </a:moveTo>
                    <a:cubicBezTo>
                      <a:pt x="58" y="0"/>
                      <a:pt x="1" y="84"/>
                      <a:pt x="30" y="164"/>
                    </a:cubicBezTo>
                    <a:lnTo>
                      <a:pt x="821" y="2270"/>
                    </a:lnTo>
                    <a:cubicBezTo>
                      <a:pt x="839" y="2317"/>
                      <a:pt x="885" y="2348"/>
                      <a:pt x="935" y="2348"/>
                    </a:cubicBezTo>
                    <a:lnTo>
                      <a:pt x="1298" y="2348"/>
                    </a:lnTo>
                    <a:cubicBezTo>
                      <a:pt x="1382" y="2348"/>
                      <a:pt x="1441" y="2263"/>
                      <a:pt x="1412" y="2184"/>
                    </a:cubicBezTo>
                    <a:lnTo>
                      <a:pt x="621" y="78"/>
                    </a:lnTo>
                    <a:cubicBezTo>
                      <a:pt x="603" y="31"/>
                      <a:pt x="556" y="0"/>
                      <a:pt x="50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Google Shape;1575;p40"/>
              <p:cNvSpPr/>
              <p:nvPr/>
            </p:nvSpPr>
            <p:spPr>
              <a:xfrm>
                <a:off x="6898540" y="849460"/>
                <a:ext cx="26088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115" h="2348" extrusionOk="0">
                    <a:moveTo>
                      <a:pt x="144" y="0"/>
                    </a:moveTo>
                    <a:cubicBezTo>
                      <a:pt x="58" y="0"/>
                      <a:pt x="1" y="84"/>
                      <a:pt x="30" y="164"/>
                    </a:cubicBezTo>
                    <a:lnTo>
                      <a:pt x="821" y="2270"/>
                    </a:lnTo>
                    <a:cubicBezTo>
                      <a:pt x="839" y="2317"/>
                      <a:pt x="885" y="2348"/>
                      <a:pt x="935" y="2348"/>
                    </a:cubicBezTo>
                    <a:lnTo>
                      <a:pt x="971" y="2348"/>
                    </a:lnTo>
                    <a:cubicBezTo>
                      <a:pt x="1056" y="2348"/>
                      <a:pt x="1114" y="2263"/>
                      <a:pt x="1088" y="2184"/>
                    </a:cubicBezTo>
                    <a:lnTo>
                      <a:pt x="295" y="78"/>
                    </a:lnTo>
                    <a:cubicBezTo>
                      <a:pt x="278" y="31"/>
                      <a:pt x="231" y="0"/>
                      <a:pt x="181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Google Shape;1576;p40"/>
              <p:cNvSpPr/>
              <p:nvPr/>
            </p:nvSpPr>
            <p:spPr>
              <a:xfrm>
                <a:off x="6934175" y="846695"/>
                <a:ext cx="38793" cy="60530"/>
              </a:xfrm>
              <a:custGeom>
                <a:avLst/>
                <a:gdLst/>
                <a:ahLst/>
                <a:cxnLst/>
                <a:rect l="l" t="t" r="r" b="b"/>
                <a:pathLst>
                  <a:path w="1658" h="2584" extrusionOk="0">
                    <a:moveTo>
                      <a:pt x="252" y="0"/>
                    </a:moveTo>
                    <a:cubicBezTo>
                      <a:pt x="174" y="0"/>
                      <a:pt x="100" y="38"/>
                      <a:pt x="56" y="103"/>
                    </a:cubicBezTo>
                    <a:cubicBezTo>
                      <a:pt x="11" y="169"/>
                      <a:pt x="1" y="251"/>
                      <a:pt x="28" y="323"/>
                    </a:cubicBezTo>
                    <a:lnTo>
                      <a:pt x="820" y="2428"/>
                    </a:lnTo>
                    <a:cubicBezTo>
                      <a:pt x="856" y="2522"/>
                      <a:pt x="945" y="2584"/>
                      <a:pt x="1044" y="2584"/>
                    </a:cubicBezTo>
                    <a:lnTo>
                      <a:pt x="1407" y="2584"/>
                    </a:lnTo>
                    <a:cubicBezTo>
                      <a:pt x="1485" y="2584"/>
                      <a:pt x="1558" y="2545"/>
                      <a:pt x="1603" y="2481"/>
                    </a:cubicBezTo>
                    <a:cubicBezTo>
                      <a:pt x="1648" y="2417"/>
                      <a:pt x="1658" y="2334"/>
                      <a:pt x="1630" y="2261"/>
                    </a:cubicBezTo>
                    <a:lnTo>
                      <a:pt x="838" y="155"/>
                    </a:lnTo>
                    <a:cubicBezTo>
                      <a:pt x="803" y="63"/>
                      <a:pt x="713" y="0"/>
                      <a:pt x="61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Google Shape;1577;p40"/>
              <p:cNvSpPr/>
              <p:nvPr/>
            </p:nvSpPr>
            <p:spPr>
              <a:xfrm>
                <a:off x="6936725" y="849460"/>
                <a:ext cx="33739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442" h="2348" extrusionOk="0">
                    <a:moveTo>
                      <a:pt x="144" y="0"/>
                    </a:moveTo>
                    <a:cubicBezTo>
                      <a:pt x="58" y="0"/>
                      <a:pt x="0" y="84"/>
                      <a:pt x="30" y="164"/>
                    </a:cubicBezTo>
                    <a:lnTo>
                      <a:pt x="821" y="2270"/>
                    </a:lnTo>
                    <a:cubicBezTo>
                      <a:pt x="838" y="2317"/>
                      <a:pt x="884" y="2348"/>
                      <a:pt x="935" y="2348"/>
                    </a:cubicBezTo>
                    <a:lnTo>
                      <a:pt x="1298" y="2348"/>
                    </a:lnTo>
                    <a:cubicBezTo>
                      <a:pt x="1383" y="2348"/>
                      <a:pt x="1441" y="2263"/>
                      <a:pt x="1411" y="2184"/>
                    </a:cubicBezTo>
                    <a:lnTo>
                      <a:pt x="621" y="78"/>
                    </a:lnTo>
                    <a:cubicBezTo>
                      <a:pt x="603" y="31"/>
                      <a:pt x="557" y="0"/>
                      <a:pt x="50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Google Shape;1578;p40"/>
              <p:cNvSpPr/>
              <p:nvPr/>
            </p:nvSpPr>
            <p:spPr>
              <a:xfrm>
                <a:off x="6936725" y="849460"/>
                <a:ext cx="26088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115" h="2348" extrusionOk="0">
                    <a:moveTo>
                      <a:pt x="144" y="0"/>
                    </a:moveTo>
                    <a:cubicBezTo>
                      <a:pt x="58" y="0"/>
                      <a:pt x="0" y="84"/>
                      <a:pt x="30" y="164"/>
                    </a:cubicBezTo>
                    <a:lnTo>
                      <a:pt x="821" y="2270"/>
                    </a:lnTo>
                    <a:cubicBezTo>
                      <a:pt x="839" y="2317"/>
                      <a:pt x="885" y="2348"/>
                      <a:pt x="935" y="2348"/>
                    </a:cubicBezTo>
                    <a:lnTo>
                      <a:pt x="973" y="2348"/>
                    </a:lnTo>
                    <a:cubicBezTo>
                      <a:pt x="1057" y="2348"/>
                      <a:pt x="1114" y="2263"/>
                      <a:pt x="1087" y="2184"/>
                    </a:cubicBezTo>
                    <a:lnTo>
                      <a:pt x="296" y="78"/>
                    </a:lnTo>
                    <a:cubicBezTo>
                      <a:pt x="277" y="31"/>
                      <a:pt x="231" y="0"/>
                      <a:pt x="181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Google Shape;1579;p40"/>
              <p:cNvSpPr/>
              <p:nvPr/>
            </p:nvSpPr>
            <p:spPr>
              <a:xfrm>
                <a:off x="6972359" y="846695"/>
                <a:ext cx="38793" cy="60530"/>
              </a:xfrm>
              <a:custGeom>
                <a:avLst/>
                <a:gdLst/>
                <a:ahLst/>
                <a:cxnLst/>
                <a:rect l="l" t="t" r="r" b="b"/>
                <a:pathLst>
                  <a:path w="1658" h="2584" extrusionOk="0">
                    <a:moveTo>
                      <a:pt x="252" y="0"/>
                    </a:moveTo>
                    <a:cubicBezTo>
                      <a:pt x="174" y="0"/>
                      <a:pt x="100" y="38"/>
                      <a:pt x="56" y="103"/>
                    </a:cubicBezTo>
                    <a:cubicBezTo>
                      <a:pt x="11" y="169"/>
                      <a:pt x="0" y="251"/>
                      <a:pt x="28" y="323"/>
                    </a:cubicBezTo>
                    <a:lnTo>
                      <a:pt x="821" y="2428"/>
                    </a:lnTo>
                    <a:cubicBezTo>
                      <a:pt x="856" y="2522"/>
                      <a:pt x="945" y="2584"/>
                      <a:pt x="1044" y="2584"/>
                    </a:cubicBezTo>
                    <a:lnTo>
                      <a:pt x="1406" y="2584"/>
                    </a:lnTo>
                    <a:cubicBezTo>
                      <a:pt x="1485" y="2584"/>
                      <a:pt x="1558" y="2545"/>
                      <a:pt x="1603" y="2481"/>
                    </a:cubicBezTo>
                    <a:cubicBezTo>
                      <a:pt x="1647" y="2417"/>
                      <a:pt x="1658" y="2334"/>
                      <a:pt x="1630" y="2261"/>
                    </a:cubicBezTo>
                    <a:lnTo>
                      <a:pt x="839" y="155"/>
                    </a:lnTo>
                    <a:cubicBezTo>
                      <a:pt x="802" y="63"/>
                      <a:pt x="713" y="0"/>
                      <a:pt x="61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Google Shape;1580;p40"/>
              <p:cNvSpPr/>
              <p:nvPr/>
            </p:nvSpPr>
            <p:spPr>
              <a:xfrm>
                <a:off x="6974886" y="849460"/>
                <a:ext cx="33739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442" h="2348" extrusionOk="0">
                    <a:moveTo>
                      <a:pt x="145" y="0"/>
                    </a:moveTo>
                    <a:cubicBezTo>
                      <a:pt x="59" y="0"/>
                      <a:pt x="1" y="84"/>
                      <a:pt x="31" y="164"/>
                    </a:cubicBezTo>
                    <a:lnTo>
                      <a:pt x="821" y="2270"/>
                    </a:lnTo>
                    <a:cubicBezTo>
                      <a:pt x="840" y="2317"/>
                      <a:pt x="886" y="2348"/>
                      <a:pt x="936" y="2348"/>
                    </a:cubicBezTo>
                    <a:lnTo>
                      <a:pt x="1298" y="2348"/>
                    </a:lnTo>
                    <a:cubicBezTo>
                      <a:pt x="1383" y="2348"/>
                      <a:pt x="1442" y="2263"/>
                      <a:pt x="1413" y="2184"/>
                    </a:cubicBezTo>
                    <a:lnTo>
                      <a:pt x="621" y="78"/>
                    </a:lnTo>
                    <a:cubicBezTo>
                      <a:pt x="604" y="31"/>
                      <a:pt x="558" y="0"/>
                      <a:pt x="50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Google Shape;1581;p40"/>
              <p:cNvSpPr/>
              <p:nvPr/>
            </p:nvSpPr>
            <p:spPr>
              <a:xfrm>
                <a:off x="6974886" y="849460"/>
                <a:ext cx="26135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2348" extrusionOk="0">
                    <a:moveTo>
                      <a:pt x="145" y="0"/>
                    </a:moveTo>
                    <a:cubicBezTo>
                      <a:pt x="59" y="0"/>
                      <a:pt x="1" y="84"/>
                      <a:pt x="31" y="164"/>
                    </a:cubicBezTo>
                    <a:lnTo>
                      <a:pt x="821" y="2270"/>
                    </a:lnTo>
                    <a:cubicBezTo>
                      <a:pt x="840" y="2317"/>
                      <a:pt x="886" y="2348"/>
                      <a:pt x="936" y="2348"/>
                    </a:cubicBezTo>
                    <a:lnTo>
                      <a:pt x="973" y="2348"/>
                    </a:lnTo>
                    <a:cubicBezTo>
                      <a:pt x="1057" y="2348"/>
                      <a:pt x="1117" y="2263"/>
                      <a:pt x="1088" y="2184"/>
                    </a:cubicBezTo>
                    <a:lnTo>
                      <a:pt x="296" y="78"/>
                    </a:lnTo>
                    <a:cubicBezTo>
                      <a:pt x="278" y="31"/>
                      <a:pt x="232" y="0"/>
                      <a:pt x="182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Google Shape;1582;p40"/>
              <p:cNvSpPr/>
              <p:nvPr/>
            </p:nvSpPr>
            <p:spPr>
              <a:xfrm>
                <a:off x="7010567" y="846695"/>
                <a:ext cx="38816" cy="60530"/>
              </a:xfrm>
              <a:custGeom>
                <a:avLst/>
                <a:gdLst/>
                <a:ahLst/>
                <a:cxnLst/>
                <a:rect l="l" t="t" r="r" b="b"/>
                <a:pathLst>
                  <a:path w="1659" h="2584" extrusionOk="0">
                    <a:moveTo>
                      <a:pt x="252" y="0"/>
                    </a:moveTo>
                    <a:cubicBezTo>
                      <a:pt x="173" y="0"/>
                      <a:pt x="100" y="38"/>
                      <a:pt x="55" y="103"/>
                    </a:cubicBezTo>
                    <a:cubicBezTo>
                      <a:pt x="11" y="169"/>
                      <a:pt x="1" y="251"/>
                      <a:pt x="29" y="323"/>
                    </a:cubicBezTo>
                    <a:lnTo>
                      <a:pt x="819" y="2428"/>
                    </a:lnTo>
                    <a:cubicBezTo>
                      <a:pt x="854" y="2522"/>
                      <a:pt x="944" y="2584"/>
                      <a:pt x="1043" y="2584"/>
                    </a:cubicBezTo>
                    <a:lnTo>
                      <a:pt x="1407" y="2584"/>
                    </a:lnTo>
                    <a:cubicBezTo>
                      <a:pt x="1485" y="2584"/>
                      <a:pt x="1558" y="2545"/>
                      <a:pt x="1603" y="2481"/>
                    </a:cubicBezTo>
                    <a:cubicBezTo>
                      <a:pt x="1648" y="2417"/>
                      <a:pt x="1658" y="2334"/>
                      <a:pt x="1630" y="2261"/>
                    </a:cubicBezTo>
                    <a:lnTo>
                      <a:pt x="839" y="155"/>
                    </a:lnTo>
                    <a:cubicBezTo>
                      <a:pt x="803" y="63"/>
                      <a:pt x="714" y="0"/>
                      <a:pt x="61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Google Shape;1583;p40"/>
              <p:cNvSpPr/>
              <p:nvPr/>
            </p:nvSpPr>
            <p:spPr>
              <a:xfrm>
                <a:off x="7013094" y="849460"/>
                <a:ext cx="33739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442" h="2348" extrusionOk="0">
                    <a:moveTo>
                      <a:pt x="144" y="0"/>
                    </a:moveTo>
                    <a:cubicBezTo>
                      <a:pt x="58" y="0"/>
                      <a:pt x="1" y="84"/>
                      <a:pt x="29" y="164"/>
                    </a:cubicBezTo>
                    <a:lnTo>
                      <a:pt x="821" y="2270"/>
                    </a:lnTo>
                    <a:cubicBezTo>
                      <a:pt x="839" y="2317"/>
                      <a:pt x="885" y="2348"/>
                      <a:pt x="935" y="2348"/>
                    </a:cubicBezTo>
                    <a:lnTo>
                      <a:pt x="1298" y="2348"/>
                    </a:lnTo>
                    <a:cubicBezTo>
                      <a:pt x="1382" y="2348"/>
                      <a:pt x="1442" y="2263"/>
                      <a:pt x="1412" y="2184"/>
                    </a:cubicBezTo>
                    <a:lnTo>
                      <a:pt x="621" y="78"/>
                    </a:lnTo>
                    <a:cubicBezTo>
                      <a:pt x="603" y="31"/>
                      <a:pt x="557" y="0"/>
                      <a:pt x="50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Google Shape;1584;p40"/>
              <p:cNvSpPr/>
              <p:nvPr/>
            </p:nvSpPr>
            <p:spPr>
              <a:xfrm>
                <a:off x="7013094" y="849460"/>
                <a:ext cx="26112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116" h="2348" extrusionOk="0">
                    <a:moveTo>
                      <a:pt x="144" y="0"/>
                    </a:moveTo>
                    <a:cubicBezTo>
                      <a:pt x="58" y="0"/>
                      <a:pt x="1" y="84"/>
                      <a:pt x="29" y="164"/>
                    </a:cubicBezTo>
                    <a:lnTo>
                      <a:pt x="821" y="2270"/>
                    </a:lnTo>
                    <a:cubicBezTo>
                      <a:pt x="839" y="2317"/>
                      <a:pt x="885" y="2348"/>
                      <a:pt x="935" y="2348"/>
                    </a:cubicBezTo>
                    <a:lnTo>
                      <a:pt x="972" y="2348"/>
                    </a:lnTo>
                    <a:cubicBezTo>
                      <a:pt x="1057" y="2348"/>
                      <a:pt x="1115" y="2263"/>
                      <a:pt x="1085" y="2184"/>
                    </a:cubicBezTo>
                    <a:lnTo>
                      <a:pt x="294" y="78"/>
                    </a:lnTo>
                    <a:cubicBezTo>
                      <a:pt x="275" y="31"/>
                      <a:pt x="229" y="0"/>
                      <a:pt x="180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5" name="Google Shape;1585;p40"/>
              <p:cNvSpPr/>
              <p:nvPr/>
            </p:nvSpPr>
            <p:spPr>
              <a:xfrm>
                <a:off x="7480249" y="816079"/>
                <a:ext cx="164204" cy="25346"/>
              </a:xfrm>
              <a:custGeom>
                <a:avLst/>
                <a:gdLst/>
                <a:ahLst/>
                <a:cxnLst/>
                <a:rect l="l" t="t" r="r" b="b"/>
                <a:pathLst>
                  <a:path w="7018" h="1082" extrusionOk="0">
                    <a:moveTo>
                      <a:pt x="361" y="1"/>
                    </a:moveTo>
                    <a:cubicBezTo>
                      <a:pt x="162" y="1"/>
                      <a:pt x="0" y="163"/>
                      <a:pt x="0" y="361"/>
                    </a:cubicBezTo>
                    <a:lnTo>
                      <a:pt x="0" y="722"/>
                    </a:lnTo>
                    <a:cubicBezTo>
                      <a:pt x="0" y="749"/>
                      <a:pt x="3" y="774"/>
                      <a:pt x="9" y="800"/>
                    </a:cubicBezTo>
                    <a:cubicBezTo>
                      <a:pt x="45" y="962"/>
                      <a:pt x="189" y="1082"/>
                      <a:pt x="360" y="1082"/>
                    </a:cubicBezTo>
                    <a:lnTo>
                      <a:pt x="6477" y="1082"/>
                    </a:lnTo>
                    <a:cubicBezTo>
                      <a:pt x="6626" y="1082"/>
                      <a:pt x="6762" y="1020"/>
                      <a:pt x="6859" y="923"/>
                    </a:cubicBezTo>
                    <a:cubicBezTo>
                      <a:pt x="6957" y="825"/>
                      <a:pt x="7017" y="690"/>
                      <a:pt x="7017" y="541"/>
                    </a:cubicBezTo>
                    <a:cubicBezTo>
                      <a:pt x="7017" y="295"/>
                      <a:pt x="6854" y="88"/>
                      <a:pt x="6629" y="22"/>
                    </a:cubicBezTo>
                    <a:cubicBezTo>
                      <a:pt x="6581" y="9"/>
                      <a:pt x="6530" y="1"/>
                      <a:pt x="647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6" name="Google Shape;1586;p40"/>
              <p:cNvSpPr/>
              <p:nvPr/>
            </p:nvSpPr>
            <p:spPr>
              <a:xfrm>
                <a:off x="7480296" y="816079"/>
                <a:ext cx="156365" cy="18740"/>
              </a:xfrm>
              <a:custGeom>
                <a:avLst/>
                <a:gdLst/>
                <a:ahLst/>
                <a:cxnLst/>
                <a:rect l="l" t="t" r="r" b="b"/>
                <a:pathLst>
                  <a:path w="6683" h="800" extrusionOk="0">
                    <a:moveTo>
                      <a:pt x="360" y="1"/>
                    </a:moveTo>
                    <a:cubicBezTo>
                      <a:pt x="161" y="1"/>
                      <a:pt x="0" y="163"/>
                      <a:pt x="0" y="361"/>
                    </a:cubicBezTo>
                    <a:lnTo>
                      <a:pt x="0" y="722"/>
                    </a:lnTo>
                    <a:cubicBezTo>
                      <a:pt x="0" y="749"/>
                      <a:pt x="2" y="774"/>
                      <a:pt x="8" y="800"/>
                    </a:cubicBezTo>
                    <a:lnTo>
                      <a:pt x="6143" y="800"/>
                    </a:lnTo>
                    <a:cubicBezTo>
                      <a:pt x="6292" y="800"/>
                      <a:pt x="6426" y="738"/>
                      <a:pt x="6525" y="641"/>
                    </a:cubicBezTo>
                    <a:cubicBezTo>
                      <a:pt x="6622" y="543"/>
                      <a:pt x="6683" y="408"/>
                      <a:pt x="6683" y="259"/>
                    </a:cubicBezTo>
                    <a:cubicBezTo>
                      <a:pt x="6683" y="174"/>
                      <a:pt x="6663" y="93"/>
                      <a:pt x="6628" y="22"/>
                    </a:cubicBezTo>
                    <a:cubicBezTo>
                      <a:pt x="6580" y="9"/>
                      <a:pt x="6529" y="1"/>
                      <a:pt x="647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7" name="Google Shape;1587;p40"/>
              <p:cNvSpPr/>
              <p:nvPr/>
            </p:nvSpPr>
            <p:spPr>
              <a:xfrm>
                <a:off x="6878418" y="775366"/>
                <a:ext cx="173025" cy="40736"/>
              </a:xfrm>
              <a:custGeom>
                <a:avLst/>
                <a:gdLst/>
                <a:ahLst/>
                <a:cxnLst/>
                <a:rect l="l" t="t" r="r" b="b"/>
                <a:pathLst>
                  <a:path w="7395" h="1739" extrusionOk="0">
                    <a:moveTo>
                      <a:pt x="31" y="1"/>
                    </a:moveTo>
                    <a:cubicBezTo>
                      <a:pt x="15" y="1"/>
                      <a:pt x="0" y="15"/>
                      <a:pt x="0" y="31"/>
                    </a:cubicBezTo>
                    <a:lnTo>
                      <a:pt x="0" y="1708"/>
                    </a:lnTo>
                    <a:cubicBezTo>
                      <a:pt x="0" y="1726"/>
                      <a:pt x="15" y="1739"/>
                      <a:pt x="31" y="1739"/>
                    </a:cubicBezTo>
                    <a:lnTo>
                      <a:pt x="7364" y="1739"/>
                    </a:lnTo>
                    <a:cubicBezTo>
                      <a:pt x="7382" y="1739"/>
                      <a:pt x="7394" y="1726"/>
                      <a:pt x="7394" y="1708"/>
                    </a:cubicBezTo>
                    <a:lnTo>
                      <a:pt x="7394" y="31"/>
                    </a:lnTo>
                    <a:cubicBezTo>
                      <a:pt x="7394" y="15"/>
                      <a:pt x="7380" y="1"/>
                      <a:pt x="7364" y="1"/>
                    </a:cubicBezTo>
                    <a:close/>
                  </a:path>
                </a:pathLst>
              </a:custGeom>
              <a:solidFill>
                <a:srgbClr val="8BAAD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8" name="Google Shape;1588;p40"/>
              <p:cNvSpPr/>
              <p:nvPr/>
            </p:nvSpPr>
            <p:spPr>
              <a:xfrm>
                <a:off x="6874277" y="775343"/>
                <a:ext cx="173048" cy="40760"/>
              </a:xfrm>
              <a:custGeom>
                <a:avLst/>
                <a:gdLst/>
                <a:ahLst/>
                <a:cxnLst/>
                <a:rect l="l" t="t" r="r" b="b"/>
                <a:pathLst>
                  <a:path w="7396" h="1740" extrusionOk="0">
                    <a:moveTo>
                      <a:pt x="467" y="1"/>
                    </a:moveTo>
                    <a:cubicBezTo>
                      <a:pt x="209" y="1"/>
                      <a:pt x="1" y="210"/>
                      <a:pt x="1" y="467"/>
                    </a:cubicBezTo>
                    <a:lnTo>
                      <a:pt x="1" y="1273"/>
                    </a:lnTo>
                    <a:cubicBezTo>
                      <a:pt x="1" y="1532"/>
                      <a:pt x="209" y="1740"/>
                      <a:pt x="467" y="1740"/>
                    </a:cubicBezTo>
                    <a:lnTo>
                      <a:pt x="6928" y="1740"/>
                    </a:lnTo>
                    <a:cubicBezTo>
                      <a:pt x="7186" y="1740"/>
                      <a:pt x="7395" y="1532"/>
                      <a:pt x="7395" y="1273"/>
                    </a:cubicBezTo>
                    <a:lnTo>
                      <a:pt x="7395" y="467"/>
                    </a:lnTo>
                    <a:cubicBezTo>
                      <a:pt x="7395" y="210"/>
                      <a:pt x="7186" y="1"/>
                      <a:pt x="692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9" name="Google Shape;1589;p40"/>
              <p:cNvSpPr/>
              <p:nvPr/>
            </p:nvSpPr>
            <p:spPr>
              <a:xfrm>
                <a:off x="6874277" y="775343"/>
                <a:ext cx="158963" cy="27267"/>
              </a:xfrm>
              <a:custGeom>
                <a:avLst/>
                <a:gdLst/>
                <a:ahLst/>
                <a:cxnLst/>
                <a:rect l="l" t="t" r="r" b="b"/>
                <a:pathLst>
                  <a:path w="6794" h="1164" extrusionOk="0">
                    <a:moveTo>
                      <a:pt x="467" y="1"/>
                    </a:moveTo>
                    <a:cubicBezTo>
                      <a:pt x="209" y="1"/>
                      <a:pt x="1" y="210"/>
                      <a:pt x="1" y="467"/>
                    </a:cubicBezTo>
                    <a:lnTo>
                      <a:pt x="1" y="708"/>
                    </a:lnTo>
                    <a:cubicBezTo>
                      <a:pt x="1" y="959"/>
                      <a:pt x="204" y="1164"/>
                      <a:pt x="455" y="1164"/>
                    </a:cubicBezTo>
                    <a:lnTo>
                      <a:pt x="6326" y="1164"/>
                    </a:lnTo>
                    <a:cubicBezTo>
                      <a:pt x="6584" y="1164"/>
                      <a:pt x="6793" y="954"/>
                      <a:pt x="6793" y="697"/>
                    </a:cubicBezTo>
                    <a:lnTo>
                      <a:pt x="6793" y="514"/>
                    </a:lnTo>
                    <a:cubicBezTo>
                      <a:pt x="6793" y="230"/>
                      <a:pt x="6562" y="1"/>
                      <a:pt x="6279" y="1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590" name="Google Shape;1590;p40"/>
              <p:cNvGrpSpPr/>
              <p:nvPr/>
            </p:nvGrpSpPr>
            <p:grpSpPr>
              <a:xfrm>
                <a:off x="6586020" y="1067968"/>
                <a:ext cx="773287" cy="33310"/>
                <a:chOff x="6586020" y="1067968"/>
                <a:chExt cx="773287" cy="33310"/>
              </a:xfrm>
            </p:grpSpPr>
            <p:sp>
              <p:nvSpPr>
                <p:cNvPr id="1591" name="Google Shape;1591;p40"/>
                <p:cNvSpPr/>
                <p:nvPr/>
              </p:nvSpPr>
              <p:spPr>
                <a:xfrm>
                  <a:off x="6586020" y="1067968"/>
                  <a:ext cx="773287" cy="3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050" h="1422" extrusionOk="0">
                      <a:moveTo>
                        <a:pt x="710" y="1"/>
                      </a:moveTo>
                      <a:cubicBezTo>
                        <a:pt x="319" y="1"/>
                        <a:pt x="1" y="319"/>
                        <a:pt x="1" y="712"/>
                      </a:cubicBezTo>
                      <a:cubicBezTo>
                        <a:pt x="1" y="1103"/>
                        <a:pt x="319" y="1421"/>
                        <a:pt x="710" y="1421"/>
                      </a:cubicBezTo>
                      <a:lnTo>
                        <a:pt x="32339" y="1421"/>
                      </a:lnTo>
                      <a:cubicBezTo>
                        <a:pt x="32731" y="1421"/>
                        <a:pt x="33049" y="1103"/>
                        <a:pt x="33049" y="712"/>
                      </a:cubicBezTo>
                      <a:cubicBezTo>
                        <a:pt x="33049" y="319"/>
                        <a:pt x="32731" y="1"/>
                        <a:pt x="3233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92" name="Google Shape;1592;p40"/>
                <p:cNvSpPr/>
                <p:nvPr/>
              </p:nvSpPr>
              <p:spPr>
                <a:xfrm>
                  <a:off x="6586020" y="1067968"/>
                  <a:ext cx="773287" cy="3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050" h="1422" extrusionOk="0">
                      <a:moveTo>
                        <a:pt x="710" y="1"/>
                      </a:moveTo>
                      <a:cubicBezTo>
                        <a:pt x="319" y="1"/>
                        <a:pt x="1" y="319"/>
                        <a:pt x="1" y="712"/>
                      </a:cubicBezTo>
                      <a:cubicBezTo>
                        <a:pt x="1" y="1103"/>
                        <a:pt x="319" y="1421"/>
                        <a:pt x="710" y="1421"/>
                      </a:cubicBezTo>
                      <a:lnTo>
                        <a:pt x="32339" y="1421"/>
                      </a:lnTo>
                      <a:cubicBezTo>
                        <a:pt x="32731" y="1421"/>
                        <a:pt x="33049" y="1103"/>
                        <a:pt x="33049" y="712"/>
                      </a:cubicBezTo>
                      <a:cubicBezTo>
                        <a:pt x="33049" y="319"/>
                        <a:pt x="32731" y="1"/>
                        <a:pt x="32339" y="1"/>
                      </a:cubicBezTo>
                      <a:close/>
                    </a:path>
                  </a:pathLst>
                </a:custGeom>
                <a:solidFill>
                  <a:srgbClr val="000000">
                    <a:alpha val="2024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593" name="Google Shape;1593;p40"/>
              <p:cNvGrpSpPr/>
              <p:nvPr/>
            </p:nvGrpSpPr>
            <p:grpSpPr>
              <a:xfrm>
                <a:off x="6584452" y="921163"/>
                <a:ext cx="776516" cy="180115"/>
                <a:chOff x="6584452" y="921163"/>
                <a:chExt cx="776516" cy="180115"/>
              </a:xfrm>
            </p:grpSpPr>
            <p:sp>
              <p:nvSpPr>
                <p:cNvPr id="1594" name="Google Shape;1594;p40"/>
                <p:cNvSpPr/>
                <p:nvPr/>
              </p:nvSpPr>
              <p:spPr>
                <a:xfrm>
                  <a:off x="6584452" y="921163"/>
                  <a:ext cx="776516" cy="1801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188" h="7689" extrusionOk="0">
                      <a:moveTo>
                        <a:pt x="8891" y="1"/>
                      </a:moveTo>
                      <a:cubicBezTo>
                        <a:pt x="7501" y="1"/>
                        <a:pt x="6194" y="543"/>
                        <a:pt x="5211" y="1525"/>
                      </a:cubicBezTo>
                      <a:lnTo>
                        <a:pt x="277" y="6459"/>
                      </a:lnTo>
                      <a:cubicBezTo>
                        <a:pt x="0" y="6738"/>
                        <a:pt x="0" y="7187"/>
                        <a:pt x="277" y="7464"/>
                      </a:cubicBezTo>
                      <a:cubicBezTo>
                        <a:pt x="415" y="7602"/>
                        <a:pt x="597" y="7671"/>
                        <a:pt x="779" y="7671"/>
                      </a:cubicBezTo>
                      <a:cubicBezTo>
                        <a:pt x="961" y="7671"/>
                        <a:pt x="1143" y="7602"/>
                        <a:pt x="1281" y="7464"/>
                      </a:cubicBezTo>
                      <a:lnTo>
                        <a:pt x="6215" y="2530"/>
                      </a:lnTo>
                      <a:cubicBezTo>
                        <a:pt x="6929" y="1816"/>
                        <a:pt x="7878" y="1422"/>
                        <a:pt x="8889" y="1422"/>
                      </a:cubicBezTo>
                      <a:lnTo>
                        <a:pt x="24395" y="1422"/>
                      </a:lnTo>
                      <a:cubicBezTo>
                        <a:pt x="25329" y="1422"/>
                        <a:pt x="26209" y="1786"/>
                        <a:pt x="26871" y="2448"/>
                      </a:cubicBezTo>
                      <a:lnTo>
                        <a:pt x="31904" y="7481"/>
                      </a:lnTo>
                      <a:cubicBezTo>
                        <a:pt x="32043" y="7620"/>
                        <a:pt x="32224" y="7688"/>
                        <a:pt x="32406" y="7688"/>
                      </a:cubicBezTo>
                      <a:cubicBezTo>
                        <a:pt x="32588" y="7688"/>
                        <a:pt x="32771" y="7620"/>
                        <a:pt x="32910" y="7479"/>
                      </a:cubicBezTo>
                      <a:cubicBezTo>
                        <a:pt x="33187" y="7203"/>
                        <a:pt x="33187" y="6753"/>
                        <a:pt x="32910" y="6476"/>
                      </a:cubicBezTo>
                      <a:lnTo>
                        <a:pt x="27876" y="1442"/>
                      </a:lnTo>
                      <a:cubicBezTo>
                        <a:pt x="26947" y="512"/>
                        <a:pt x="25711" y="1"/>
                        <a:pt x="2439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95" name="Google Shape;1595;p40"/>
                <p:cNvSpPr/>
                <p:nvPr/>
              </p:nvSpPr>
              <p:spPr>
                <a:xfrm>
                  <a:off x="6584452" y="921163"/>
                  <a:ext cx="776516" cy="1801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188" h="7689" extrusionOk="0">
                      <a:moveTo>
                        <a:pt x="8891" y="1"/>
                      </a:moveTo>
                      <a:cubicBezTo>
                        <a:pt x="7501" y="1"/>
                        <a:pt x="6194" y="543"/>
                        <a:pt x="5211" y="1525"/>
                      </a:cubicBezTo>
                      <a:lnTo>
                        <a:pt x="277" y="6459"/>
                      </a:lnTo>
                      <a:cubicBezTo>
                        <a:pt x="0" y="6738"/>
                        <a:pt x="0" y="7187"/>
                        <a:pt x="277" y="7464"/>
                      </a:cubicBezTo>
                      <a:cubicBezTo>
                        <a:pt x="415" y="7602"/>
                        <a:pt x="597" y="7671"/>
                        <a:pt x="779" y="7671"/>
                      </a:cubicBezTo>
                      <a:cubicBezTo>
                        <a:pt x="961" y="7671"/>
                        <a:pt x="1143" y="7602"/>
                        <a:pt x="1281" y="7464"/>
                      </a:cubicBezTo>
                      <a:lnTo>
                        <a:pt x="6215" y="2530"/>
                      </a:lnTo>
                      <a:cubicBezTo>
                        <a:pt x="6929" y="1816"/>
                        <a:pt x="7878" y="1422"/>
                        <a:pt x="8889" y="1422"/>
                      </a:cubicBezTo>
                      <a:lnTo>
                        <a:pt x="24395" y="1422"/>
                      </a:lnTo>
                      <a:cubicBezTo>
                        <a:pt x="25329" y="1422"/>
                        <a:pt x="26209" y="1786"/>
                        <a:pt x="26871" y="2448"/>
                      </a:cubicBezTo>
                      <a:lnTo>
                        <a:pt x="31904" y="7481"/>
                      </a:lnTo>
                      <a:cubicBezTo>
                        <a:pt x="32043" y="7620"/>
                        <a:pt x="32224" y="7688"/>
                        <a:pt x="32406" y="7688"/>
                      </a:cubicBezTo>
                      <a:cubicBezTo>
                        <a:pt x="32588" y="7688"/>
                        <a:pt x="32771" y="7620"/>
                        <a:pt x="32910" y="7479"/>
                      </a:cubicBezTo>
                      <a:cubicBezTo>
                        <a:pt x="33187" y="7203"/>
                        <a:pt x="33187" y="6753"/>
                        <a:pt x="32910" y="6476"/>
                      </a:cubicBezTo>
                      <a:lnTo>
                        <a:pt x="27876" y="1442"/>
                      </a:lnTo>
                      <a:cubicBezTo>
                        <a:pt x="26947" y="512"/>
                        <a:pt x="25711" y="1"/>
                        <a:pt x="24397" y="1"/>
                      </a:cubicBezTo>
                      <a:close/>
                    </a:path>
                  </a:pathLst>
                </a:custGeom>
                <a:solidFill>
                  <a:srgbClr val="000000">
                    <a:alpha val="124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1596" name="Google Shape;1596;p40"/>
          <p:cNvGrpSpPr/>
          <p:nvPr/>
        </p:nvGrpSpPr>
        <p:grpSpPr>
          <a:xfrm>
            <a:off x="-646237" y="3946300"/>
            <a:ext cx="10436575" cy="1197200"/>
            <a:chOff x="-646237" y="3946300"/>
            <a:chExt cx="10436575" cy="1197200"/>
          </a:xfrm>
        </p:grpSpPr>
        <p:grpSp>
          <p:nvGrpSpPr>
            <p:cNvPr id="1597" name="Google Shape;1597;p40"/>
            <p:cNvGrpSpPr/>
            <p:nvPr/>
          </p:nvGrpSpPr>
          <p:grpSpPr>
            <a:xfrm>
              <a:off x="-646237" y="4340034"/>
              <a:ext cx="10436575" cy="803466"/>
              <a:chOff x="0" y="4340034"/>
              <a:chExt cx="10436575" cy="803466"/>
            </a:xfrm>
          </p:grpSpPr>
          <p:sp>
            <p:nvSpPr>
              <p:cNvPr id="1598" name="Google Shape;1598;p40"/>
              <p:cNvSpPr/>
              <p:nvPr/>
            </p:nvSpPr>
            <p:spPr>
              <a:xfrm rot="10800000">
                <a:off x="2007684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9" name="Google Shape;1599;p40"/>
              <p:cNvSpPr/>
              <p:nvPr/>
            </p:nvSpPr>
            <p:spPr>
              <a:xfrm rot="10800000" flipH="1">
                <a:off x="0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0" name="Google Shape;1600;p40"/>
              <p:cNvSpPr/>
              <p:nvPr/>
            </p:nvSpPr>
            <p:spPr>
              <a:xfrm rot="10800000">
                <a:off x="5184834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1" name="Google Shape;1601;p40"/>
              <p:cNvSpPr/>
              <p:nvPr/>
            </p:nvSpPr>
            <p:spPr>
              <a:xfrm rot="10800000" flipH="1">
                <a:off x="3177150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2" name="Google Shape;1602;p40"/>
              <p:cNvSpPr/>
              <p:nvPr/>
            </p:nvSpPr>
            <p:spPr>
              <a:xfrm rot="10800000">
                <a:off x="8428909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3" name="Google Shape;1603;p40"/>
              <p:cNvSpPr/>
              <p:nvPr/>
            </p:nvSpPr>
            <p:spPr>
              <a:xfrm rot="10800000" flipH="1">
                <a:off x="6421225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04" name="Google Shape;1604;p40"/>
            <p:cNvGrpSpPr/>
            <p:nvPr/>
          </p:nvGrpSpPr>
          <p:grpSpPr>
            <a:xfrm>
              <a:off x="3964812" y="4033230"/>
              <a:ext cx="1307895" cy="575273"/>
              <a:chOff x="2161713" y="3315239"/>
              <a:chExt cx="607984" cy="267420"/>
            </a:xfrm>
          </p:grpSpPr>
          <p:sp>
            <p:nvSpPr>
              <p:cNvPr id="1605" name="Google Shape;1605;p40"/>
              <p:cNvSpPr/>
              <p:nvPr/>
            </p:nvSpPr>
            <p:spPr>
              <a:xfrm>
                <a:off x="2161713" y="3351361"/>
                <a:ext cx="191789" cy="231298"/>
              </a:xfrm>
              <a:custGeom>
                <a:avLst/>
                <a:gdLst/>
                <a:ahLst/>
                <a:cxnLst/>
                <a:rect l="l" t="t" r="r" b="b"/>
                <a:pathLst>
                  <a:path w="8197" h="9874" extrusionOk="0">
                    <a:moveTo>
                      <a:pt x="7172" y="1"/>
                    </a:moveTo>
                    <a:lnTo>
                      <a:pt x="7172" y="1"/>
                    </a:lnTo>
                    <a:cubicBezTo>
                      <a:pt x="4099" y="1599"/>
                      <a:pt x="3892" y="4964"/>
                      <a:pt x="3523" y="7464"/>
                    </a:cubicBezTo>
                    <a:cubicBezTo>
                      <a:pt x="3359" y="5580"/>
                      <a:pt x="2090" y="985"/>
                      <a:pt x="0" y="616"/>
                    </a:cubicBezTo>
                    <a:lnTo>
                      <a:pt x="0" y="616"/>
                    </a:lnTo>
                    <a:cubicBezTo>
                      <a:pt x="2705" y="2746"/>
                      <a:pt x="1844" y="9874"/>
                      <a:pt x="1844" y="9874"/>
                    </a:cubicBezTo>
                    <a:lnTo>
                      <a:pt x="7909" y="9874"/>
                    </a:lnTo>
                    <a:cubicBezTo>
                      <a:pt x="8196" y="7044"/>
                      <a:pt x="7172" y="3279"/>
                      <a:pt x="7172" y="3278"/>
                    </a:cubicBezTo>
                    <a:lnTo>
                      <a:pt x="7172" y="3278"/>
                    </a:lnTo>
                    <a:cubicBezTo>
                      <a:pt x="7172" y="3279"/>
                      <a:pt x="7295" y="6966"/>
                      <a:pt x="5819" y="7704"/>
                    </a:cubicBezTo>
                    <a:cubicBezTo>
                      <a:pt x="5123" y="6351"/>
                      <a:pt x="5328" y="2131"/>
                      <a:pt x="7172" y="1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Google Shape;1606;p40"/>
              <p:cNvSpPr/>
              <p:nvPr/>
            </p:nvSpPr>
            <p:spPr>
              <a:xfrm>
                <a:off x="2378304" y="3315239"/>
                <a:ext cx="217878" cy="267420"/>
              </a:xfrm>
              <a:custGeom>
                <a:avLst/>
                <a:gdLst/>
                <a:ahLst/>
                <a:cxnLst/>
                <a:rect l="l" t="t" r="r" b="b"/>
                <a:pathLst>
                  <a:path w="9312" h="11416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5510" y="2559"/>
                      <a:pt x="2346" y="11416"/>
                      <a:pt x="2346" y="11416"/>
                    </a:cubicBezTo>
                    <a:lnTo>
                      <a:pt x="7642" y="11416"/>
                    </a:lnTo>
                    <a:cubicBezTo>
                      <a:pt x="7642" y="11416"/>
                      <a:pt x="5118" y="3709"/>
                      <a:pt x="9312" y="1102"/>
                    </a:cubicBezTo>
                    <a:lnTo>
                      <a:pt x="9312" y="1102"/>
                    </a:lnTo>
                    <a:cubicBezTo>
                      <a:pt x="6368" y="1913"/>
                      <a:pt x="5407" y="4656"/>
                      <a:pt x="5300" y="9241"/>
                    </a:cubicBezTo>
                    <a:cubicBezTo>
                      <a:pt x="4768" y="2950"/>
                      <a:pt x="2098" y="533"/>
                      <a:pt x="1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Google Shape;1607;p40"/>
              <p:cNvSpPr/>
              <p:nvPr/>
            </p:nvSpPr>
            <p:spPr>
              <a:xfrm>
                <a:off x="2587220" y="3358716"/>
                <a:ext cx="182477" cy="223943"/>
              </a:xfrm>
              <a:custGeom>
                <a:avLst/>
                <a:gdLst/>
                <a:ahLst/>
                <a:cxnLst/>
                <a:rect l="l" t="t" r="r" b="b"/>
                <a:pathLst>
                  <a:path w="7799" h="9560" extrusionOk="0">
                    <a:moveTo>
                      <a:pt x="7799" y="0"/>
                    </a:moveTo>
                    <a:lnTo>
                      <a:pt x="7799" y="0"/>
                    </a:lnTo>
                    <a:cubicBezTo>
                      <a:pt x="6042" y="447"/>
                      <a:pt x="3806" y="2471"/>
                      <a:pt x="3360" y="7739"/>
                    </a:cubicBezTo>
                    <a:cubicBezTo>
                      <a:pt x="3271" y="3901"/>
                      <a:pt x="2466" y="1603"/>
                      <a:pt x="0" y="923"/>
                    </a:cubicBezTo>
                    <a:lnTo>
                      <a:pt x="0" y="923"/>
                    </a:lnTo>
                    <a:cubicBezTo>
                      <a:pt x="3513" y="3107"/>
                      <a:pt x="1399" y="9560"/>
                      <a:pt x="1399" y="9560"/>
                    </a:cubicBezTo>
                    <a:lnTo>
                      <a:pt x="5835" y="9560"/>
                    </a:lnTo>
                    <a:cubicBezTo>
                      <a:pt x="5835" y="9560"/>
                      <a:pt x="3186" y="2144"/>
                      <a:pt x="7799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Google Shape;1608;p40"/>
              <p:cNvSpPr/>
              <p:nvPr/>
            </p:nvSpPr>
            <p:spPr>
              <a:xfrm>
                <a:off x="2321682" y="3399054"/>
                <a:ext cx="152388" cy="183605"/>
              </a:xfrm>
              <a:custGeom>
                <a:avLst/>
                <a:gdLst/>
                <a:ahLst/>
                <a:cxnLst/>
                <a:rect l="l" t="t" r="r" b="b"/>
                <a:pathLst>
                  <a:path w="6513" h="7838" extrusionOk="0">
                    <a:moveTo>
                      <a:pt x="6513" y="0"/>
                    </a:moveTo>
                    <a:lnTo>
                      <a:pt x="6513" y="0"/>
                    </a:lnTo>
                    <a:cubicBezTo>
                      <a:pt x="2237" y="1667"/>
                      <a:pt x="2572" y="6951"/>
                      <a:pt x="2572" y="6951"/>
                    </a:cubicBezTo>
                    <a:cubicBezTo>
                      <a:pt x="2572" y="6951"/>
                      <a:pt x="1771" y="2944"/>
                      <a:pt x="3140" y="1174"/>
                    </a:cubicBezTo>
                    <a:lnTo>
                      <a:pt x="3140" y="1174"/>
                    </a:lnTo>
                    <a:cubicBezTo>
                      <a:pt x="1" y="2977"/>
                      <a:pt x="1069" y="7838"/>
                      <a:pt x="1069" y="7838"/>
                    </a:cubicBezTo>
                    <a:lnTo>
                      <a:pt x="1069" y="7837"/>
                    </a:lnTo>
                    <a:lnTo>
                      <a:pt x="5578" y="7837"/>
                    </a:lnTo>
                    <a:cubicBezTo>
                      <a:pt x="5578" y="7837"/>
                      <a:pt x="3707" y="3277"/>
                      <a:pt x="6513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Google Shape;1609;p40"/>
              <p:cNvSpPr/>
              <p:nvPr/>
            </p:nvSpPr>
            <p:spPr>
              <a:xfrm>
                <a:off x="2514150" y="3328451"/>
                <a:ext cx="164414" cy="254208"/>
              </a:xfrm>
              <a:custGeom>
                <a:avLst/>
                <a:gdLst/>
                <a:ahLst/>
                <a:cxnLst/>
                <a:rect l="l" t="t" r="r" b="b"/>
                <a:pathLst>
                  <a:path w="7027" h="10852" extrusionOk="0">
                    <a:moveTo>
                      <a:pt x="7027" y="0"/>
                    </a:moveTo>
                    <a:lnTo>
                      <a:pt x="7027" y="0"/>
                    </a:lnTo>
                    <a:cubicBezTo>
                      <a:pt x="3755" y="1988"/>
                      <a:pt x="2954" y="9623"/>
                      <a:pt x="2954" y="9623"/>
                    </a:cubicBezTo>
                    <a:cubicBezTo>
                      <a:pt x="2954" y="9623"/>
                      <a:pt x="1950" y="2100"/>
                      <a:pt x="1" y="1563"/>
                    </a:cubicBezTo>
                    <a:lnTo>
                      <a:pt x="1" y="1563"/>
                    </a:lnTo>
                    <a:cubicBezTo>
                      <a:pt x="2751" y="6649"/>
                      <a:pt x="831" y="10852"/>
                      <a:pt x="831" y="10852"/>
                    </a:cubicBezTo>
                    <a:lnTo>
                      <a:pt x="5468" y="10852"/>
                    </a:lnTo>
                    <a:cubicBezTo>
                      <a:pt x="5468" y="10852"/>
                      <a:pt x="2924" y="5144"/>
                      <a:pt x="7027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10" name="Google Shape;1610;p40"/>
            <p:cNvGrpSpPr/>
            <p:nvPr/>
          </p:nvGrpSpPr>
          <p:grpSpPr>
            <a:xfrm>
              <a:off x="218815" y="3946300"/>
              <a:ext cx="767639" cy="575285"/>
              <a:chOff x="1286413" y="3306853"/>
              <a:chExt cx="450519" cy="337648"/>
            </a:xfrm>
          </p:grpSpPr>
          <p:sp>
            <p:nvSpPr>
              <p:cNvPr id="1611" name="Google Shape;1611;p40"/>
              <p:cNvSpPr/>
              <p:nvPr/>
            </p:nvSpPr>
            <p:spPr>
              <a:xfrm>
                <a:off x="1357869" y="3306853"/>
                <a:ext cx="275108" cy="337625"/>
              </a:xfrm>
              <a:custGeom>
                <a:avLst/>
                <a:gdLst/>
                <a:ahLst/>
                <a:cxnLst/>
                <a:rect l="l" t="t" r="r" b="b"/>
                <a:pathLst>
                  <a:path w="11758" h="14413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6955" y="3231"/>
                      <a:pt x="2962" y="14412"/>
                      <a:pt x="2962" y="14412"/>
                    </a:cubicBezTo>
                    <a:lnTo>
                      <a:pt x="9648" y="14412"/>
                    </a:lnTo>
                    <a:cubicBezTo>
                      <a:pt x="9648" y="14412"/>
                      <a:pt x="6461" y="4682"/>
                      <a:pt x="11757" y="1391"/>
                    </a:cubicBezTo>
                    <a:lnTo>
                      <a:pt x="11757" y="1391"/>
                    </a:lnTo>
                    <a:cubicBezTo>
                      <a:pt x="8039" y="2415"/>
                      <a:pt x="6825" y="5880"/>
                      <a:pt x="6691" y="11668"/>
                    </a:cubicBezTo>
                    <a:cubicBezTo>
                      <a:pt x="6018" y="3724"/>
                      <a:pt x="2648" y="673"/>
                      <a:pt x="0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Google Shape;1612;p40"/>
              <p:cNvSpPr/>
              <p:nvPr/>
            </p:nvSpPr>
            <p:spPr>
              <a:xfrm>
                <a:off x="1286413" y="3412664"/>
                <a:ext cx="192374" cy="231814"/>
              </a:xfrm>
              <a:custGeom>
                <a:avLst/>
                <a:gdLst/>
                <a:ahLst/>
                <a:cxnLst/>
                <a:rect l="l" t="t" r="r" b="b"/>
                <a:pathLst>
                  <a:path w="8222" h="9896" extrusionOk="0">
                    <a:moveTo>
                      <a:pt x="8222" y="1"/>
                    </a:moveTo>
                    <a:lnTo>
                      <a:pt x="8222" y="1"/>
                    </a:lnTo>
                    <a:cubicBezTo>
                      <a:pt x="2825" y="2105"/>
                      <a:pt x="3247" y="8774"/>
                      <a:pt x="3247" y="8774"/>
                    </a:cubicBezTo>
                    <a:cubicBezTo>
                      <a:pt x="3247" y="8774"/>
                      <a:pt x="2235" y="3716"/>
                      <a:pt x="3963" y="1482"/>
                    </a:cubicBezTo>
                    <a:lnTo>
                      <a:pt x="3963" y="1482"/>
                    </a:lnTo>
                    <a:cubicBezTo>
                      <a:pt x="1" y="3758"/>
                      <a:pt x="1350" y="9895"/>
                      <a:pt x="1350" y="9895"/>
                    </a:cubicBezTo>
                    <a:lnTo>
                      <a:pt x="1350" y="9894"/>
                    </a:lnTo>
                    <a:lnTo>
                      <a:pt x="7041" y="9894"/>
                    </a:lnTo>
                    <a:cubicBezTo>
                      <a:pt x="7041" y="9894"/>
                      <a:pt x="4682" y="4138"/>
                      <a:pt x="8222" y="1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Google Shape;1613;p40"/>
              <p:cNvSpPr/>
              <p:nvPr/>
            </p:nvSpPr>
            <p:spPr>
              <a:xfrm>
                <a:off x="1529349" y="3323555"/>
                <a:ext cx="207583" cy="320946"/>
              </a:xfrm>
              <a:custGeom>
                <a:avLst/>
                <a:gdLst/>
                <a:ahLst/>
                <a:cxnLst/>
                <a:rect l="l" t="t" r="r" b="b"/>
                <a:pathLst>
                  <a:path w="8872" h="13701" extrusionOk="0">
                    <a:moveTo>
                      <a:pt x="8872" y="0"/>
                    </a:moveTo>
                    <a:lnTo>
                      <a:pt x="8872" y="0"/>
                    </a:lnTo>
                    <a:cubicBezTo>
                      <a:pt x="4741" y="2510"/>
                      <a:pt x="3730" y="12147"/>
                      <a:pt x="3730" y="12147"/>
                    </a:cubicBezTo>
                    <a:cubicBezTo>
                      <a:pt x="3730" y="12147"/>
                      <a:pt x="2463" y="2651"/>
                      <a:pt x="1" y="1973"/>
                    </a:cubicBezTo>
                    <a:lnTo>
                      <a:pt x="1" y="1973"/>
                    </a:lnTo>
                    <a:cubicBezTo>
                      <a:pt x="3473" y="8392"/>
                      <a:pt x="1049" y="13699"/>
                      <a:pt x="1049" y="13699"/>
                    </a:cubicBezTo>
                    <a:lnTo>
                      <a:pt x="6905" y="13700"/>
                    </a:lnTo>
                    <a:cubicBezTo>
                      <a:pt x="6905" y="13700"/>
                      <a:pt x="3693" y="6494"/>
                      <a:pt x="8872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14" name="Google Shape;1614;p40"/>
            <p:cNvGrpSpPr/>
            <p:nvPr/>
          </p:nvGrpSpPr>
          <p:grpSpPr>
            <a:xfrm>
              <a:off x="8251040" y="3946300"/>
              <a:ext cx="767639" cy="575285"/>
              <a:chOff x="1286413" y="3306853"/>
              <a:chExt cx="450519" cy="337648"/>
            </a:xfrm>
          </p:grpSpPr>
          <p:sp>
            <p:nvSpPr>
              <p:cNvPr id="1615" name="Google Shape;1615;p40"/>
              <p:cNvSpPr/>
              <p:nvPr/>
            </p:nvSpPr>
            <p:spPr>
              <a:xfrm>
                <a:off x="1357869" y="3306853"/>
                <a:ext cx="275108" cy="337625"/>
              </a:xfrm>
              <a:custGeom>
                <a:avLst/>
                <a:gdLst/>
                <a:ahLst/>
                <a:cxnLst/>
                <a:rect l="l" t="t" r="r" b="b"/>
                <a:pathLst>
                  <a:path w="11758" h="14413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6955" y="3231"/>
                      <a:pt x="2962" y="14412"/>
                      <a:pt x="2962" y="14412"/>
                    </a:cubicBezTo>
                    <a:lnTo>
                      <a:pt x="9648" y="14412"/>
                    </a:lnTo>
                    <a:cubicBezTo>
                      <a:pt x="9648" y="14412"/>
                      <a:pt x="6461" y="4682"/>
                      <a:pt x="11757" y="1391"/>
                    </a:cubicBezTo>
                    <a:lnTo>
                      <a:pt x="11757" y="1391"/>
                    </a:lnTo>
                    <a:cubicBezTo>
                      <a:pt x="8039" y="2415"/>
                      <a:pt x="6825" y="5880"/>
                      <a:pt x="6691" y="11668"/>
                    </a:cubicBezTo>
                    <a:cubicBezTo>
                      <a:pt x="6018" y="3724"/>
                      <a:pt x="2648" y="673"/>
                      <a:pt x="0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Google Shape;1616;p40"/>
              <p:cNvSpPr/>
              <p:nvPr/>
            </p:nvSpPr>
            <p:spPr>
              <a:xfrm>
                <a:off x="1286413" y="3412664"/>
                <a:ext cx="192374" cy="231814"/>
              </a:xfrm>
              <a:custGeom>
                <a:avLst/>
                <a:gdLst/>
                <a:ahLst/>
                <a:cxnLst/>
                <a:rect l="l" t="t" r="r" b="b"/>
                <a:pathLst>
                  <a:path w="8222" h="9896" extrusionOk="0">
                    <a:moveTo>
                      <a:pt x="8222" y="1"/>
                    </a:moveTo>
                    <a:lnTo>
                      <a:pt x="8222" y="1"/>
                    </a:lnTo>
                    <a:cubicBezTo>
                      <a:pt x="2825" y="2105"/>
                      <a:pt x="3247" y="8774"/>
                      <a:pt x="3247" y="8774"/>
                    </a:cubicBezTo>
                    <a:cubicBezTo>
                      <a:pt x="3247" y="8774"/>
                      <a:pt x="2235" y="3716"/>
                      <a:pt x="3963" y="1482"/>
                    </a:cubicBezTo>
                    <a:lnTo>
                      <a:pt x="3963" y="1482"/>
                    </a:lnTo>
                    <a:cubicBezTo>
                      <a:pt x="1" y="3758"/>
                      <a:pt x="1350" y="9895"/>
                      <a:pt x="1350" y="9895"/>
                    </a:cubicBezTo>
                    <a:lnTo>
                      <a:pt x="1350" y="9894"/>
                    </a:lnTo>
                    <a:lnTo>
                      <a:pt x="7041" y="9894"/>
                    </a:lnTo>
                    <a:cubicBezTo>
                      <a:pt x="7041" y="9894"/>
                      <a:pt x="4682" y="4138"/>
                      <a:pt x="8222" y="1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Google Shape;1617;p40"/>
              <p:cNvSpPr/>
              <p:nvPr/>
            </p:nvSpPr>
            <p:spPr>
              <a:xfrm>
                <a:off x="1529349" y="3323555"/>
                <a:ext cx="207583" cy="320946"/>
              </a:xfrm>
              <a:custGeom>
                <a:avLst/>
                <a:gdLst/>
                <a:ahLst/>
                <a:cxnLst/>
                <a:rect l="l" t="t" r="r" b="b"/>
                <a:pathLst>
                  <a:path w="8872" h="13701" extrusionOk="0">
                    <a:moveTo>
                      <a:pt x="8872" y="0"/>
                    </a:moveTo>
                    <a:lnTo>
                      <a:pt x="8872" y="0"/>
                    </a:lnTo>
                    <a:cubicBezTo>
                      <a:pt x="4741" y="2510"/>
                      <a:pt x="3730" y="12147"/>
                      <a:pt x="3730" y="12147"/>
                    </a:cubicBezTo>
                    <a:cubicBezTo>
                      <a:pt x="3730" y="12147"/>
                      <a:pt x="2463" y="2651"/>
                      <a:pt x="1" y="1973"/>
                    </a:cubicBezTo>
                    <a:lnTo>
                      <a:pt x="1" y="1973"/>
                    </a:lnTo>
                    <a:cubicBezTo>
                      <a:pt x="3473" y="8392"/>
                      <a:pt x="1049" y="13699"/>
                      <a:pt x="1049" y="13699"/>
                    </a:cubicBezTo>
                    <a:lnTo>
                      <a:pt x="6905" y="13700"/>
                    </a:lnTo>
                    <a:cubicBezTo>
                      <a:pt x="6905" y="13700"/>
                      <a:pt x="3693" y="6494"/>
                      <a:pt x="8872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18" name="Google Shape;1618;p40"/>
          <p:cNvGrpSpPr/>
          <p:nvPr/>
        </p:nvGrpSpPr>
        <p:grpSpPr>
          <a:xfrm flipH="1">
            <a:off x="2033750" y="1019193"/>
            <a:ext cx="1875013" cy="3823907"/>
            <a:chOff x="640550" y="1023118"/>
            <a:chExt cx="1875013" cy="3823907"/>
          </a:xfrm>
        </p:grpSpPr>
        <p:sp>
          <p:nvSpPr>
            <p:cNvPr id="1619" name="Google Shape;1619;p40"/>
            <p:cNvSpPr/>
            <p:nvPr/>
          </p:nvSpPr>
          <p:spPr>
            <a:xfrm>
              <a:off x="640550" y="4655925"/>
              <a:ext cx="1653900" cy="191100"/>
            </a:xfrm>
            <a:prstGeom prst="ellipse">
              <a:avLst/>
            </a:prstGeom>
            <a:solidFill>
              <a:srgbClr val="000000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0" name="Google Shape;1620;p40"/>
            <p:cNvSpPr/>
            <p:nvPr/>
          </p:nvSpPr>
          <p:spPr>
            <a:xfrm>
              <a:off x="1864567" y="2322841"/>
              <a:ext cx="469048" cy="249437"/>
            </a:xfrm>
            <a:custGeom>
              <a:avLst/>
              <a:gdLst/>
              <a:ahLst/>
              <a:cxnLst/>
              <a:rect l="l" t="t" r="r" b="b"/>
              <a:pathLst>
                <a:path w="8404" h="4464" extrusionOk="0">
                  <a:moveTo>
                    <a:pt x="1604" y="1"/>
                  </a:moveTo>
                  <a:lnTo>
                    <a:pt x="1" y="1219"/>
                  </a:lnTo>
                  <a:lnTo>
                    <a:pt x="5898" y="4464"/>
                  </a:lnTo>
                  <a:lnTo>
                    <a:pt x="8403" y="3410"/>
                  </a:lnTo>
                  <a:lnTo>
                    <a:pt x="1604" y="1"/>
                  </a:lnTo>
                  <a:close/>
                </a:path>
              </a:pathLst>
            </a:custGeom>
            <a:solidFill>
              <a:srgbClr val="FCA3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" name="Google Shape;1621;p40"/>
            <p:cNvSpPr/>
            <p:nvPr/>
          </p:nvSpPr>
          <p:spPr>
            <a:xfrm>
              <a:off x="1794801" y="2093238"/>
              <a:ext cx="251938" cy="351693"/>
            </a:xfrm>
            <a:custGeom>
              <a:avLst/>
              <a:gdLst/>
              <a:ahLst/>
              <a:cxnLst/>
              <a:rect l="l" t="t" r="r" b="b"/>
              <a:pathLst>
                <a:path w="4514" h="6294" extrusionOk="0">
                  <a:moveTo>
                    <a:pt x="1314" y="0"/>
                  </a:moveTo>
                  <a:cubicBezTo>
                    <a:pt x="1039" y="0"/>
                    <a:pt x="795" y="37"/>
                    <a:pt x="608" y="88"/>
                  </a:cubicBezTo>
                  <a:cubicBezTo>
                    <a:pt x="572" y="238"/>
                    <a:pt x="538" y="391"/>
                    <a:pt x="504" y="544"/>
                  </a:cubicBezTo>
                  <a:cubicBezTo>
                    <a:pt x="468" y="703"/>
                    <a:pt x="433" y="864"/>
                    <a:pt x="401" y="1024"/>
                  </a:cubicBezTo>
                  <a:cubicBezTo>
                    <a:pt x="61" y="2639"/>
                    <a:pt x="85" y="3596"/>
                    <a:pt x="1" y="4861"/>
                  </a:cubicBezTo>
                  <a:lnTo>
                    <a:pt x="2478" y="6293"/>
                  </a:lnTo>
                  <a:cubicBezTo>
                    <a:pt x="2478" y="6293"/>
                    <a:pt x="3259" y="4355"/>
                    <a:pt x="4207" y="1652"/>
                  </a:cubicBezTo>
                  <a:cubicBezTo>
                    <a:pt x="4288" y="1422"/>
                    <a:pt x="4368" y="1192"/>
                    <a:pt x="4446" y="962"/>
                  </a:cubicBezTo>
                  <a:cubicBezTo>
                    <a:pt x="4468" y="896"/>
                    <a:pt x="4492" y="831"/>
                    <a:pt x="4513" y="764"/>
                  </a:cubicBezTo>
                  <a:cubicBezTo>
                    <a:pt x="4257" y="659"/>
                    <a:pt x="3405" y="628"/>
                    <a:pt x="2510" y="242"/>
                  </a:cubicBezTo>
                  <a:cubicBezTo>
                    <a:pt x="2096" y="64"/>
                    <a:pt x="1678" y="0"/>
                    <a:pt x="1314" y="0"/>
                  </a:cubicBezTo>
                  <a:close/>
                </a:path>
              </a:pathLst>
            </a:custGeom>
            <a:solidFill>
              <a:srgbClr val="FCA3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" name="Google Shape;1622;p40"/>
            <p:cNvSpPr/>
            <p:nvPr/>
          </p:nvSpPr>
          <p:spPr>
            <a:xfrm>
              <a:off x="1806857" y="1762720"/>
              <a:ext cx="321368" cy="377732"/>
            </a:xfrm>
            <a:custGeom>
              <a:avLst/>
              <a:gdLst/>
              <a:ahLst/>
              <a:cxnLst/>
              <a:rect l="l" t="t" r="r" b="b"/>
              <a:pathLst>
                <a:path w="5758" h="6760" extrusionOk="0">
                  <a:moveTo>
                    <a:pt x="4120" y="1"/>
                  </a:moveTo>
                  <a:cubicBezTo>
                    <a:pt x="4034" y="1"/>
                    <a:pt x="3946" y="5"/>
                    <a:pt x="3855" y="13"/>
                  </a:cubicBezTo>
                  <a:cubicBezTo>
                    <a:pt x="1123" y="250"/>
                    <a:pt x="36" y="6028"/>
                    <a:pt x="1" y="6213"/>
                  </a:cubicBezTo>
                  <a:cubicBezTo>
                    <a:pt x="9" y="6178"/>
                    <a:pt x="56" y="6136"/>
                    <a:pt x="135" y="6095"/>
                  </a:cubicBezTo>
                  <a:cubicBezTo>
                    <a:pt x="201" y="6062"/>
                    <a:pt x="288" y="6030"/>
                    <a:pt x="391" y="6003"/>
                  </a:cubicBezTo>
                  <a:cubicBezTo>
                    <a:pt x="578" y="5952"/>
                    <a:pt x="821" y="5915"/>
                    <a:pt x="1096" y="5915"/>
                  </a:cubicBezTo>
                  <a:cubicBezTo>
                    <a:pt x="1392" y="5915"/>
                    <a:pt x="1725" y="5958"/>
                    <a:pt x="2062" y="6070"/>
                  </a:cubicBezTo>
                  <a:cubicBezTo>
                    <a:pt x="2139" y="6096"/>
                    <a:pt x="2216" y="6124"/>
                    <a:pt x="2293" y="6157"/>
                  </a:cubicBezTo>
                  <a:cubicBezTo>
                    <a:pt x="3188" y="6543"/>
                    <a:pt x="4040" y="6575"/>
                    <a:pt x="4296" y="6680"/>
                  </a:cubicBezTo>
                  <a:cubicBezTo>
                    <a:pt x="4343" y="6700"/>
                    <a:pt x="4370" y="6721"/>
                    <a:pt x="4374" y="6747"/>
                  </a:cubicBezTo>
                  <a:cubicBezTo>
                    <a:pt x="4375" y="6751"/>
                    <a:pt x="4375" y="6754"/>
                    <a:pt x="4375" y="6759"/>
                  </a:cubicBezTo>
                  <a:cubicBezTo>
                    <a:pt x="5386" y="4210"/>
                    <a:pt x="5757" y="2861"/>
                    <a:pt x="5609" y="1555"/>
                  </a:cubicBezTo>
                  <a:cubicBezTo>
                    <a:pt x="5493" y="519"/>
                    <a:pt x="5048" y="108"/>
                    <a:pt x="4409" y="19"/>
                  </a:cubicBezTo>
                  <a:cubicBezTo>
                    <a:pt x="4316" y="7"/>
                    <a:pt x="4220" y="1"/>
                    <a:pt x="41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" name="Google Shape;1623;p40"/>
            <p:cNvSpPr/>
            <p:nvPr/>
          </p:nvSpPr>
          <p:spPr>
            <a:xfrm>
              <a:off x="1817126" y="2093294"/>
              <a:ext cx="229613" cy="92254"/>
            </a:xfrm>
            <a:custGeom>
              <a:avLst/>
              <a:gdLst/>
              <a:ahLst/>
              <a:cxnLst/>
              <a:rect l="l" t="t" r="r" b="b"/>
              <a:pathLst>
                <a:path w="4114" h="1651" extrusionOk="0">
                  <a:moveTo>
                    <a:pt x="915" y="0"/>
                  </a:moveTo>
                  <a:cubicBezTo>
                    <a:pt x="640" y="0"/>
                    <a:pt x="395" y="37"/>
                    <a:pt x="208" y="88"/>
                  </a:cubicBezTo>
                  <a:cubicBezTo>
                    <a:pt x="172" y="240"/>
                    <a:pt x="138" y="391"/>
                    <a:pt x="104" y="544"/>
                  </a:cubicBezTo>
                  <a:cubicBezTo>
                    <a:pt x="68" y="703"/>
                    <a:pt x="33" y="864"/>
                    <a:pt x="1" y="1025"/>
                  </a:cubicBezTo>
                  <a:cubicBezTo>
                    <a:pt x="199" y="952"/>
                    <a:pt x="488" y="876"/>
                    <a:pt x="831" y="876"/>
                  </a:cubicBezTo>
                  <a:cubicBezTo>
                    <a:pt x="1187" y="876"/>
                    <a:pt x="1602" y="958"/>
                    <a:pt x="2035" y="1211"/>
                  </a:cubicBezTo>
                  <a:cubicBezTo>
                    <a:pt x="2638" y="1562"/>
                    <a:pt x="3282" y="1651"/>
                    <a:pt x="3781" y="1651"/>
                  </a:cubicBezTo>
                  <a:cubicBezTo>
                    <a:pt x="3790" y="1651"/>
                    <a:pt x="3799" y="1651"/>
                    <a:pt x="3807" y="1651"/>
                  </a:cubicBezTo>
                  <a:cubicBezTo>
                    <a:pt x="3888" y="1421"/>
                    <a:pt x="3968" y="1191"/>
                    <a:pt x="4046" y="961"/>
                  </a:cubicBezTo>
                  <a:cubicBezTo>
                    <a:pt x="4068" y="895"/>
                    <a:pt x="4092" y="830"/>
                    <a:pt x="4113" y="763"/>
                  </a:cubicBezTo>
                  <a:cubicBezTo>
                    <a:pt x="3857" y="658"/>
                    <a:pt x="3005" y="627"/>
                    <a:pt x="2110" y="242"/>
                  </a:cubicBezTo>
                  <a:cubicBezTo>
                    <a:pt x="1697" y="64"/>
                    <a:pt x="1279" y="0"/>
                    <a:pt x="915" y="0"/>
                  </a:cubicBezTo>
                  <a:close/>
                </a:path>
              </a:pathLst>
            </a:custGeom>
            <a:solidFill>
              <a:srgbClr val="FC97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" name="Google Shape;1624;p40"/>
            <p:cNvSpPr/>
            <p:nvPr/>
          </p:nvSpPr>
          <p:spPr>
            <a:xfrm>
              <a:off x="1806968" y="1762831"/>
              <a:ext cx="246022" cy="347335"/>
            </a:xfrm>
            <a:custGeom>
              <a:avLst/>
              <a:gdLst/>
              <a:ahLst/>
              <a:cxnLst/>
              <a:rect l="l" t="t" r="r" b="b"/>
              <a:pathLst>
                <a:path w="4408" h="6216" extrusionOk="0">
                  <a:moveTo>
                    <a:pt x="4118" y="1"/>
                  </a:moveTo>
                  <a:cubicBezTo>
                    <a:pt x="4033" y="1"/>
                    <a:pt x="3945" y="5"/>
                    <a:pt x="3854" y="12"/>
                  </a:cubicBezTo>
                  <a:cubicBezTo>
                    <a:pt x="1119" y="250"/>
                    <a:pt x="33" y="6035"/>
                    <a:pt x="1" y="6212"/>
                  </a:cubicBezTo>
                  <a:lnTo>
                    <a:pt x="1" y="6212"/>
                  </a:lnTo>
                  <a:cubicBezTo>
                    <a:pt x="15" y="6147"/>
                    <a:pt x="161" y="6062"/>
                    <a:pt x="390" y="6001"/>
                  </a:cubicBezTo>
                  <a:cubicBezTo>
                    <a:pt x="577" y="5949"/>
                    <a:pt x="822" y="5912"/>
                    <a:pt x="1097" y="5912"/>
                  </a:cubicBezTo>
                  <a:cubicBezTo>
                    <a:pt x="1393" y="5912"/>
                    <a:pt x="1725" y="5955"/>
                    <a:pt x="2061" y="6067"/>
                  </a:cubicBezTo>
                  <a:cubicBezTo>
                    <a:pt x="1798" y="984"/>
                    <a:pt x="4373" y="38"/>
                    <a:pt x="4408" y="18"/>
                  </a:cubicBezTo>
                  <a:cubicBezTo>
                    <a:pt x="4315" y="6"/>
                    <a:pt x="4218" y="1"/>
                    <a:pt x="4118" y="1"/>
                  </a:cubicBezTo>
                  <a:close/>
                  <a:moveTo>
                    <a:pt x="1" y="6212"/>
                  </a:moveTo>
                  <a:cubicBezTo>
                    <a:pt x="0" y="6213"/>
                    <a:pt x="0" y="6215"/>
                    <a:pt x="0" y="6216"/>
                  </a:cubicBezTo>
                  <a:cubicBezTo>
                    <a:pt x="0" y="6216"/>
                    <a:pt x="0" y="6215"/>
                    <a:pt x="1" y="6212"/>
                  </a:cubicBezTo>
                  <a:close/>
                </a:path>
              </a:pathLst>
            </a:custGeom>
            <a:solidFill>
              <a:srgbClr val="6D768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" name="Google Shape;1625;p40"/>
            <p:cNvSpPr/>
            <p:nvPr/>
          </p:nvSpPr>
          <p:spPr>
            <a:xfrm>
              <a:off x="1722915" y="4573830"/>
              <a:ext cx="359656" cy="168582"/>
            </a:xfrm>
            <a:custGeom>
              <a:avLst/>
              <a:gdLst/>
              <a:ahLst/>
              <a:cxnLst/>
              <a:rect l="l" t="t" r="r" b="b"/>
              <a:pathLst>
                <a:path w="6444" h="3017" extrusionOk="0">
                  <a:moveTo>
                    <a:pt x="2685" y="0"/>
                  </a:moveTo>
                  <a:cubicBezTo>
                    <a:pt x="2096" y="0"/>
                    <a:pt x="1253" y="349"/>
                    <a:pt x="295" y="349"/>
                  </a:cubicBezTo>
                  <a:cubicBezTo>
                    <a:pt x="271" y="349"/>
                    <a:pt x="247" y="349"/>
                    <a:pt x="223" y="348"/>
                  </a:cubicBezTo>
                  <a:cubicBezTo>
                    <a:pt x="0" y="856"/>
                    <a:pt x="18" y="1227"/>
                    <a:pt x="18" y="1774"/>
                  </a:cubicBezTo>
                  <a:cubicBezTo>
                    <a:pt x="18" y="2319"/>
                    <a:pt x="305" y="3017"/>
                    <a:pt x="305" y="3017"/>
                  </a:cubicBezTo>
                  <a:lnTo>
                    <a:pt x="5874" y="3017"/>
                  </a:lnTo>
                  <a:cubicBezTo>
                    <a:pt x="6044" y="3017"/>
                    <a:pt x="6196" y="2909"/>
                    <a:pt x="6252" y="2749"/>
                  </a:cubicBezTo>
                  <a:lnTo>
                    <a:pt x="6316" y="2568"/>
                  </a:lnTo>
                  <a:cubicBezTo>
                    <a:pt x="6443" y="2209"/>
                    <a:pt x="6249" y="1815"/>
                    <a:pt x="5888" y="1694"/>
                  </a:cubicBezTo>
                  <a:cubicBezTo>
                    <a:pt x="5067" y="1422"/>
                    <a:pt x="3734" y="1114"/>
                    <a:pt x="3395" y="412"/>
                  </a:cubicBezTo>
                  <a:cubicBezTo>
                    <a:pt x="3246" y="101"/>
                    <a:pt x="3002" y="0"/>
                    <a:pt x="268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" name="Google Shape;1626;p40"/>
            <p:cNvSpPr/>
            <p:nvPr/>
          </p:nvSpPr>
          <p:spPr>
            <a:xfrm>
              <a:off x="1433751" y="2724994"/>
              <a:ext cx="607463" cy="954555"/>
            </a:xfrm>
            <a:custGeom>
              <a:avLst/>
              <a:gdLst/>
              <a:ahLst/>
              <a:cxnLst/>
              <a:rect l="l" t="t" r="r" b="b"/>
              <a:pathLst>
                <a:path w="10884" h="17083" extrusionOk="0">
                  <a:moveTo>
                    <a:pt x="0" y="0"/>
                  </a:moveTo>
                  <a:cubicBezTo>
                    <a:pt x="0" y="391"/>
                    <a:pt x="29" y="808"/>
                    <a:pt x="79" y="1250"/>
                  </a:cubicBezTo>
                  <a:cubicBezTo>
                    <a:pt x="117" y="1580"/>
                    <a:pt x="169" y="1922"/>
                    <a:pt x="230" y="2275"/>
                  </a:cubicBezTo>
                  <a:cubicBezTo>
                    <a:pt x="420" y="3355"/>
                    <a:pt x="717" y="4531"/>
                    <a:pt x="1076" y="5735"/>
                  </a:cubicBezTo>
                  <a:cubicBezTo>
                    <a:pt x="2081" y="9110"/>
                    <a:pt x="3571" y="12693"/>
                    <a:pt x="4549" y="14910"/>
                  </a:cubicBezTo>
                  <a:cubicBezTo>
                    <a:pt x="4552" y="14915"/>
                    <a:pt x="4553" y="14919"/>
                    <a:pt x="4554" y="14921"/>
                  </a:cubicBezTo>
                  <a:cubicBezTo>
                    <a:pt x="4554" y="14924"/>
                    <a:pt x="4556" y="14926"/>
                    <a:pt x="4557" y="14929"/>
                  </a:cubicBezTo>
                  <a:cubicBezTo>
                    <a:pt x="5140" y="16252"/>
                    <a:pt x="5538" y="17083"/>
                    <a:pt x="5538" y="17083"/>
                  </a:cubicBezTo>
                  <a:lnTo>
                    <a:pt x="10884" y="17083"/>
                  </a:lnTo>
                  <a:cubicBezTo>
                    <a:pt x="10884" y="17083"/>
                    <a:pt x="10150" y="9100"/>
                    <a:pt x="7875" y="850"/>
                  </a:cubicBezTo>
                  <a:cubicBezTo>
                    <a:pt x="7797" y="567"/>
                    <a:pt x="7717" y="284"/>
                    <a:pt x="7635" y="0"/>
                  </a:cubicBezTo>
                  <a:close/>
                </a:path>
              </a:pathLst>
            </a:custGeom>
            <a:solidFill>
              <a:srgbClr val="EC983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7" name="Google Shape;1627;p40"/>
            <p:cNvSpPr/>
            <p:nvPr/>
          </p:nvSpPr>
          <p:spPr>
            <a:xfrm>
              <a:off x="892761" y="2724994"/>
              <a:ext cx="645192" cy="954499"/>
            </a:xfrm>
            <a:custGeom>
              <a:avLst/>
              <a:gdLst/>
              <a:ahLst/>
              <a:cxnLst/>
              <a:rect l="l" t="t" r="r" b="b"/>
              <a:pathLst>
                <a:path w="11560" h="17082" extrusionOk="0">
                  <a:moveTo>
                    <a:pt x="3517" y="0"/>
                  </a:moveTo>
                  <a:cubicBezTo>
                    <a:pt x="3512" y="20"/>
                    <a:pt x="3507" y="39"/>
                    <a:pt x="3502" y="58"/>
                  </a:cubicBezTo>
                  <a:cubicBezTo>
                    <a:pt x="3391" y="479"/>
                    <a:pt x="3284" y="895"/>
                    <a:pt x="3180" y="1308"/>
                  </a:cubicBezTo>
                  <a:cubicBezTo>
                    <a:pt x="872" y="10432"/>
                    <a:pt x="1" y="17082"/>
                    <a:pt x="1" y="17082"/>
                  </a:cubicBezTo>
                  <a:lnTo>
                    <a:pt x="6200" y="17082"/>
                  </a:lnTo>
                  <a:cubicBezTo>
                    <a:pt x="6200" y="17082"/>
                    <a:pt x="10251" y="7043"/>
                    <a:pt x="10726" y="5840"/>
                  </a:cubicBezTo>
                  <a:cubicBezTo>
                    <a:pt x="11180" y="4686"/>
                    <a:pt x="11452" y="3470"/>
                    <a:pt x="11533" y="2235"/>
                  </a:cubicBezTo>
                  <a:cubicBezTo>
                    <a:pt x="11538" y="2161"/>
                    <a:pt x="11542" y="2085"/>
                    <a:pt x="11547" y="2009"/>
                  </a:cubicBezTo>
                  <a:cubicBezTo>
                    <a:pt x="11555" y="1819"/>
                    <a:pt x="11560" y="1630"/>
                    <a:pt x="11560" y="1440"/>
                  </a:cubicBezTo>
                  <a:lnTo>
                    <a:pt x="11560" y="2"/>
                  </a:lnTo>
                  <a:lnTo>
                    <a:pt x="11560" y="0"/>
                  </a:lnTo>
                  <a:close/>
                </a:path>
              </a:pathLst>
            </a:custGeom>
            <a:solidFill>
              <a:srgbClr val="EC983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" name="Google Shape;1628;p40"/>
            <p:cNvSpPr/>
            <p:nvPr/>
          </p:nvSpPr>
          <p:spPr>
            <a:xfrm>
              <a:off x="1678097" y="3677751"/>
              <a:ext cx="363116" cy="922593"/>
            </a:xfrm>
            <a:custGeom>
              <a:avLst/>
              <a:gdLst/>
              <a:ahLst/>
              <a:cxnLst/>
              <a:rect l="l" t="t" r="r" b="b"/>
              <a:pathLst>
                <a:path w="6506" h="16511" extrusionOk="0">
                  <a:moveTo>
                    <a:pt x="1160" y="1"/>
                  </a:moveTo>
                  <a:cubicBezTo>
                    <a:pt x="1160" y="1"/>
                    <a:pt x="630" y="1346"/>
                    <a:pt x="630" y="3791"/>
                  </a:cubicBezTo>
                  <a:cubicBezTo>
                    <a:pt x="630" y="6237"/>
                    <a:pt x="0" y="8349"/>
                    <a:pt x="630" y="16353"/>
                  </a:cubicBezTo>
                  <a:cubicBezTo>
                    <a:pt x="630" y="16353"/>
                    <a:pt x="1263" y="16510"/>
                    <a:pt x="2342" y="16510"/>
                  </a:cubicBezTo>
                  <a:cubicBezTo>
                    <a:pt x="2881" y="16510"/>
                    <a:pt x="3532" y="16471"/>
                    <a:pt x="4271" y="16353"/>
                  </a:cubicBezTo>
                  <a:cubicBezTo>
                    <a:pt x="4400" y="14432"/>
                    <a:pt x="5222" y="5235"/>
                    <a:pt x="6506" y="1"/>
                  </a:cubicBezTo>
                  <a:close/>
                </a:path>
              </a:pathLst>
            </a:custGeom>
            <a:solidFill>
              <a:srgbClr val="EC983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" name="Google Shape;1629;p40"/>
            <p:cNvSpPr/>
            <p:nvPr/>
          </p:nvSpPr>
          <p:spPr>
            <a:xfrm>
              <a:off x="1088216" y="1556977"/>
              <a:ext cx="1024271" cy="1237966"/>
            </a:xfrm>
            <a:custGeom>
              <a:avLst/>
              <a:gdLst/>
              <a:ahLst/>
              <a:cxnLst/>
              <a:rect l="l" t="t" r="r" b="b"/>
              <a:pathLst>
                <a:path w="18352" h="22155" extrusionOk="0">
                  <a:moveTo>
                    <a:pt x="12014" y="0"/>
                  </a:moveTo>
                  <a:cubicBezTo>
                    <a:pt x="9568" y="0"/>
                    <a:pt x="7314" y="470"/>
                    <a:pt x="7314" y="470"/>
                  </a:cubicBezTo>
                  <a:lnTo>
                    <a:pt x="5354" y="2985"/>
                  </a:lnTo>
                  <a:lnTo>
                    <a:pt x="5152" y="3185"/>
                  </a:lnTo>
                  <a:cubicBezTo>
                    <a:pt x="5152" y="3185"/>
                    <a:pt x="4954" y="3814"/>
                    <a:pt x="4632" y="4859"/>
                  </a:cubicBezTo>
                  <a:cubicBezTo>
                    <a:pt x="4175" y="6336"/>
                    <a:pt x="3471" y="8642"/>
                    <a:pt x="2723" y="11170"/>
                  </a:cubicBezTo>
                  <a:lnTo>
                    <a:pt x="2720" y="11175"/>
                  </a:lnTo>
                  <a:cubicBezTo>
                    <a:pt x="2312" y="12556"/>
                    <a:pt x="1889" y="14002"/>
                    <a:pt x="1488" y="15415"/>
                  </a:cubicBezTo>
                  <a:cubicBezTo>
                    <a:pt x="919" y="17424"/>
                    <a:pt x="391" y="19367"/>
                    <a:pt x="0" y="20961"/>
                  </a:cubicBezTo>
                  <a:cubicBezTo>
                    <a:pt x="0" y="20961"/>
                    <a:pt x="400" y="21102"/>
                    <a:pt x="1273" y="21341"/>
                  </a:cubicBezTo>
                  <a:cubicBezTo>
                    <a:pt x="2596" y="21700"/>
                    <a:pt x="4623" y="22155"/>
                    <a:pt x="6447" y="22155"/>
                  </a:cubicBezTo>
                  <a:cubicBezTo>
                    <a:pt x="6793" y="22155"/>
                    <a:pt x="7132" y="22138"/>
                    <a:pt x="7457" y="22102"/>
                  </a:cubicBezTo>
                  <a:cubicBezTo>
                    <a:pt x="10568" y="21753"/>
                    <a:pt x="13710" y="20935"/>
                    <a:pt x="13822" y="20905"/>
                  </a:cubicBezTo>
                  <a:lnTo>
                    <a:pt x="13825" y="20904"/>
                  </a:lnTo>
                  <a:cubicBezTo>
                    <a:pt x="13825" y="20904"/>
                    <a:pt x="13825" y="20901"/>
                    <a:pt x="13824" y="20899"/>
                  </a:cubicBezTo>
                  <a:cubicBezTo>
                    <a:pt x="13683" y="20245"/>
                    <a:pt x="13263" y="18805"/>
                    <a:pt x="13140" y="17392"/>
                  </a:cubicBezTo>
                  <a:cubicBezTo>
                    <a:pt x="13109" y="17030"/>
                    <a:pt x="13107" y="16653"/>
                    <a:pt x="13132" y="16259"/>
                  </a:cubicBezTo>
                  <a:cubicBezTo>
                    <a:pt x="13157" y="15895"/>
                    <a:pt x="13206" y="15517"/>
                    <a:pt x="13285" y="15126"/>
                  </a:cubicBezTo>
                  <a:cubicBezTo>
                    <a:pt x="13295" y="15075"/>
                    <a:pt x="13307" y="15024"/>
                    <a:pt x="13318" y="14972"/>
                  </a:cubicBezTo>
                  <a:cubicBezTo>
                    <a:pt x="13619" y="13592"/>
                    <a:pt x="14312" y="12039"/>
                    <a:pt x="15683" y="10301"/>
                  </a:cubicBezTo>
                  <a:cubicBezTo>
                    <a:pt x="15968" y="9941"/>
                    <a:pt x="16221" y="9590"/>
                    <a:pt x="16447" y="9251"/>
                  </a:cubicBezTo>
                  <a:cubicBezTo>
                    <a:pt x="18226" y="6590"/>
                    <a:pt x="18351" y="4640"/>
                    <a:pt x="18351" y="4640"/>
                  </a:cubicBezTo>
                  <a:cubicBezTo>
                    <a:pt x="18351" y="4640"/>
                    <a:pt x="18234" y="4420"/>
                    <a:pt x="18008" y="4080"/>
                  </a:cubicBezTo>
                  <a:cubicBezTo>
                    <a:pt x="17883" y="3895"/>
                    <a:pt x="17729" y="3677"/>
                    <a:pt x="17542" y="3439"/>
                  </a:cubicBezTo>
                  <a:cubicBezTo>
                    <a:pt x="17542" y="3437"/>
                    <a:pt x="17541" y="3437"/>
                    <a:pt x="17541" y="3437"/>
                  </a:cubicBezTo>
                  <a:cubicBezTo>
                    <a:pt x="17507" y="3396"/>
                    <a:pt x="17476" y="3354"/>
                    <a:pt x="17441" y="3312"/>
                  </a:cubicBezTo>
                  <a:cubicBezTo>
                    <a:pt x="17347" y="3196"/>
                    <a:pt x="17246" y="3077"/>
                    <a:pt x="17138" y="2955"/>
                  </a:cubicBezTo>
                  <a:lnTo>
                    <a:pt x="17138" y="2954"/>
                  </a:lnTo>
                  <a:cubicBezTo>
                    <a:pt x="17032" y="2834"/>
                    <a:pt x="16921" y="2713"/>
                    <a:pt x="16803" y="2590"/>
                  </a:cubicBezTo>
                  <a:cubicBezTo>
                    <a:pt x="16712" y="2496"/>
                    <a:pt x="16618" y="2403"/>
                    <a:pt x="16519" y="2309"/>
                  </a:cubicBezTo>
                  <a:cubicBezTo>
                    <a:pt x="16040" y="1851"/>
                    <a:pt x="15470" y="1400"/>
                    <a:pt x="14813" y="1035"/>
                  </a:cubicBezTo>
                  <a:cubicBezTo>
                    <a:pt x="14108" y="642"/>
                    <a:pt x="13198" y="323"/>
                    <a:pt x="12273" y="70"/>
                  </a:cubicBezTo>
                  <a:cubicBezTo>
                    <a:pt x="12188" y="45"/>
                    <a:pt x="12101" y="22"/>
                    <a:pt x="1201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" name="Google Shape;1630;p40"/>
            <p:cNvSpPr/>
            <p:nvPr/>
          </p:nvSpPr>
          <p:spPr>
            <a:xfrm>
              <a:off x="1327372" y="1892077"/>
              <a:ext cx="245910" cy="52581"/>
            </a:xfrm>
            <a:custGeom>
              <a:avLst/>
              <a:gdLst/>
              <a:ahLst/>
              <a:cxnLst/>
              <a:rect l="l" t="t" r="r" b="b"/>
              <a:pathLst>
                <a:path w="4406" h="941" extrusionOk="0">
                  <a:moveTo>
                    <a:pt x="1437" y="0"/>
                  </a:moveTo>
                  <a:cubicBezTo>
                    <a:pt x="1002" y="0"/>
                    <a:pt x="621" y="91"/>
                    <a:pt x="361" y="198"/>
                  </a:cubicBezTo>
                  <a:lnTo>
                    <a:pt x="360" y="198"/>
                  </a:lnTo>
                  <a:cubicBezTo>
                    <a:pt x="135" y="290"/>
                    <a:pt x="1" y="392"/>
                    <a:pt x="1" y="459"/>
                  </a:cubicBezTo>
                  <a:cubicBezTo>
                    <a:pt x="1" y="521"/>
                    <a:pt x="116" y="592"/>
                    <a:pt x="313" y="663"/>
                  </a:cubicBezTo>
                  <a:cubicBezTo>
                    <a:pt x="722" y="808"/>
                    <a:pt x="1480" y="940"/>
                    <a:pt x="2276" y="940"/>
                  </a:cubicBezTo>
                  <a:cubicBezTo>
                    <a:pt x="3199" y="940"/>
                    <a:pt x="3977" y="763"/>
                    <a:pt x="4275" y="595"/>
                  </a:cubicBezTo>
                  <a:cubicBezTo>
                    <a:pt x="4361" y="546"/>
                    <a:pt x="4406" y="500"/>
                    <a:pt x="4406" y="459"/>
                  </a:cubicBezTo>
                  <a:cubicBezTo>
                    <a:pt x="4406" y="426"/>
                    <a:pt x="4375" y="403"/>
                    <a:pt x="4318" y="388"/>
                  </a:cubicBezTo>
                  <a:cubicBezTo>
                    <a:pt x="4052" y="317"/>
                    <a:pt x="3203" y="390"/>
                    <a:pt x="2267" y="117"/>
                  </a:cubicBezTo>
                  <a:cubicBezTo>
                    <a:pt x="1981" y="34"/>
                    <a:pt x="1699" y="0"/>
                    <a:pt x="1437" y="0"/>
                  </a:cubicBezTo>
                  <a:close/>
                </a:path>
              </a:pathLst>
            </a:custGeom>
            <a:solidFill>
              <a:srgbClr val="292F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" name="Google Shape;1631;p40"/>
            <p:cNvSpPr/>
            <p:nvPr/>
          </p:nvSpPr>
          <p:spPr>
            <a:xfrm>
              <a:off x="715110" y="4577127"/>
              <a:ext cx="305685" cy="157686"/>
            </a:xfrm>
            <a:custGeom>
              <a:avLst/>
              <a:gdLst/>
              <a:ahLst/>
              <a:cxnLst/>
              <a:rect l="l" t="t" r="r" b="b"/>
              <a:pathLst>
                <a:path w="5477" h="2822" extrusionOk="0">
                  <a:moveTo>
                    <a:pt x="2852" y="0"/>
                  </a:moveTo>
                  <a:cubicBezTo>
                    <a:pt x="2801" y="0"/>
                    <a:pt x="2743" y="9"/>
                    <a:pt x="2676" y="29"/>
                  </a:cubicBezTo>
                  <a:cubicBezTo>
                    <a:pt x="2084" y="205"/>
                    <a:pt x="1302" y="254"/>
                    <a:pt x="790" y="267"/>
                  </a:cubicBezTo>
                  <a:cubicBezTo>
                    <a:pt x="462" y="276"/>
                    <a:pt x="188" y="519"/>
                    <a:pt x="137" y="843"/>
                  </a:cubicBezTo>
                  <a:cubicBezTo>
                    <a:pt x="56" y="1353"/>
                    <a:pt x="1" y="2125"/>
                    <a:pt x="220" y="2821"/>
                  </a:cubicBezTo>
                  <a:lnTo>
                    <a:pt x="4964" y="2821"/>
                  </a:lnTo>
                  <a:cubicBezTo>
                    <a:pt x="5130" y="2821"/>
                    <a:pt x="5277" y="2717"/>
                    <a:pt x="5332" y="2561"/>
                  </a:cubicBezTo>
                  <a:cubicBezTo>
                    <a:pt x="5361" y="2483"/>
                    <a:pt x="5388" y="2391"/>
                    <a:pt x="5405" y="2283"/>
                  </a:cubicBezTo>
                  <a:cubicBezTo>
                    <a:pt x="5477" y="1873"/>
                    <a:pt x="5209" y="1406"/>
                    <a:pt x="4821" y="1253"/>
                  </a:cubicBezTo>
                  <a:cubicBezTo>
                    <a:pt x="4563" y="1152"/>
                    <a:pt x="4331" y="1050"/>
                    <a:pt x="4127" y="955"/>
                  </a:cubicBezTo>
                  <a:cubicBezTo>
                    <a:pt x="3722" y="763"/>
                    <a:pt x="3384" y="464"/>
                    <a:pt x="3105" y="113"/>
                  </a:cubicBezTo>
                  <a:cubicBezTo>
                    <a:pt x="3052" y="49"/>
                    <a:pt x="2973" y="0"/>
                    <a:pt x="285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" name="Google Shape;1632;p40"/>
            <p:cNvSpPr/>
            <p:nvPr/>
          </p:nvSpPr>
          <p:spPr>
            <a:xfrm>
              <a:off x="723650" y="3677751"/>
              <a:ext cx="515261" cy="944218"/>
            </a:xfrm>
            <a:custGeom>
              <a:avLst/>
              <a:gdLst/>
              <a:ahLst/>
              <a:cxnLst/>
              <a:rect l="l" t="t" r="r" b="b"/>
              <a:pathLst>
                <a:path w="9232" h="16898" extrusionOk="0">
                  <a:moveTo>
                    <a:pt x="3031" y="1"/>
                  </a:moveTo>
                  <a:cubicBezTo>
                    <a:pt x="3031" y="1"/>
                    <a:pt x="2481" y="2644"/>
                    <a:pt x="2150" y="5066"/>
                  </a:cubicBezTo>
                  <a:cubicBezTo>
                    <a:pt x="1468" y="10055"/>
                    <a:pt x="251" y="14898"/>
                    <a:pt x="0" y="16447"/>
                  </a:cubicBezTo>
                  <a:cubicBezTo>
                    <a:pt x="728" y="16733"/>
                    <a:pt x="1525" y="16897"/>
                    <a:pt x="2341" y="16897"/>
                  </a:cubicBezTo>
                  <a:cubicBezTo>
                    <a:pt x="2895" y="16897"/>
                    <a:pt x="3457" y="16821"/>
                    <a:pt x="4011" y="16656"/>
                  </a:cubicBezTo>
                  <a:cubicBezTo>
                    <a:pt x="5194" y="13770"/>
                    <a:pt x="6804" y="7374"/>
                    <a:pt x="9231" y="1"/>
                  </a:cubicBezTo>
                  <a:close/>
                </a:path>
              </a:pathLst>
            </a:custGeom>
            <a:solidFill>
              <a:srgbClr val="EC983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" name="Google Shape;1633;p40"/>
            <p:cNvSpPr/>
            <p:nvPr/>
          </p:nvSpPr>
          <p:spPr>
            <a:xfrm>
              <a:off x="1751044" y="1556977"/>
              <a:ext cx="275323" cy="249772"/>
            </a:xfrm>
            <a:custGeom>
              <a:avLst/>
              <a:gdLst/>
              <a:ahLst/>
              <a:cxnLst/>
              <a:rect l="l" t="t" r="r" b="b"/>
              <a:pathLst>
                <a:path w="4933" h="4470" extrusionOk="0">
                  <a:moveTo>
                    <a:pt x="137" y="0"/>
                  </a:moveTo>
                  <a:lnTo>
                    <a:pt x="134" y="55"/>
                  </a:lnTo>
                  <a:cubicBezTo>
                    <a:pt x="128" y="154"/>
                    <a:pt x="0" y="2512"/>
                    <a:pt x="1115" y="3741"/>
                  </a:cubicBezTo>
                  <a:cubicBezTo>
                    <a:pt x="1530" y="4199"/>
                    <a:pt x="2063" y="4444"/>
                    <a:pt x="2698" y="4466"/>
                  </a:cubicBezTo>
                  <a:cubicBezTo>
                    <a:pt x="2753" y="4468"/>
                    <a:pt x="2806" y="4470"/>
                    <a:pt x="2857" y="4470"/>
                  </a:cubicBezTo>
                  <a:cubicBezTo>
                    <a:pt x="3604" y="4470"/>
                    <a:pt x="4161" y="4265"/>
                    <a:pt x="4515" y="3862"/>
                  </a:cubicBezTo>
                  <a:cubicBezTo>
                    <a:pt x="4858" y="3472"/>
                    <a:pt x="4933" y="2972"/>
                    <a:pt x="4927" y="2591"/>
                  </a:cubicBezTo>
                  <a:cubicBezTo>
                    <a:pt x="4836" y="2498"/>
                    <a:pt x="4742" y="2404"/>
                    <a:pt x="4643" y="2311"/>
                  </a:cubicBezTo>
                  <a:cubicBezTo>
                    <a:pt x="4164" y="1852"/>
                    <a:pt x="3594" y="1401"/>
                    <a:pt x="2937" y="1036"/>
                  </a:cubicBezTo>
                  <a:cubicBezTo>
                    <a:pt x="2232" y="644"/>
                    <a:pt x="1320" y="323"/>
                    <a:pt x="397" y="70"/>
                  </a:cubicBezTo>
                  <a:cubicBezTo>
                    <a:pt x="310" y="46"/>
                    <a:pt x="223" y="23"/>
                    <a:pt x="13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" name="Google Shape;1634;p40"/>
            <p:cNvSpPr/>
            <p:nvPr/>
          </p:nvSpPr>
          <p:spPr>
            <a:xfrm>
              <a:off x="1765165" y="1371071"/>
              <a:ext cx="270802" cy="420925"/>
            </a:xfrm>
            <a:custGeom>
              <a:avLst/>
              <a:gdLst/>
              <a:ahLst/>
              <a:cxnLst/>
              <a:rect l="l" t="t" r="r" b="b"/>
              <a:pathLst>
                <a:path w="4852" h="7533" extrusionOk="0">
                  <a:moveTo>
                    <a:pt x="1830" y="0"/>
                  </a:moveTo>
                  <a:cubicBezTo>
                    <a:pt x="1830" y="0"/>
                    <a:pt x="1746" y="429"/>
                    <a:pt x="1600" y="983"/>
                  </a:cubicBezTo>
                  <a:cubicBezTo>
                    <a:pt x="1552" y="1169"/>
                    <a:pt x="1498" y="1368"/>
                    <a:pt x="1438" y="1571"/>
                  </a:cubicBezTo>
                  <a:cubicBezTo>
                    <a:pt x="1436" y="1573"/>
                    <a:pt x="1435" y="1578"/>
                    <a:pt x="1435" y="1580"/>
                  </a:cubicBezTo>
                  <a:cubicBezTo>
                    <a:pt x="1415" y="1648"/>
                    <a:pt x="1394" y="1717"/>
                    <a:pt x="1373" y="1787"/>
                  </a:cubicBezTo>
                  <a:cubicBezTo>
                    <a:pt x="1353" y="1844"/>
                    <a:pt x="1336" y="1902"/>
                    <a:pt x="1315" y="1959"/>
                  </a:cubicBezTo>
                  <a:cubicBezTo>
                    <a:pt x="1306" y="1990"/>
                    <a:pt x="1296" y="2019"/>
                    <a:pt x="1284" y="2049"/>
                  </a:cubicBezTo>
                  <a:cubicBezTo>
                    <a:pt x="1270" y="2089"/>
                    <a:pt x="1256" y="2128"/>
                    <a:pt x="1240" y="2167"/>
                  </a:cubicBezTo>
                  <a:cubicBezTo>
                    <a:pt x="1224" y="2215"/>
                    <a:pt x="1205" y="2265"/>
                    <a:pt x="1188" y="2312"/>
                  </a:cubicBezTo>
                  <a:cubicBezTo>
                    <a:pt x="1172" y="2356"/>
                    <a:pt x="1153" y="2398"/>
                    <a:pt x="1137" y="2439"/>
                  </a:cubicBezTo>
                  <a:cubicBezTo>
                    <a:pt x="1118" y="2482"/>
                    <a:pt x="1101" y="2528"/>
                    <a:pt x="1082" y="2571"/>
                  </a:cubicBezTo>
                  <a:cubicBezTo>
                    <a:pt x="959" y="2853"/>
                    <a:pt x="828" y="3092"/>
                    <a:pt x="690" y="3244"/>
                  </a:cubicBezTo>
                  <a:cubicBezTo>
                    <a:pt x="586" y="3357"/>
                    <a:pt x="441" y="3417"/>
                    <a:pt x="293" y="3417"/>
                  </a:cubicBezTo>
                  <a:cubicBezTo>
                    <a:pt x="245" y="3417"/>
                    <a:pt x="197" y="3411"/>
                    <a:pt x="149" y="3398"/>
                  </a:cubicBezTo>
                  <a:lnTo>
                    <a:pt x="143" y="3397"/>
                  </a:lnTo>
                  <a:lnTo>
                    <a:pt x="143" y="3397"/>
                  </a:lnTo>
                  <a:cubicBezTo>
                    <a:pt x="143" y="3397"/>
                    <a:pt x="0" y="5766"/>
                    <a:pt x="1082" y="6918"/>
                  </a:cubicBezTo>
                  <a:lnTo>
                    <a:pt x="1082" y="6920"/>
                  </a:lnTo>
                  <a:cubicBezTo>
                    <a:pt x="1175" y="7018"/>
                    <a:pt x="1276" y="7106"/>
                    <a:pt x="1388" y="7183"/>
                  </a:cubicBezTo>
                  <a:cubicBezTo>
                    <a:pt x="1673" y="7386"/>
                    <a:pt x="2025" y="7515"/>
                    <a:pt x="2455" y="7530"/>
                  </a:cubicBezTo>
                  <a:cubicBezTo>
                    <a:pt x="2505" y="7532"/>
                    <a:pt x="2555" y="7533"/>
                    <a:pt x="2603" y="7533"/>
                  </a:cubicBezTo>
                  <a:cubicBezTo>
                    <a:pt x="4422" y="7533"/>
                    <a:pt x="4469" y="6242"/>
                    <a:pt x="4390" y="5638"/>
                  </a:cubicBezTo>
                  <a:cubicBezTo>
                    <a:pt x="4389" y="5636"/>
                    <a:pt x="4388" y="5636"/>
                    <a:pt x="4388" y="5635"/>
                  </a:cubicBezTo>
                  <a:cubicBezTo>
                    <a:pt x="4251" y="5507"/>
                    <a:pt x="4196" y="5315"/>
                    <a:pt x="4249" y="5136"/>
                  </a:cubicBezTo>
                  <a:cubicBezTo>
                    <a:pt x="4261" y="5100"/>
                    <a:pt x="4272" y="5064"/>
                    <a:pt x="4282" y="5029"/>
                  </a:cubicBezTo>
                  <a:cubicBezTo>
                    <a:pt x="4325" y="4881"/>
                    <a:pt x="4363" y="4734"/>
                    <a:pt x="4400" y="4592"/>
                  </a:cubicBezTo>
                  <a:cubicBezTo>
                    <a:pt x="4523" y="4107"/>
                    <a:pt x="4612" y="3651"/>
                    <a:pt x="4679" y="3254"/>
                  </a:cubicBezTo>
                  <a:cubicBezTo>
                    <a:pt x="4830" y="2333"/>
                    <a:pt x="4851" y="1715"/>
                    <a:pt x="4851" y="1715"/>
                  </a:cubicBezTo>
                  <a:lnTo>
                    <a:pt x="1830" y="0"/>
                  </a:lnTo>
                  <a:close/>
                </a:path>
              </a:pathLst>
            </a:custGeom>
            <a:solidFill>
              <a:srgbClr val="FEBA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" name="Google Shape;1635;p40"/>
            <p:cNvSpPr/>
            <p:nvPr/>
          </p:nvSpPr>
          <p:spPr>
            <a:xfrm>
              <a:off x="1811768" y="1098274"/>
              <a:ext cx="400399" cy="555478"/>
            </a:xfrm>
            <a:custGeom>
              <a:avLst/>
              <a:gdLst/>
              <a:ahLst/>
              <a:cxnLst/>
              <a:rect l="l" t="t" r="r" b="b"/>
              <a:pathLst>
                <a:path w="7174" h="9941" extrusionOk="0">
                  <a:moveTo>
                    <a:pt x="4614" y="0"/>
                  </a:moveTo>
                  <a:cubicBezTo>
                    <a:pt x="3507" y="0"/>
                    <a:pt x="2113" y="942"/>
                    <a:pt x="1336" y="1619"/>
                  </a:cubicBezTo>
                  <a:cubicBezTo>
                    <a:pt x="1343" y="1936"/>
                    <a:pt x="1446" y="2913"/>
                    <a:pt x="1429" y="3247"/>
                  </a:cubicBezTo>
                  <a:cubicBezTo>
                    <a:pt x="1429" y="3247"/>
                    <a:pt x="365" y="3861"/>
                    <a:pt x="60" y="3977"/>
                  </a:cubicBezTo>
                  <a:cubicBezTo>
                    <a:pt x="60" y="3977"/>
                    <a:pt x="0" y="4956"/>
                    <a:pt x="247" y="6144"/>
                  </a:cubicBezTo>
                  <a:cubicBezTo>
                    <a:pt x="385" y="6805"/>
                    <a:pt x="619" y="7532"/>
                    <a:pt x="1008" y="8192"/>
                  </a:cubicBezTo>
                  <a:cubicBezTo>
                    <a:pt x="1060" y="8280"/>
                    <a:pt x="1134" y="8349"/>
                    <a:pt x="1225" y="8395"/>
                  </a:cubicBezTo>
                  <a:cubicBezTo>
                    <a:pt x="2086" y="8840"/>
                    <a:pt x="3016" y="9253"/>
                    <a:pt x="3762" y="9540"/>
                  </a:cubicBezTo>
                  <a:cubicBezTo>
                    <a:pt x="4194" y="9707"/>
                    <a:pt x="4564" y="9831"/>
                    <a:pt x="4820" y="9892"/>
                  </a:cubicBezTo>
                  <a:cubicBezTo>
                    <a:pt x="4950" y="9924"/>
                    <a:pt x="5081" y="9940"/>
                    <a:pt x="5213" y="9940"/>
                  </a:cubicBezTo>
                  <a:cubicBezTo>
                    <a:pt x="5356" y="9940"/>
                    <a:pt x="5499" y="9921"/>
                    <a:pt x="5639" y="9884"/>
                  </a:cubicBezTo>
                  <a:cubicBezTo>
                    <a:pt x="5768" y="9848"/>
                    <a:pt x="5946" y="9804"/>
                    <a:pt x="6193" y="9747"/>
                  </a:cubicBezTo>
                  <a:cubicBezTo>
                    <a:pt x="6282" y="9726"/>
                    <a:pt x="6353" y="9659"/>
                    <a:pt x="6384" y="9571"/>
                  </a:cubicBezTo>
                  <a:cubicBezTo>
                    <a:pt x="7083" y="7530"/>
                    <a:pt x="7174" y="6676"/>
                    <a:pt x="7083" y="5877"/>
                  </a:cubicBezTo>
                  <a:cubicBezTo>
                    <a:pt x="7040" y="5487"/>
                    <a:pt x="6874" y="5153"/>
                    <a:pt x="6769" y="4871"/>
                  </a:cubicBezTo>
                  <a:cubicBezTo>
                    <a:pt x="6606" y="4439"/>
                    <a:pt x="6528" y="3977"/>
                    <a:pt x="6546" y="3512"/>
                  </a:cubicBezTo>
                  <a:cubicBezTo>
                    <a:pt x="6592" y="2270"/>
                    <a:pt x="6300" y="1533"/>
                    <a:pt x="5979" y="1101"/>
                  </a:cubicBezTo>
                  <a:cubicBezTo>
                    <a:pt x="5626" y="625"/>
                    <a:pt x="5240" y="521"/>
                    <a:pt x="5234" y="518"/>
                  </a:cubicBezTo>
                  <a:cubicBezTo>
                    <a:pt x="5230" y="533"/>
                    <a:pt x="5228" y="549"/>
                    <a:pt x="5224" y="565"/>
                  </a:cubicBezTo>
                  <a:cubicBezTo>
                    <a:pt x="5205" y="665"/>
                    <a:pt x="5178" y="765"/>
                    <a:pt x="5138" y="856"/>
                  </a:cubicBezTo>
                  <a:cubicBezTo>
                    <a:pt x="5138" y="856"/>
                    <a:pt x="5086" y="40"/>
                    <a:pt x="4804" y="10"/>
                  </a:cubicBezTo>
                  <a:cubicBezTo>
                    <a:pt x="4742" y="3"/>
                    <a:pt x="4678" y="0"/>
                    <a:pt x="4614" y="0"/>
                  </a:cubicBezTo>
                  <a:close/>
                </a:path>
              </a:pathLst>
            </a:custGeom>
            <a:solidFill>
              <a:srgbClr val="FEBA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" name="Google Shape;1636;p40"/>
            <p:cNvSpPr/>
            <p:nvPr/>
          </p:nvSpPr>
          <p:spPr>
            <a:xfrm>
              <a:off x="1923951" y="1128281"/>
              <a:ext cx="14623" cy="49284"/>
            </a:xfrm>
            <a:custGeom>
              <a:avLst/>
              <a:gdLst/>
              <a:ahLst/>
              <a:cxnLst/>
              <a:rect l="l" t="t" r="r" b="b"/>
              <a:pathLst>
                <a:path w="262" h="882" extrusionOk="0">
                  <a:moveTo>
                    <a:pt x="262" y="0"/>
                  </a:moveTo>
                  <a:cubicBezTo>
                    <a:pt x="219" y="57"/>
                    <a:pt x="178" y="118"/>
                    <a:pt x="143" y="184"/>
                  </a:cubicBezTo>
                  <a:cubicBezTo>
                    <a:pt x="107" y="247"/>
                    <a:pt x="80" y="317"/>
                    <a:pt x="56" y="387"/>
                  </a:cubicBezTo>
                  <a:cubicBezTo>
                    <a:pt x="34" y="457"/>
                    <a:pt x="17" y="532"/>
                    <a:pt x="9" y="606"/>
                  </a:cubicBezTo>
                  <a:cubicBezTo>
                    <a:pt x="1" y="683"/>
                    <a:pt x="0" y="756"/>
                    <a:pt x="15" y="838"/>
                  </a:cubicBezTo>
                  <a:lnTo>
                    <a:pt x="15" y="844"/>
                  </a:lnTo>
                  <a:cubicBezTo>
                    <a:pt x="22" y="867"/>
                    <a:pt x="42" y="881"/>
                    <a:pt x="64" y="881"/>
                  </a:cubicBezTo>
                  <a:cubicBezTo>
                    <a:pt x="68" y="881"/>
                    <a:pt x="73" y="880"/>
                    <a:pt x="78" y="879"/>
                  </a:cubicBezTo>
                  <a:cubicBezTo>
                    <a:pt x="106" y="870"/>
                    <a:pt x="121" y="842"/>
                    <a:pt x="113" y="815"/>
                  </a:cubicBezTo>
                  <a:lnTo>
                    <a:pt x="112" y="811"/>
                  </a:lnTo>
                  <a:cubicBezTo>
                    <a:pt x="94" y="753"/>
                    <a:pt x="86" y="679"/>
                    <a:pt x="85" y="610"/>
                  </a:cubicBezTo>
                  <a:cubicBezTo>
                    <a:pt x="83" y="540"/>
                    <a:pt x="90" y="469"/>
                    <a:pt x="104" y="400"/>
                  </a:cubicBezTo>
                  <a:cubicBezTo>
                    <a:pt x="119" y="330"/>
                    <a:pt x="138" y="262"/>
                    <a:pt x="165" y="195"/>
                  </a:cubicBezTo>
                  <a:cubicBezTo>
                    <a:pt x="191" y="127"/>
                    <a:pt x="226" y="63"/>
                    <a:pt x="262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7" name="Google Shape;1637;p40"/>
            <p:cNvSpPr/>
            <p:nvPr/>
          </p:nvSpPr>
          <p:spPr>
            <a:xfrm>
              <a:off x="1698301" y="1042508"/>
              <a:ext cx="247138" cy="401592"/>
            </a:xfrm>
            <a:custGeom>
              <a:avLst/>
              <a:gdLst/>
              <a:ahLst/>
              <a:cxnLst/>
              <a:rect l="l" t="t" r="r" b="b"/>
              <a:pathLst>
                <a:path w="4428" h="7187" extrusionOk="0">
                  <a:moveTo>
                    <a:pt x="4428" y="1"/>
                  </a:moveTo>
                  <a:lnTo>
                    <a:pt x="4428" y="1"/>
                  </a:lnTo>
                  <a:cubicBezTo>
                    <a:pt x="3805" y="68"/>
                    <a:pt x="2192" y="296"/>
                    <a:pt x="1141" y="904"/>
                  </a:cubicBezTo>
                  <a:cubicBezTo>
                    <a:pt x="469" y="1766"/>
                    <a:pt x="383" y="2551"/>
                    <a:pt x="207" y="3474"/>
                  </a:cubicBezTo>
                  <a:cubicBezTo>
                    <a:pt x="234" y="3677"/>
                    <a:pt x="258" y="3833"/>
                    <a:pt x="277" y="3951"/>
                  </a:cubicBezTo>
                  <a:cubicBezTo>
                    <a:pt x="313" y="4177"/>
                    <a:pt x="263" y="4409"/>
                    <a:pt x="139" y="4597"/>
                  </a:cubicBezTo>
                  <a:cubicBezTo>
                    <a:pt x="32" y="4756"/>
                    <a:pt x="1" y="4959"/>
                    <a:pt x="53" y="5146"/>
                  </a:cubicBezTo>
                  <a:cubicBezTo>
                    <a:pt x="286" y="5967"/>
                    <a:pt x="725" y="6765"/>
                    <a:pt x="725" y="6765"/>
                  </a:cubicBezTo>
                  <a:cubicBezTo>
                    <a:pt x="867" y="7074"/>
                    <a:pt x="1135" y="7187"/>
                    <a:pt x="1475" y="7187"/>
                  </a:cubicBezTo>
                  <a:cubicBezTo>
                    <a:pt x="1922" y="7187"/>
                    <a:pt x="2491" y="6993"/>
                    <a:pt x="3062" y="6793"/>
                  </a:cubicBezTo>
                  <a:cubicBezTo>
                    <a:pt x="3063" y="6793"/>
                    <a:pt x="3524" y="6509"/>
                    <a:pt x="3483" y="6232"/>
                  </a:cubicBezTo>
                  <a:cubicBezTo>
                    <a:pt x="3403" y="5698"/>
                    <a:pt x="3314" y="5339"/>
                    <a:pt x="3236" y="5101"/>
                  </a:cubicBezTo>
                  <a:cubicBezTo>
                    <a:pt x="3155" y="4857"/>
                    <a:pt x="3238" y="4585"/>
                    <a:pt x="3442" y="4436"/>
                  </a:cubicBezTo>
                  <a:cubicBezTo>
                    <a:pt x="3577" y="4337"/>
                    <a:pt x="3657" y="4254"/>
                    <a:pt x="3657" y="4254"/>
                  </a:cubicBezTo>
                  <a:cubicBezTo>
                    <a:pt x="3677" y="3847"/>
                    <a:pt x="3662" y="2943"/>
                    <a:pt x="3654" y="2556"/>
                  </a:cubicBezTo>
                  <a:cubicBezTo>
                    <a:pt x="3621" y="2479"/>
                    <a:pt x="3588" y="2395"/>
                    <a:pt x="3557" y="2308"/>
                  </a:cubicBezTo>
                  <a:cubicBezTo>
                    <a:pt x="3460" y="2024"/>
                    <a:pt x="3380" y="1690"/>
                    <a:pt x="3335" y="1322"/>
                  </a:cubicBezTo>
                  <a:cubicBezTo>
                    <a:pt x="3682" y="785"/>
                    <a:pt x="4065" y="337"/>
                    <a:pt x="4428" y="1"/>
                  </a:cubicBezTo>
                  <a:close/>
                </a:path>
              </a:pathLst>
            </a:custGeom>
            <a:solidFill>
              <a:srgbClr val="663D4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8" name="Google Shape;1638;p40"/>
            <p:cNvSpPr/>
            <p:nvPr/>
          </p:nvSpPr>
          <p:spPr>
            <a:xfrm>
              <a:off x="2067221" y="1570108"/>
              <a:ext cx="63012" cy="9164"/>
            </a:xfrm>
            <a:custGeom>
              <a:avLst/>
              <a:gdLst/>
              <a:ahLst/>
              <a:cxnLst/>
              <a:rect l="l" t="t" r="r" b="b"/>
              <a:pathLst>
                <a:path w="1129" h="164" extrusionOk="0">
                  <a:moveTo>
                    <a:pt x="39" y="0"/>
                  </a:moveTo>
                  <a:cubicBezTo>
                    <a:pt x="23" y="0"/>
                    <a:pt x="7" y="13"/>
                    <a:pt x="3" y="31"/>
                  </a:cubicBezTo>
                  <a:cubicBezTo>
                    <a:pt x="0" y="51"/>
                    <a:pt x="13" y="72"/>
                    <a:pt x="32" y="77"/>
                  </a:cubicBezTo>
                  <a:cubicBezTo>
                    <a:pt x="362" y="148"/>
                    <a:pt x="654" y="164"/>
                    <a:pt x="848" y="164"/>
                  </a:cubicBezTo>
                  <a:cubicBezTo>
                    <a:pt x="868" y="164"/>
                    <a:pt x="888" y="163"/>
                    <a:pt x="906" y="163"/>
                  </a:cubicBezTo>
                  <a:cubicBezTo>
                    <a:pt x="1023" y="160"/>
                    <a:pt x="1092" y="153"/>
                    <a:pt x="1093" y="153"/>
                  </a:cubicBezTo>
                  <a:cubicBezTo>
                    <a:pt x="1114" y="150"/>
                    <a:pt x="1128" y="130"/>
                    <a:pt x="1125" y="110"/>
                  </a:cubicBezTo>
                  <a:cubicBezTo>
                    <a:pt x="1123" y="90"/>
                    <a:pt x="1108" y="77"/>
                    <a:pt x="1090" y="77"/>
                  </a:cubicBezTo>
                  <a:cubicBezTo>
                    <a:pt x="1088" y="77"/>
                    <a:pt x="1086" y="77"/>
                    <a:pt x="1084" y="77"/>
                  </a:cubicBezTo>
                  <a:cubicBezTo>
                    <a:pt x="1082" y="77"/>
                    <a:pt x="989" y="88"/>
                    <a:pt x="836" y="88"/>
                  </a:cubicBezTo>
                  <a:cubicBezTo>
                    <a:pt x="647" y="88"/>
                    <a:pt x="366" y="72"/>
                    <a:pt x="47" y="1"/>
                  </a:cubicBezTo>
                  <a:cubicBezTo>
                    <a:pt x="45" y="0"/>
                    <a:pt x="42" y="0"/>
                    <a:pt x="3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" name="Google Shape;1639;p40"/>
            <p:cNvSpPr/>
            <p:nvPr/>
          </p:nvSpPr>
          <p:spPr>
            <a:xfrm>
              <a:off x="1810931" y="1023118"/>
              <a:ext cx="297815" cy="256198"/>
            </a:xfrm>
            <a:custGeom>
              <a:avLst/>
              <a:gdLst/>
              <a:ahLst/>
              <a:cxnLst/>
              <a:rect l="l" t="t" r="r" b="b"/>
              <a:pathLst>
                <a:path w="5336" h="4585" extrusionOk="0">
                  <a:moveTo>
                    <a:pt x="3896" y="0"/>
                  </a:moveTo>
                  <a:cubicBezTo>
                    <a:pt x="3344" y="5"/>
                    <a:pt x="2978" y="373"/>
                    <a:pt x="2978" y="373"/>
                  </a:cubicBezTo>
                  <a:cubicBezTo>
                    <a:pt x="2978" y="373"/>
                    <a:pt x="2706" y="57"/>
                    <a:pt x="2430" y="57"/>
                  </a:cubicBezTo>
                  <a:cubicBezTo>
                    <a:pt x="2428" y="57"/>
                    <a:pt x="2426" y="58"/>
                    <a:pt x="2424" y="58"/>
                  </a:cubicBezTo>
                  <a:cubicBezTo>
                    <a:pt x="2129" y="82"/>
                    <a:pt x="1662" y="351"/>
                    <a:pt x="1159" y="820"/>
                  </a:cubicBezTo>
                  <a:cubicBezTo>
                    <a:pt x="775" y="1175"/>
                    <a:pt x="369" y="1650"/>
                    <a:pt x="1" y="2219"/>
                  </a:cubicBezTo>
                  <a:cubicBezTo>
                    <a:pt x="49" y="2610"/>
                    <a:pt x="133" y="2964"/>
                    <a:pt x="237" y="3265"/>
                  </a:cubicBezTo>
                  <a:cubicBezTo>
                    <a:pt x="269" y="3359"/>
                    <a:pt x="303" y="3447"/>
                    <a:pt x="338" y="3529"/>
                  </a:cubicBezTo>
                  <a:cubicBezTo>
                    <a:pt x="473" y="3845"/>
                    <a:pt x="628" y="4078"/>
                    <a:pt x="770" y="4200"/>
                  </a:cubicBezTo>
                  <a:cubicBezTo>
                    <a:pt x="666" y="3402"/>
                    <a:pt x="837" y="3211"/>
                    <a:pt x="837" y="3211"/>
                  </a:cubicBezTo>
                  <a:cubicBezTo>
                    <a:pt x="837" y="3211"/>
                    <a:pt x="1194" y="4214"/>
                    <a:pt x="1772" y="4584"/>
                  </a:cubicBezTo>
                  <a:cubicBezTo>
                    <a:pt x="1641" y="3420"/>
                    <a:pt x="1614" y="2975"/>
                    <a:pt x="2087" y="2708"/>
                  </a:cubicBezTo>
                  <a:cubicBezTo>
                    <a:pt x="2147" y="3315"/>
                    <a:pt x="2327" y="3436"/>
                    <a:pt x="2630" y="3778"/>
                  </a:cubicBezTo>
                  <a:cubicBezTo>
                    <a:pt x="2960" y="2960"/>
                    <a:pt x="3295" y="2368"/>
                    <a:pt x="3604" y="1954"/>
                  </a:cubicBezTo>
                  <a:cubicBezTo>
                    <a:pt x="4042" y="1362"/>
                    <a:pt x="4425" y="1134"/>
                    <a:pt x="4655" y="1134"/>
                  </a:cubicBezTo>
                  <a:cubicBezTo>
                    <a:pt x="4675" y="1134"/>
                    <a:pt x="4694" y="1136"/>
                    <a:pt x="4711" y="1139"/>
                  </a:cubicBezTo>
                  <a:cubicBezTo>
                    <a:pt x="5072" y="1209"/>
                    <a:pt x="5144" y="2236"/>
                    <a:pt x="5144" y="2236"/>
                  </a:cubicBezTo>
                  <a:cubicBezTo>
                    <a:pt x="5195" y="2118"/>
                    <a:pt x="5231" y="1990"/>
                    <a:pt x="5256" y="1860"/>
                  </a:cubicBezTo>
                  <a:cubicBezTo>
                    <a:pt x="5260" y="1840"/>
                    <a:pt x="5264" y="1819"/>
                    <a:pt x="5266" y="1797"/>
                  </a:cubicBezTo>
                  <a:cubicBezTo>
                    <a:pt x="5336" y="1375"/>
                    <a:pt x="5292" y="971"/>
                    <a:pt x="5292" y="971"/>
                  </a:cubicBezTo>
                  <a:cubicBezTo>
                    <a:pt x="5292" y="971"/>
                    <a:pt x="4163" y="6"/>
                    <a:pt x="3896" y="0"/>
                  </a:cubicBezTo>
                  <a:close/>
                </a:path>
              </a:pathLst>
            </a:custGeom>
            <a:solidFill>
              <a:srgbClr val="7A4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" name="Google Shape;1640;p40"/>
            <p:cNvSpPr/>
            <p:nvPr/>
          </p:nvSpPr>
          <p:spPr>
            <a:xfrm>
              <a:off x="2098141" y="1063798"/>
              <a:ext cx="145782" cy="155339"/>
            </a:xfrm>
            <a:custGeom>
              <a:avLst/>
              <a:gdLst/>
              <a:ahLst/>
              <a:cxnLst/>
              <a:rect l="l" t="t" r="r" b="b"/>
              <a:pathLst>
                <a:path w="2612" h="2780" extrusionOk="0">
                  <a:moveTo>
                    <a:pt x="1049" y="0"/>
                  </a:moveTo>
                  <a:cubicBezTo>
                    <a:pt x="555" y="0"/>
                    <a:pt x="148" y="242"/>
                    <a:pt x="148" y="242"/>
                  </a:cubicBezTo>
                  <a:cubicBezTo>
                    <a:pt x="148" y="242"/>
                    <a:pt x="191" y="646"/>
                    <a:pt x="122" y="1068"/>
                  </a:cubicBezTo>
                  <a:cubicBezTo>
                    <a:pt x="120" y="1088"/>
                    <a:pt x="116" y="1109"/>
                    <a:pt x="112" y="1130"/>
                  </a:cubicBezTo>
                  <a:cubicBezTo>
                    <a:pt x="87" y="1259"/>
                    <a:pt x="51" y="1389"/>
                    <a:pt x="0" y="1506"/>
                  </a:cubicBezTo>
                  <a:cubicBezTo>
                    <a:pt x="46" y="1498"/>
                    <a:pt x="92" y="1495"/>
                    <a:pt x="137" y="1495"/>
                  </a:cubicBezTo>
                  <a:cubicBezTo>
                    <a:pt x="425" y="1495"/>
                    <a:pt x="674" y="1632"/>
                    <a:pt x="849" y="1718"/>
                  </a:cubicBezTo>
                  <a:cubicBezTo>
                    <a:pt x="1085" y="1832"/>
                    <a:pt x="1232" y="1915"/>
                    <a:pt x="1386" y="2018"/>
                  </a:cubicBezTo>
                  <a:cubicBezTo>
                    <a:pt x="1655" y="2200"/>
                    <a:pt x="1948" y="2446"/>
                    <a:pt x="2242" y="2780"/>
                  </a:cubicBezTo>
                  <a:cubicBezTo>
                    <a:pt x="2286" y="1423"/>
                    <a:pt x="1915" y="1069"/>
                    <a:pt x="1401" y="723"/>
                  </a:cubicBezTo>
                  <a:cubicBezTo>
                    <a:pt x="1434" y="720"/>
                    <a:pt x="1467" y="718"/>
                    <a:pt x="1500" y="718"/>
                  </a:cubicBezTo>
                  <a:cubicBezTo>
                    <a:pt x="2099" y="718"/>
                    <a:pt x="2611" y="1293"/>
                    <a:pt x="2611" y="1293"/>
                  </a:cubicBezTo>
                  <a:cubicBezTo>
                    <a:pt x="2611" y="1293"/>
                    <a:pt x="2391" y="545"/>
                    <a:pt x="1674" y="154"/>
                  </a:cubicBezTo>
                  <a:cubicBezTo>
                    <a:pt x="1466" y="41"/>
                    <a:pt x="1250" y="0"/>
                    <a:pt x="1049" y="0"/>
                  </a:cubicBezTo>
                  <a:close/>
                </a:path>
              </a:pathLst>
            </a:custGeom>
            <a:solidFill>
              <a:srgbClr val="7A49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" name="Google Shape;1641;p40"/>
            <p:cNvSpPr/>
            <p:nvPr/>
          </p:nvSpPr>
          <p:spPr>
            <a:xfrm>
              <a:off x="2012079" y="1086372"/>
              <a:ext cx="86174" cy="61521"/>
            </a:xfrm>
            <a:custGeom>
              <a:avLst/>
              <a:gdLst/>
              <a:ahLst/>
              <a:cxnLst/>
              <a:rect l="l" t="t" r="r" b="b"/>
              <a:pathLst>
                <a:path w="1544" h="1101" extrusionOk="0">
                  <a:moveTo>
                    <a:pt x="1055" y="1"/>
                  </a:moveTo>
                  <a:cubicBezTo>
                    <a:pt x="824" y="1"/>
                    <a:pt x="441" y="227"/>
                    <a:pt x="1" y="821"/>
                  </a:cubicBezTo>
                  <a:cubicBezTo>
                    <a:pt x="231" y="749"/>
                    <a:pt x="433" y="720"/>
                    <a:pt x="609" y="720"/>
                  </a:cubicBezTo>
                  <a:cubicBezTo>
                    <a:pt x="1253" y="720"/>
                    <a:pt x="1543" y="1101"/>
                    <a:pt x="1543" y="1101"/>
                  </a:cubicBezTo>
                  <a:cubicBezTo>
                    <a:pt x="1543" y="1101"/>
                    <a:pt x="1470" y="74"/>
                    <a:pt x="1109" y="5"/>
                  </a:cubicBezTo>
                  <a:cubicBezTo>
                    <a:pt x="1092" y="2"/>
                    <a:pt x="1074" y="1"/>
                    <a:pt x="1055" y="1"/>
                  </a:cubicBezTo>
                  <a:close/>
                </a:path>
              </a:pathLst>
            </a:custGeom>
            <a:solidFill>
              <a:srgbClr val="3A23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" name="Google Shape;1642;p40"/>
            <p:cNvSpPr/>
            <p:nvPr/>
          </p:nvSpPr>
          <p:spPr>
            <a:xfrm>
              <a:off x="2142791" y="1312902"/>
              <a:ext cx="25506" cy="49452"/>
            </a:xfrm>
            <a:custGeom>
              <a:avLst/>
              <a:gdLst/>
              <a:ahLst/>
              <a:cxnLst/>
              <a:rect l="l" t="t" r="r" b="b"/>
              <a:pathLst>
                <a:path w="457" h="885" extrusionOk="0">
                  <a:moveTo>
                    <a:pt x="220" y="0"/>
                  </a:moveTo>
                  <a:cubicBezTo>
                    <a:pt x="220" y="0"/>
                    <a:pt x="219" y="0"/>
                    <a:pt x="218" y="0"/>
                  </a:cubicBezTo>
                  <a:cubicBezTo>
                    <a:pt x="95" y="3"/>
                    <a:pt x="1" y="203"/>
                    <a:pt x="6" y="446"/>
                  </a:cubicBezTo>
                  <a:cubicBezTo>
                    <a:pt x="11" y="689"/>
                    <a:pt x="114" y="884"/>
                    <a:pt x="236" y="884"/>
                  </a:cubicBezTo>
                  <a:cubicBezTo>
                    <a:pt x="237" y="884"/>
                    <a:pt x="237" y="884"/>
                    <a:pt x="238" y="884"/>
                  </a:cubicBezTo>
                  <a:cubicBezTo>
                    <a:pt x="361" y="881"/>
                    <a:pt x="456" y="681"/>
                    <a:pt x="451" y="438"/>
                  </a:cubicBezTo>
                  <a:cubicBezTo>
                    <a:pt x="446" y="195"/>
                    <a:pt x="343" y="0"/>
                    <a:pt x="220" y="0"/>
                  </a:cubicBezTo>
                  <a:close/>
                </a:path>
              </a:pathLst>
            </a:custGeom>
            <a:solidFill>
              <a:srgbClr val="3A23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" name="Google Shape;1643;p40"/>
            <p:cNvSpPr/>
            <p:nvPr/>
          </p:nvSpPr>
          <p:spPr>
            <a:xfrm>
              <a:off x="2035018" y="1319216"/>
              <a:ext cx="25506" cy="49452"/>
            </a:xfrm>
            <a:custGeom>
              <a:avLst/>
              <a:gdLst/>
              <a:ahLst/>
              <a:cxnLst/>
              <a:rect l="l" t="t" r="r" b="b"/>
              <a:pathLst>
                <a:path w="457" h="885" extrusionOk="0">
                  <a:moveTo>
                    <a:pt x="221" y="0"/>
                  </a:moveTo>
                  <a:cubicBezTo>
                    <a:pt x="221" y="0"/>
                    <a:pt x="220" y="0"/>
                    <a:pt x="219" y="0"/>
                  </a:cubicBezTo>
                  <a:cubicBezTo>
                    <a:pt x="96" y="3"/>
                    <a:pt x="1" y="203"/>
                    <a:pt x="6" y="446"/>
                  </a:cubicBezTo>
                  <a:cubicBezTo>
                    <a:pt x="11" y="689"/>
                    <a:pt x="115" y="884"/>
                    <a:pt x="237" y="884"/>
                  </a:cubicBezTo>
                  <a:cubicBezTo>
                    <a:pt x="238" y="884"/>
                    <a:pt x="238" y="884"/>
                    <a:pt x="239" y="884"/>
                  </a:cubicBezTo>
                  <a:cubicBezTo>
                    <a:pt x="362" y="881"/>
                    <a:pt x="456" y="681"/>
                    <a:pt x="451" y="438"/>
                  </a:cubicBezTo>
                  <a:cubicBezTo>
                    <a:pt x="446" y="195"/>
                    <a:pt x="343" y="0"/>
                    <a:pt x="221" y="0"/>
                  </a:cubicBezTo>
                  <a:close/>
                </a:path>
              </a:pathLst>
            </a:custGeom>
            <a:solidFill>
              <a:srgbClr val="3A23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4" name="Google Shape;1644;p40"/>
            <p:cNvSpPr/>
            <p:nvPr/>
          </p:nvSpPr>
          <p:spPr>
            <a:xfrm>
              <a:off x="1957662" y="1262388"/>
              <a:ext cx="135178" cy="58392"/>
            </a:xfrm>
            <a:custGeom>
              <a:avLst/>
              <a:gdLst/>
              <a:ahLst/>
              <a:cxnLst/>
              <a:rect l="l" t="t" r="r" b="b"/>
              <a:pathLst>
                <a:path w="2422" h="1045" extrusionOk="0">
                  <a:moveTo>
                    <a:pt x="2132" y="1"/>
                  </a:moveTo>
                  <a:cubicBezTo>
                    <a:pt x="2107" y="1"/>
                    <a:pt x="2081" y="1"/>
                    <a:pt x="2056" y="2"/>
                  </a:cubicBezTo>
                  <a:cubicBezTo>
                    <a:pt x="2004" y="4"/>
                    <a:pt x="1954" y="6"/>
                    <a:pt x="1904" y="10"/>
                  </a:cubicBezTo>
                  <a:cubicBezTo>
                    <a:pt x="1804" y="17"/>
                    <a:pt x="1704" y="30"/>
                    <a:pt x="1605" y="47"/>
                  </a:cubicBezTo>
                  <a:cubicBezTo>
                    <a:pt x="1407" y="81"/>
                    <a:pt x="1215" y="132"/>
                    <a:pt x="1026" y="204"/>
                  </a:cubicBezTo>
                  <a:cubicBezTo>
                    <a:pt x="838" y="276"/>
                    <a:pt x="658" y="366"/>
                    <a:pt x="492" y="481"/>
                  </a:cubicBezTo>
                  <a:lnTo>
                    <a:pt x="459" y="501"/>
                  </a:lnTo>
                  <a:lnTo>
                    <a:pt x="428" y="524"/>
                  </a:lnTo>
                  <a:lnTo>
                    <a:pt x="366" y="569"/>
                  </a:lnTo>
                  <a:cubicBezTo>
                    <a:pt x="328" y="601"/>
                    <a:pt x="287" y="632"/>
                    <a:pt x="251" y="666"/>
                  </a:cubicBezTo>
                  <a:cubicBezTo>
                    <a:pt x="174" y="732"/>
                    <a:pt x="104" y="806"/>
                    <a:pt x="36" y="882"/>
                  </a:cubicBezTo>
                  <a:cubicBezTo>
                    <a:pt x="0" y="920"/>
                    <a:pt x="2" y="981"/>
                    <a:pt x="40" y="1019"/>
                  </a:cubicBezTo>
                  <a:cubicBezTo>
                    <a:pt x="58" y="1036"/>
                    <a:pt x="81" y="1045"/>
                    <a:pt x="104" y="1045"/>
                  </a:cubicBezTo>
                  <a:cubicBezTo>
                    <a:pt x="126" y="1045"/>
                    <a:pt x="148" y="1037"/>
                    <a:pt x="165" y="1021"/>
                  </a:cubicBezTo>
                  <a:lnTo>
                    <a:pt x="170" y="1019"/>
                  </a:lnTo>
                  <a:cubicBezTo>
                    <a:pt x="237" y="956"/>
                    <a:pt x="306" y="894"/>
                    <a:pt x="381" y="842"/>
                  </a:cubicBezTo>
                  <a:cubicBezTo>
                    <a:pt x="417" y="814"/>
                    <a:pt x="457" y="789"/>
                    <a:pt x="494" y="764"/>
                  </a:cubicBezTo>
                  <a:lnTo>
                    <a:pt x="552" y="728"/>
                  </a:lnTo>
                  <a:lnTo>
                    <a:pt x="582" y="709"/>
                  </a:lnTo>
                  <a:lnTo>
                    <a:pt x="612" y="693"/>
                  </a:lnTo>
                  <a:cubicBezTo>
                    <a:pt x="770" y="605"/>
                    <a:pt x="940" y="538"/>
                    <a:pt x="1114" y="489"/>
                  </a:cubicBezTo>
                  <a:cubicBezTo>
                    <a:pt x="1288" y="441"/>
                    <a:pt x="1467" y="411"/>
                    <a:pt x="1646" y="397"/>
                  </a:cubicBezTo>
                  <a:cubicBezTo>
                    <a:pt x="1721" y="392"/>
                    <a:pt x="1797" y="389"/>
                    <a:pt x="1872" y="389"/>
                  </a:cubicBezTo>
                  <a:cubicBezTo>
                    <a:pt x="1886" y="389"/>
                    <a:pt x="1901" y="389"/>
                    <a:pt x="1915" y="390"/>
                  </a:cubicBezTo>
                  <a:cubicBezTo>
                    <a:pt x="1960" y="391"/>
                    <a:pt x="2005" y="392"/>
                    <a:pt x="2048" y="395"/>
                  </a:cubicBezTo>
                  <a:cubicBezTo>
                    <a:pt x="2070" y="396"/>
                    <a:pt x="2092" y="399"/>
                    <a:pt x="2114" y="400"/>
                  </a:cubicBezTo>
                  <a:lnTo>
                    <a:pt x="2146" y="404"/>
                  </a:lnTo>
                  <a:cubicBezTo>
                    <a:pt x="2156" y="405"/>
                    <a:pt x="2167" y="406"/>
                    <a:pt x="2174" y="407"/>
                  </a:cubicBezTo>
                  <a:cubicBezTo>
                    <a:pt x="2186" y="409"/>
                    <a:pt x="2198" y="410"/>
                    <a:pt x="2210" y="410"/>
                  </a:cubicBezTo>
                  <a:cubicBezTo>
                    <a:pt x="2302" y="410"/>
                    <a:pt x="2385" y="342"/>
                    <a:pt x="2402" y="244"/>
                  </a:cubicBezTo>
                  <a:cubicBezTo>
                    <a:pt x="2422" y="134"/>
                    <a:pt x="2352" y="27"/>
                    <a:pt x="2246" y="6"/>
                  </a:cubicBezTo>
                  <a:cubicBezTo>
                    <a:pt x="2238" y="5"/>
                    <a:pt x="2231" y="3"/>
                    <a:pt x="2224" y="3"/>
                  </a:cubicBezTo>
                  <a:lnTo>
                    <a:pt x="2216" y="5"/>
                  </a:lnTo>
                  <a:cubicBezTo>
                    <a:pt x="2197" y="4"/>
                    <a:pt x="2186" y="4"/>
                    <a:pt x="2171" y="2"/>
                  </a:cubicBezTo>
                  <a:lnTo>
                    <a:pt x="2132" y="1"/>
                  </a:lnTo>
                  <a:close/>
                </a:path>
              </a:pathLst>
            </a:custGeom>
            <a:solidFill>
              <a:srgbClr val="663D4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40"/>
            <p:cNvSpPr/>
            <p:nvPr/>
          </p:nvSpPr>
          <p:spPr>
            <a:xfrm>
              <a:off x="2123034" y="1263394"/>
              <a:ext cx="66305" cy="35315"/>
            </a:xfrm>
            <a:custGeom>
              <a:avLst/>
              <a:gdLst/>
              <a:ahLst/>
              <a:cxnLst/>
              <a:rect l="l" t="t" r="r" b="b"/>
              <a:pathLst>
                <a:path w="1188" h="632" extrusionOk="0">
                  <a:moveTo>
                    <a:pt x="205" y="0"/>
                  </a:moveTo>
                  <a:cubicBezTo>
                    <a:pt x="106" y="0"/>
                    <a:pt x="22" y="78"/>
                    <a:pt x="11" y="183"/>
                  </a:cubicBezTo>
                  <a:cubicBezTo>
                    <a:pt x="0" y="296"/>
                    <a:pt x="78" y="396"/>
                    <a:pt x="187" y="407"/>
                  </a:cubicBezTo>
                  <a:cubicBezTo>
                    <a:pt x="192" y="408"/>
                    <a:pt x="198" y="408"/>
                    <a:pt x="204" y="408"/>
                  </a:cubicBezTo>
                  <a:cubicBezTo>
                    <a:pt x="210" y="408"/>
                    <a:pt x="216" y="408"/>
                    <a:pt x="222" y="407"/>
                  </a:cubicBezTo>
                  <a:lnTo>
                    <a:pt x="231" y="406"/>
                  </a:lnTo>
                  <a:lnTo>
                    <a:pt x="334" y="397"/>
                  </a:lnTo>
                  <a:lnTo>
                    <a:pt x="437" y="396"/>
                  </a:lnTo>
                  <a:cubicBezTo>
                    <a:pt x="505" y="398"/>
                    <a:pt x="572" y="402"/>
                    <a:pt x="637" y="417"/>
                  </a:cubicBezTo>
                  <a:cubicBezTo>
                    <a:pt x="703" y="429"/>
                    <a:pt x="765" y="447"/>
                    <a:pt x="823" y="475"/>
                  </a:cubicBezTo>
                  <a:cubicBezTo>
                    <a:pt x="837" y="483"/>
                    <a:pt x="851" y="489"/>
                    <a:pt x="865" y="497"/>
                  </a:cubicBezTo>
                  <a:cubicBezTo>
                    <a:pt x="878" y="506"/>
                    <a:pt x="892" y="512"/>
                    <a:pt x="904" y="522"/>
                  </a:cubicBezTo>
                  <a:cubicBezTo>
                    <a:pt x="916" y="532"/>
                    <a:pt x="928" y="541"/>
                    <a:pt x="939" y="550"/>
                  </a:cubicBezTo>
                  <a:cubicBezTo>
                    <a:pt x="944" y="555"/>
                    <a:pt x="949" y="560"/>
                    <a:pt x="954" y="563"/>
                  </a:cubicBezTo>
                  <a:lnTo>
                    <a:pt x="960" y="570"/>
                  </a:lnTo>
                  <a:lnTo>
                    <a:pt x="962" y="573"/>
                  </a:lnTo>
                  <a:lnTo>
                    <a:pt x="964" y="574"/>
                  </a:lnTo>
                  <a:lnTo>
                    <a:pt x="964" y="573"/>
                  </a:lnTo>
                  <a:cubicBezTo>
                    <a:pt x="985" y="611"/>
                    <a:pt x="1023" y="632"/>
                    <a:pt x="1061" y="632"/>
                  </a:cubicBezTo>
                  <a:cubicBezTo>
                    <a:pt x="1080" y="632"/>
                    <a:pt x="1099" y="627"/>
                    <a:pt x="1116" y="617"/>
                  </a:cubicBezTo>
                  <a:cubicBezTo>
                    <a:pt x="1170" y="586"/>
                    <a:pt x="1188" y="514"/>
                    <a:pt x="1159" y="459"/>
                  </a:cubicBezTo>
                  <a:lnTo>
                    <a:pt x="1151" y="445"/>
                  </a:lnTo>
                  <a:lnTo>
                    <a:pt x="1146" y="435"/>
                  </a:lnTo>
                  <a:lnTo>
                    <a:pt x="1134" y="419"/>
                  </a:lnTo>
                  <a:cubicBezTo>
                    <a:pt x="1126" y="407"/>
                    <a:pt x="1120" y="398"/>
                    <a:pt x="1113" y="388"/>
                  </a:cubicBezTo>
                  <a:cubicBezTo>
                    <a:pt x="1097" y="368"/>
                    <a:pt x="1082" y="350"/>
                    <a:pt x="1065" y="333"/>
                  </a:cubicBezTo>
                  <a:cubicBezTo>
                    <a:pt x="1048" y="315"/>
                    <a:pt x="1032" y="300"/>
                    <a:pt x="1013" y="284"/>
                  </a:cubicBezTo>
                  <a:cubicBezTo>
                    <a:pt x="996" y="269"/>
                    <a:pt x="977" y="255"/>
                    <a:pt x="960" y="240"/>
                  </a:cubicBezTo>
                  <a:cubicBezTo>
                    <a:pt x="886" y="186"/>
                    <a:pt x="806" y="146"/>
                    <a:pt x="725" y="112"/>
                  </a:cubicBezTo>
                  <a:cubicBezTo>
                    <a:pt x="644" y="78"/>
                    <a:pt x="561" y="58"/>
                    <a:pt x="478" y="37"/>
                  </a:cubicBezTo>
                  <a:cubicBezTo>
                    <a:pt x="437" y="29"/>
                    <a:pt x="395" y="22"/>
                    <a:pt x="352" y="15"/>
                  </a:cubicBezTo>
                  <a:lnTo>
                    <a:pt x="227" y="1"/>
                  </a:lnTo>
                  <a:cubicBezTo>
                    <a:pt x="220" y="0"/>
                    <a:pt x="212" y="0"/>
                    <a:pt x="205" y="0"/>
                  </a:cubicBezTo>
                  <a:close/>
                </a:path>
              </a:pathLst>
            </a:custGeom>
            <a:solidFill>
              <a:srgbClr val="663D4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40"/>
            <p:cNvSpPr/>
            <p:nvPr/>
          </p:nvSpPr>
          <p:spPr>
            <a:xfrm>
              <a:off x="1764439" y="1340114"/>
              <a:ext cx="105374" cy="135335"/>
            </a:xfrm>
            <a:custGeom>
              <a:avLst/>
              <a:gdLst/>
              <a:ahLst/>
              <a:cxnLst/>
              <a:rect l="l" t="t" r="r" b="b"/>
              <a:pathLst>
                <a:path w="1888" h="2422" extrusionOk="0">
                  <a:moveTo>
                    <a:pt x="749" y="1"/>
                  </a:moveTo>
                  <a:cubicBezTo>
                    <a:pt x="696" y="1"/>
                    <a:pt x="644" y="9"/>
                    <a:pt x="593" y="25"/>
                  </a:cubicBezTo>
                  <a:cubicBezTo>
                    <a:pt x="177" y="157"/>
                    <a:pt x="0" y="794"/>
                    <a:pt x="192" y="1450"/>
                  </a:cubicBezTo>
                  <a:cubicBezTo>
                    <a:pt x="328" y="1911"/>
                    <a:pt x="613" y="2259"/>
                    <a:pt x="915" y="2377"/>
                  </a:cubicBezTo>
                  <a:cubicBezTo>
                    <a:pt x="988" y="2406"/>
                    <a:pt x="1062" y="2421"/>
                    <a:pt x="1135" y="2421"/>
                  </a:cubicBezTo>
                  <a:cubicBezTo>
                    <a:pt x="1171" y="2421"/>
                    <a:pt x="1207" y="2417"/>
                    <a:pt x="1242" y="2410"/>
                  </a:cubicBezTo>
                  <a:cubicBezTo>
                    <a:pt x="1259" y="2407"/>
                    <a:pt x="1275" y="2402"/>
                    <a:pt x="1292" y="2397"/>
                  </a:cubicBezTo>
                  <a:cubicBezTo>
                    <a:pt x="1708" y="2265"/>
                    <a:pt x="1887" y="1628"/>
                    <a:pt x="1692" y="973"/>
                  </a:cubicBezTo>
                  <a:cubicBezTo>
                    <a:pt x="1523" y="398"/>
                    <a:pt x="1124" y="1"/>
                    <a:pt x="749" y="1"/>
                  </a:cubicBezTo>
                  <a:close/>
                </a:path>
              </a:pathLst>
            </a:custGeom>
            <a:solidFill>
              <a:srgbClr val="FEBA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40"/>
            <p:cNvSpPr/>
            <p:nvPr/>
          </p:nvSpPr>
          <p:spPr>
            <a:xfrm>
              <a:off x="1789666" y="1354866"/>
              <a:ext cx="74454" cy="110246"/>
            </a:xfrm>
            <a:custGeom>
              <a:avLst/>
              <a:gdLst/>
              <a:ahLst/>
              <a:cxnLst/>
              <a:rect l="l" t="t" r="r" b="b"/>
              <a:pathLst>
                <a:path w="1334" h="1973" extrusionOk="0">
                  <a:moveTo>
                    <a:pt x="404" y="1"/>
                  </a:moveTo>
                  <a:cubicBezTo>
                    <a:pt x="359" y="1"/>
                    <a:pt x="315" y="8"/>
                    <a:pt x="272" y="22"/>
                  </a:cubicBezTo>
                  <a:cubicBezTo>
                    <a:pt x="166" y="54"/>
                    <a:pt x="74" y="130"/>
                    <a:pt x="6" y="238"/>
                  </a:cubicBezTo>
                  <a:cubicBezTo>
                    <a:pt x="0" y="249"/>
                    <a:pt x="2" y="264"/>
                    <a:pt x="15" y="272"/>
                  </a:cubicBezTo>
                  <a:cubicBezTo>
                    <a:pt x="18" y="274"/>
                    <a:pt x="23" y="275"/>
                    <a:pt x="27" y="275"/>
                  </a:cubicBezTo>
                  <a:cubicBezTo>
                    <a:pt x="35" y="275"/>
                    <a:pt x="43" y="271"/>
                    <a:pt x="47" y="264"/>
                  </a:cubicBezTo>
                  <a:cubicBezTo>
                    <a:pt x="109" y="165"/>
                    <a:pt x="192" y="97"/>
                    <a:pt x="287" y="68"/>
                  </a:cubicBezTo>
                  <a:cubicBezTo>
                    <a:pt x="325" y="56"/>
                    <a:pt x="364" y="49"/>
                    <a:pt x="404" y="49"/>
                  </a:cubicBezTo>
                  <a:cubicBezTo>
                    <a:pt x="478" y="49"/>
                    <a:pt x="555" y="70"/>
                    <a:pt x="632" y="111"/>
                  </a:cubicBezTo>
                  <a:cubicBezTo>
                    <a:pt x="852" y="227"/>
                    <a:pt x="1038" y="487"/>
                    <a:pt x="1133" y="805"/>
                  </a:cubicBezTo>
                  <a:cubicBezTo>
                    <a:pt x="1282" y="1313"/>
                    <a:pt x="1146" y="1807"/>
                    <a:pt x="830" y="1908"/>
                  </a:cubicBezTo>
                  <a:cubicBezTo>
                    <a:pt x="793" y="1919"/>
                    <a:pt x="755" y="1925"/>
                    <a:pt x="715" y="1925"/>
                  </a:cubicBezTo>
                  <a:cubicBezTo>
                    <a:pt x="685" y="1925"/>
                    <a:pt x="654" y="1921"/>
                    <a:pt x="623" y="1915"/>
                  </a:cubicBezTo>
                  <a:cubicBezTo>
                    <a:pt x="621" y="1914"/>
                    <a:pt x="619" y="1914"/>
                    <a:pt x="617" y="1914"/>
                  </a:cubicBezTo>
                  <a:cubicBezTo>
                    <a:pt x="606" y="1914"/>
                    <a:pt x="597" y="1922"/>
                    <a:pt x="595" y="1933"/>
                  </a:cubicBezTo>
                  <a:cubicBezTo>
                    <a:pt x="591" y="1946"/>
                    <a:pt x="600" y="1959"/>
                    <a:pt x="613" y="1961"/>
                  </a:cubicBezTo>
                  <a:cubicBezTo>
                    <a:pt x="646" y="1969"/>
                    <a:pt x="679" y="1972"/>
                    <a:pt x="713" y="1972"/>
                  </a:cubicBezTo>
                  <a:cubicBezTo>
                    <a:pt x="758" y="1972"/>
                    <a:pt x="801" y="1966"/>
                    <a:pt x="842" y="1955"/>
                  </a:cubicBezTo>
                  <a:cubicBezTo>
                    <a:pt x="1184" y="1846"/>
                    <a:pt x="1334" y="1324"/>
                    <a:pt x="1177" y="792"/>
                  </a:cubicBezTo>
                  <a:cubicBezTo>
                    <a:pt x="1079" y="462"/>
                    <a:pt x="884" y="191"/>
                    <a:pt x="654" y="69"/>
                  </a:cubicBezTo>
                  <a:cubicBezTo>
                    <a:pt x="570" y="24"/>
                    <a:pt x="485" y="1"/>
                    <a:pt x="404" y="1"/>
                  </a:cubicBezTo>
                  <a:close/>
                </a:path>
              </a:pathLst>
            </a:custGeom>
            <a:solidFill>
              <a:srgbClr val="FC97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40"/>
            <p:cNvSpPr/>
            <p:nvPr/>
          </p:nvSpPr>
          <p:spPr>
            <a:xfrm>
              <a:off x="2121471" y="1294630"/>
              <a:ext cx="46603" cy="212446"/>
            </a:xfrm>
            <a:custGeom>
              <a:avLst/>
              <a:gdLst/>
              <a:ahLst/>
              <a:cxnLst/>
              <a:rect l="l" t="t" r="r" b="b"/>
              <a:pathLst>
                <a:path w="835" h="3802" extrusionOk="0">
                  <a:moveTo>
                    <a:pt x="47" y="0"/>
                  </a:moveTo>
                  <a:cubicBezTo>
                    <a:pt x="59" y="296"/>
                    <a:pt x="88" y="589"/>
                    <a:pt x="122" y="882"/>
                  </a:cubicBezTo>
                  <a:cubicBezTo>
                    <a:pt x="132" y="956"/>
                    <a:pt x="142" y="1029"/>
                    <a:pt x="152" y="1102"/>
                  </a:cubicBezTo>
                  <a:cubicBezTo>
                    <a:pt x="162" y="1175"/>
                    <a:pt x="172" y="1248"/>
                    <a:pt x="184" y="1321"/>
                  </a:cubicBezTo>
                  <a:cubicBezTo>
                    <a:pt x="195" y="1393"/>
                    <a:pt x="208" y="1466"/>
                    <a:pt x="220" y="1539"/>
                  </a:cubicBezTo>
                  <a:lnTo>
                    <a:pt x="260" y="1757"/>
                  </a:lnTo>
                  <a:cubicBezTo>
                    <a:pt x="274" y="1829"/>
                    <a:pt x="289" y="1902"/>
                    <a:pt x="305" y="1973"/>
                  </a:cubicBezTo>
                  <a:cubicBezTo>
                    <a:pt x="312" y="2009"/>
                    <a:pt x="318" y="2045"/>
                    <a:pt x="328" y="2081"/>
                  </a:cubicBezTo>
                  <a:lnTo>
                    <a:pt x="353" y="2189"/>
                  </a:lnTo>
                  <a:lnTo>
                    <a:pt x="379" y="2296"/>
                  </a:lnTo>
                  <a:cubicBezTo>
                    <a:pt x="388" y="2332"/>
                    <a:pt x="397" y="2368"/>
                    <a:pt x="408" y="2404"/>
                  </a:cubicBezTo>
                  <a:lnTo>
                    <a:pt x="466" y="2618"/>
                  </a:lnTo>
                  <a:cubicBezTo>
                    <a:pt x="547" y="2895"/>
                    <a:pt x="641" y="3168"/>
                    <a:pt x="759" y="3431"/>
                  </a:cubicBezTo>
                  <a:cubicBezTo>
                    <a:pt x="721" y="3485"/>
                    <a:pt x="675" y="3533"/>
                    <a:pt x="622" y="3574"/>
                  </a:cubicBezTo>
                  <a:cubicBezTo>
                    <a:pt x="563" y="3618"/>
                    <a:pt x="498" y="3655"/>
                    <a:pt x="431" y="3686"/>
                  </a:cubicBezTo>
                  <a:cubicBezTo>
                    <a:pt x="363" y="3716"/>
                    <a:pt x="293" y="3740"/>
                    <a:pt x="221" y="3760"/>
                  </a:cubicBezTo>
                  <a:cubicBezTo>
                    <a:pt x="149" y="3778"/>
                    <a:pt x="76" y="3794"/>
                    <a:pt x="0" y="3802"/>
                  </a:cubicBezTo>
                  <a:cubicBezTo>
                    <a:pt x="75" y="3802"/>
                    <a:pt x="151" y="3794"/>
                    <a:pt x="225" y="3781"/>
                  </a:cubicBezTo>
                  <a:cubicBezTo>
                    <a:pt x="300" y="3768"/>
                    <a:pt x="374" y="3749"/>
                    <a:pt x="446" y="3723"/>
                  </a:cubicBezTo>
                  <a:cubicBezTo>
                    <a:pt x="517" y="3696"/>
                    <a:pt x="587" y="3663"/>
                    <a:pt x="652" y="3619"/>
                  </a:cubicBezTo>
                  <a:cubicBezTo>
                    <a:pt x="716" y="3574"/>
                    <a:pt x="775" y="3520"/>
                    <a:pt x="824" y="3454"/>
                  </a:cubicBezTo>
                  <a:lnTo>
                    <a:pt x="834" y="3440"/>
                  </a:lnTo>
                  <a:lnTo>
                    <a:pt x="826" y="3420"/>
                  </a:lnTo>
                  <a:cubicBezTo>
                    <a:pt x="718" y="3152"/>
                    <a:pt x="630" y="2872"/>
                    <a:pt x="551" y="2592"/>
                  </a:cubicBezTo>
                  <a:lnTo>
                    <a:pt x="495" y="2379"/>
                  </a:lnTo>
                  <a:cubicBezTo>
                    <a:pt x="474" y="2310"/>
                    <a:pt x="460" y="2238"/>
                    <a:pt x="441" y="2167"/>
                  </a:cubicBezTo>
                  <a:lnTo>
                    <a:pt x="416" y="2061"/>
                  </a:lnTo>
                  <a:cubicBezTo>
                    <a:pt x="408" y="2025"/>
                    <a:pt x="399" y="1989"/>
                    <a:pt x="392" y="1953"/>
                  </a:cubicBezTo>
                  <a:lnTo>
                    <a:pt x="346" y="1737"/>
                  </a:lnTo>
                  <a:lnTo>
                    <a:pt x="302" y="1522"/>
                  </a:lnTo>
                  <a:cubicBezTo>
                    <a:pt x="288" y="1450"/>
                    <a:pt x="275" y="1378"/>
                    <a:pt x="261" y="1306"/>
                  </a:cubicBezTo>
                  <a:cubicBezTo>
                    <a:pt x="247" y="1234"/>
                    <a:pt x="234" y="1161"/>
                    <a:pt x="221" y="1089"/>
                  </a:cubicBezTo>
                  <a:cubicBezTo>
                    <a:pt x="209" y="1018"/>
                    <a:pt x="195" y="946"/>
                    <a:pt x="184" y="872"/>
                  </a:cubicBezTo>
                  <a:cubicBezTo>
                    <a:pt x="134" y="583"/>
                    <a:pt x="90" y="292"/>
                    <a:pt x="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40"/>
            <p:cNvSpPr/>
            <p:nvPr/>
          </p:nvSpPr>
          <p:spPr>
            <a:xfrm>
              <a:off x="1079844" y="1951252"/>
              <a:ext cx="927380" cy="852132"/>
            </a:xfrm>
            <a:custGeom>
              <a:avLst/>
              <a:gdLst/>
              <a:ahLst/>
              <a:cxnLst/>
              <a:rect l="l" t="t" r="r" b="b"/>
              <a:pathLst>
                <a:path w="16616" h="15250" extrusionOk="0">
                  <a:moveTo>
                    <a:pt x="11779" y="0"/>
                  </a:moveTo>
                  <a:cubicBezTo>
                    <a:pt x="11734" y="0"/>
                    <a:pt x="11692" y="1"/>
                    <a:pt x="11648" y="7"/>
                  </a:cubicBezTo>
                  <a:cubicBezTo>
                    <a:pt x="11571" y="17"/>
                    <a:pt x="11497" y="36"/>
                    <a:pt x="11425" y="62"/>
                  </a:cubicBezTo>
                  <a:cubicBezTo>
                    <a:pt x="11387" y="74"/>
                    <a:pt x="11351" y="91"/>
                    <a:pt x="11315" y="108"/>
                  </a:cubicBezTo>
                  <a:cubicBezTo>
                    <a:pt x="11120" y="201"/>
                    <a:pt x="10954" y="356"/>
                    <a:pt x="10848" y="558"/>
                  </a:cubicBezTo>
                  <a:cubicBezTo>
                    <a:pt x="10095" y="1973"/>
                    <a:pt x="8211" y="5179"/>
                    <a:pt x="6152" y="6102"/>
                  </a:cubicBezTo>
                  <a:cubicBezTo>
                    <a:pt x="5791" y="6264"/>
                    <a:pt x="5426" y="6356"/>
                    <a:pt x="5060" y="6356"/>
                  </a:cubicBezTo>
                  <a:cubicBezTo>
                    <a:pt x="4980" y="6356"/>
                    <a:pt x="4901" y="6352"/>
                    <a:pt x="4822" y="6343"/>
                  </a:cubicBezTo>
                  <a:cubicBezTo>
                    <a:pt x="4816" y="6342"/>
                    <a:pt x="4811" y="6342"/>
                    <a:pt x="4806" y="6340"/>
                  </a:cubicBezTo>
                  <a:cubicBezTo>
                    <a:pt x="4756" y="6335"/>
                    <a:pt x="4709" y="6328"/>
                    <a:pt x="4662" y="6320"/>
                  </a:cubicBezTo>
                  <a:cubicBezTo>
                    <a:pt x="4520" y="6297"/>
                    <a:pt x="4391" y="6267"/>
                    <a:pt x="4272" y="6229"/>
                  </a:cubicBezTo>
                  <a:cubicBezTo>
                    <a:pt x="4248" y="6222"/>
                    <a:pt x="4227" y="6215"/>
                    <a:pt x="4205" y="6207"/>
                  </a:cubicBezTo>
                  <a:cubicBezTo>
                    <a:pt x="4110" y="6174"/>
                    <a:pt x="4022" y="6137"/>
                    <a:pt x="3941" y="6096"/>
                  </a:cubicBezTo>
                  <a:cubicBezTo>
                    <a:pt x="3926" y="6089"/>
                    <a:pt x="3914" y="6082"/>
                    <a:pt x="3901" y="6075"/>
                  </a:cubicBezTo>
                  <a:cubicBezTo>
                    <a:pt x="3882" y="6066"/>
                    <a:pt x="3864" y="6057"/>
                    <a:pt x="3846" y="6046"/>
                  </a:cubicBezTo>
                  <a:cubicBezTo>
                    <a:pt x="3828" y="6035"/>
                    <a:pt x="3810" y="6026"/>
                    <a:pt x="3793" y="6015"/>
                  </a:cubicBezTo>
                  <a:cubicBezTo>
                    <a:pt x="3483" y="5825"/>
                    <a:pt x="3275" y="5576"/>
                    <a:pt x="3139" y="5323"/>
                  </a:cubicBezTo>
                  <a:cubicBezTo>
                    <a:pt x="3123" y="5296"/>
                    <a:pt x="3109" y="5268"/>
                    <a:pt x="3096" y="5242"/>
                  </a:cubicBezTo>
                  <a:cubicBezTo>
                    <a:pt x="3001" y="5045"/>
                    <a:pt x="2945" y="4846"/>
                    <a:pt x="2913" y="4671"/>
                  </a:cubicBezTo>
                  <a:cubicBezTo>
                    <a:pt x="2910" y="4662"/>
                    <a:pt x="2909" y="4652"/>
                    <a:pt x="2906" y="4642"/>
                  </a:cubicBezTo>
                  <a:cubicBezTo>
                    <a:pt x="2903" y="4614"/>
                    <a:pt x="2898" y="4585"/>
                    <a:pt x="2893" y="4559"/>
                  </a:cubicBezTo>
                  <a:cubicBezTo>
                    <a:pt x="2888" y="4528"/>
                    <a:pt x="2884" y="4497"/>
                    <a:pt x="2882" y="4467"/>
                  </a:cubicBezTo>
                  <a:cubicBezTo>
                    <a:pt x="2862" y="4255"/>
                    <a:pt x="2874" y="4114"/>
                    <a:pt x="2874" y="4114"/>
                  </a:cubicBezTo>
                  <a:lnTo>
                    <a:pt x="2874" y="4114"/>
                  </a:lnTo>
                  <a:lnTo>
                    <a:pt x="2872" y="4119"/>
                  </a:lnTo>
                  <a:cubicBezTo>
                    <a:pt x="2457" y="5385"/>
                    <a:pt x="2027" y="6832"/>
                    <a:pt x="1632" y="8231"/>
                  </a:cubicBezTo>
                  <a:cubicBezTo>
                    <a:pt x="729" y="11425"/>
                    <a:pt x="0" y="14371"/>
                    <a:pt x="0" y="14371"/>
                  </a:cubicBezTo>
                  <a:lnTo>
                    <a:pt x="6421" y="15249"/>
                  </a:lnTo>
                  <a:lnTo>
                    <a:pt x="10887" y="14998"/>
                  </a:lnTo>
                  <a:lnTo>
                    <a:pt x="13974" y="13850"/>
                  </a:lnTo>
                  <a:lnTo>
                    <a:pt x="13976" y="13849"/>
                  </a:lnTo>
                  <a:cubicBezTo>
                    <a:pt x="13976" y="13849"/>
                    <a:pt x="13976" y="13846"/>
                    <a:pt x="13975" y="13844"/>
                  </a:cubicBezTo>
                  <a:cubicBezTo>
                    <a:pt x="13950" y="13721"/>
                    <a:pt x="13535" y="11510"/>
                    <a:pt x="13626" y="9229"/>
                  </a:cubicBezTo>
                  <a:cubicBezTo>
                    <a:pt x="13630" y="9162"/>
                    <a:pt x="13632" y="9096"/>
                    <a:pt x="13640" y="9026"/>
                  </a:cubicBezTo>
                  <a:cubicBezTo>
                    <a:pt x="13659" y="8675"/>
                    <a:pt x="13692" y="8323"/>
                    <a:pt x="13739" y="7979"/>
                  </a:cubicBezTo>
                  <a:cubicBezTo>
                    <a:pt x="13759" y="7827"/>
                    <a:pt x="13784" y="7678"/>
                    <a:pt x="13811" y="7533"/>
                  </a:cubicBezTo>
                  <a:cubicBezTo>
                    <a:pt x="14172" y="5563"/>
                    <a:pt x="15610" y="3658"/>
                    <a:pt x="16432" y="2702"/>
                  </a:cubicBezTo>
                  <a:cubicBezTo>
                    <a:pt x="16560" y="2553"/>
                    <a:pt x="16615" y="2369"/>
                    <a:pt x="16604" y="2191"/>
                  </a:cubicBezTo>
                  <a:cubicBezTo>
                    <a:pt x="16601" y="2137"/>
                    <a:pt x="16592" y="2083"/>
                    <a:pt x="16575" y="2031"/>
                  </a:cubicBezTo>
                  <a:cubicBezTo>
                    <a:pt x="16546" y="1927"/>
                    <a:pt x="16492" y="1828"/>
                    <a:pt x="16415" y="1744"/>
                  </a:cubicBezTo>
                  <a:cubicBezTo>
                    <a:pt x="16406" y="1735"/>
                    <a:pt x="16399" y="1727"/>
                    <a:pt x="16390" y="1719"/>
                  </a:cubicBezTo>
                  <a:cubicBezTo>
                    <a:pt x="16380" y="1708"/>
                    <a:pt x="16369" y="1697"/>
                    <a:pt x="16358" y="1688"/>
                  </a:cubicBezTo>
                  <a:cubicBezTo>
                    <a:pt x="16345" y="1677"/>
                    <a:pt x="16332" y="1667"/>
                    <a:pt x="16318" y="1656"/>
                  </a:cubicBezTo>
                  <a:cubicBezTo>
                    <a:pt x="16305" y="1646"/>
                    <a:pt x="16292" y="1637"/>
                    <a:pt x="16279" y="1630"/>
                  </a:cubicBezTo>
                  <a:cubicBezTo>
                    <a:pt x="16262" y="1617"/>
                    <a:pt x="16245" y="1607"/>
                    <a:pt x="16227" y="1597"/>
                  </a:cubicBezTo>
                  <a:cubicBezTo>
                    <a:pt x="16226" y="1597"/>
                    <a:pt x="16226" y="1596"/>
                    <a:pt x="16225" y="1596"/>
                  </a:cubicBezTo>
                  <a:cubicBezTo>
                    <a:pt x="16145" y="1554"/>
                    <a:pt x="16066" y="1510"/>
                    <a:pt x="15986" y="1469"/>
                  </a:cubicBezTo>
                  <a:cubicBezTo>
                    <a:pt x="15887" y="1417"/>
                    <a:pt x="15790" y="1369"/>
                    <a:pt x="15692" y="1320"/>
                  </a:cubicBezTo>
                  <a:cubicBezTo>
                    <a:pt x="15625" y="1286"/>
                    <a:pt x="15559" y="1253"/>
                    <a:pt x="15492" y="1221"/>
                  </a:cubicBezTo>
                  <a:cubicBezTo>
                    <a:pt x="14164" y="587"/>
                    <a:pt x="12935" y="237"/>
                    <a:pt x="12134" y="53"/>
                  </a:cubicBezTo>
                  <a:cubicBezTo>
                    <a:pt x="12089" y="43"/>
                    <a:pt x="12046" y="33"/>
                    <a:pt x="12002" y="25"/>
                  </a:cubicBezTo>
                  <a:cubicBezTo>
                    <a:pt x="11960" y="15"/>
                    <a:pt x="11919" y="9"/>
                    <a:pt x="11879" y="5"/>
                  </a:cubicBezTo>
                  <a:cubicBezTo>
                    <a:pt x="11864" y="4"/>
                    <a:pt x="11851" y="2"/>
                    <a:pt x="11833" y="2"/>
                  </a:cubicBezTo>
                  <a:cubicBezTo>
                    <a:pt x="11815" y="1"/>
                    <a:pt x="11796" y="0"/>
                    <a:pt x="1177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40"/>
            <p:cNvSpPr/>
            <p:nvPr/>
          </p:nvSpPr>
          <p:spPr>
            <a:xfrm>
              <a:off x="1070300" y="2725106"/>
              <a:ext cx="802974" cy="833078"/>
            </a:xfrm>
            <a:custGeom>
              <a:avLst/>
              <a:gdLst/>
              <a:ahLst/>
              <a:cxnLst/>
              <a:rect l="l" t="t" r="r" b="b"/>
              <a:pathLst>
                <a:path w="14387" h="14909" extrusionOk="0">
                  <a:moveTo>
                    <a:pt x="14137" y="0"/>
                  </a:moveTo>
                  <a:cubicBezTo>
                    <a:pt x="13500" y="162"/>
                    <a:pt x="10956" y="788"/>
                    <a:pt x="8380" y="1125"/>
                  </a:cubicBezTo>
                  <a:cubicBezTo>
                    <a:pt x="8179" y="1151"/>
                    <a:pt x="7979" y="1175"/>
                    <a:pt x="7779" y="1198"/>
                  </a:cubicBezTo>
                  <a:cubicBezTo>
                    <a:pt x="7458" y="1234"/>
                    <a:pt x="7123" y="1251"/>
                    <a:pt x="6781" y="1251"/>
                  </a:cubicBezTo>
                  <a:cubicBezTo>
                    <a:pt x="6718" y="1251"/>
                    <a:pt x="6654" y="1250"/>
                    <a:pt x="6590" y="1249"/>
                  </a:cubicBezTo>
                  <a:cubicBezTo>
                    <a:pt x="4815" y="1222"/>
                    <a:pt x="2876" y="785"/>
                    <a:pt x="1595" y="436"/>
                  </a:cubicBezTo>
                  <a:cubicBezTo>
                    <a:pt x="1001" y="274"/>
                    <a:pt x="550" y="130"/>
                    <a:pt x="322" y="57"/>
                  </a:cubicBezTo>
                  <a:cubicBezTo>
                    <a:pt x="211" y="478"/>
                    <a:pt x="104" y="895"/>
                    <a:pt x="0" y="1308"/>
                  </a:cubicBezTo>
                  <a:cubicBezTo>
                    <a:pt x="1201" y="1645"/>
                    <a:pt x="3738" y="2242"/>
                    <a:pt x="6741" y="2274"/>
                  </a:cubicBezTo>
                  <a:lnTo>
                    <a:pt x="6756" y="2274"/>
                  </a:lnTo>
                  <a:cubicBezTo>
                    <a:pt x="7638" y="2282"/>
                    <a:pt x="8298" y="3092"/>
                    <a:pt x="8113" y="3955"/>
                  </a:cubicBezTo>
                  <a:cubicBezTo>
                    <a:pt x="7984" y="4560"/>
                    <a:pt x="7809" y="5155"/>
                    <a:pt x="7587" y="5734"/>
                  </a:cubicBezTo>
                  <a:cubicBezTo>
                    <a:pt x="8592" y="9108"/>
                    <a:pt x="10082" y="12692"/>
                    <a:pt x="11060" y="14909"/>
                  </a:cubicBezTo>
                  <a:cubicBezTo>
                    <a:pt x="10941" y="14622"/>
                    <a:pt x="9643" y="11470"/>
                    <a:pt x="9011" y="8424"/>
                  </a:cubicBezTo>
                  <a:cubicBezTo>
                    <a:pt x="8978" y="8262"/>
                    <a:pt x="8947" y="8102"/>
                    <a:pt x="8920" y="7940"/>
                  </a:cubicBezTo>
                  <a:cubicBezTo>
                    <a:pt x="8440" y="5077"/>
                    <a:pt x="10146" y="2293"/>
                    <a:pt x="12911" y="1406"/>
                  </a:cubicBezTo>
                  <a:cubicBezTo>
                    <a:pt x="13406" y="1247"/>
                    <a:pt x="13899" y="1063"/>
                    <a:pt x="14387" y="850"/>
                  </a:cubicBezTo>
                  <a:cubicBezTo>
                    <a:pt x="14309" y="566"/>
                    <a:pt x="14229" y="283"/>
                    <a:pt x="14147" y="0"/>
                  </a:cubicBezTo>
                  <a:close/>
                </a:path>
              </a:pathLst>
            </a:custGeom>
            <a:solidFill>
              <a:srgbClr val="000000">
                <a:alpha val="124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40"/>
            <p:cNvSpPr/>
            <p:nvPr/>
          </p:nvSpPr>
          <p:spPr>
            <a:xfrm>
              <a:off x="1524278" y="1556306"/>
              <a:ext cx="251659" cy="401145"/>
            </a:xfrm>
            <a:custGeom>
              <a:avLst/>
              <a:gdLst/>
              <a:ahLst/>
              <a:cxnLst/>
              <a:rect l="l" t="t" r="r" b="b"/>
              <a:pathLst>
                <a:path w="4509" h="7179" extrusionOk="0">
                  <a:moveTo>
                    <a:pt x="957" y="1"/>
                  </a:moveTo>
                  <a:cubicBezTo>
                    <a:pt x="271" y="1"/>
                    <a:pt x="1" y="389"/>
                    <a:pt x="1" y="389"/>
                  </a:cubicBezTo>
                  <a:cubicBezTo>
                    <a:pt x="167" y="416"/>
                    <a:pt x="328" y="453"/>
                    <a:pt x="485" y="496"/>
                  </a:cubicBezTo>
                  <a:cubicBezTo>
                    <a:pt x="1282" y="716"/>
                    <a:pt x="1945" y="1147"/>
                    <a:pt x="2439" y="1773"/>
                  </a:cubicBezTo>
                  <a:cubicBezTo>
                    <a:pt x="3388" y="2977"/>
                    <a:pt x="3698" y="4828"/>
                    <a:pt x="3350" y="7179"/>
                  </a:cubicBezTo>
                  <a:cubicBezTo>
                    <a:pt x="3491" y="7109"/>
                    <a:pt x="3648" y="7071"/>
                    <a:pt x="3809" y="7071"/>
                  </a:cubicBezTo>
                  <a:cubicBezTo>
                    <a:pt x="3844" y="7071"/>
                    <a:pt x="3879" y="7073"/>
                    <a:pt x="3914" y="7076"/>
                  </a:cubicBezTo>
                  <a:cubicBezTo>
                    <a:pt x="3955" y="7079"/>
                    <a:pt x="3996" y="7086"/>
                    <a:pt x="4037" y="7095"/>
                  </a:cubicBezTo>
                  <a:cubicBezTo>
                    <a:pt x="4079" y="7104"/>
                    <a:pt x="4124" y="7114"/>
                    <a:pt x="4168" y="7124"/>
                  </a:cubicBezTo>
                  <a:cubicBezTo>
                    <a:pt x="4508" y="4628"/>
                    <a:pt x="4136" y="2626"/>
                    <a:pt x="3070" y="1276"/>
                  </a:cubicBezTo>
                  <a:cubicBezTo>
                    <a:pt x="2701" y="809"/>
                    <a:pt x="2259" y="433"/>
                    <a:pt x="1752" y="148"/>
                  </a:cubicBezTo>
                  <a:cubicBezTo>
                    <a:pt x="1751" y="148"/>
                    <a:pt x="1751" y="148"/>
                    <a:pt x="1750" y="147"/>
                  </a:cubicBezTo>
                  <a:cubicBezTo>
                    <a:pt x="1440" y="41"/>
                    <a:pt x="1177" y="1"/>
                    <a:pt x="95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" name="Google Shape;1652;p40"/>
            <p:cNvSpPr/>
            <p:nvPr/>
          </p:nvSpPr>
          <p:spPr>
            <a:xfrm>
              <a:off x="1971726" y="1749141"/>
              <a:ext cx="140759" cy="315820"/>
            </a:xfrm>
            <a:custGeom>
              <a:avLst/>
              <a:gdLst/>
              <a:ahLst/>
              <a:cxnLst/>
              <a:rect l="l" t="t" r="r" b="b"/>
              <a:pathLst>
                <a:path w="2522" h="5652" extrusionOk="0">
                  <a:moveTo>
                    <a:pt x="1708" y="1"/>
                  </a:moveTo>
                  <a:cubicBezTo>
                    <a:pt x="1722" y="62"/>
                    <a:pt x="2066" y="2304"/>
                    <a:pt x="1" y="5090"/>
                  </a:cubicBezTo>
                  <a:cubicBezTo>
                    <a:pt x="80" y="5131"/>
                    <a:pt x="160" y="5174"/>
                    <a:pt x="239" y="5217"/>
                  </a:cubicBezTo>
                  <a:cubicBezTo>
                    <a:pt x="241" y="5217"/>
                    <a:pt x="241" y="5218"/>
                    <a:pt x="242" y="5218"/>
                  </a:cubicBezTo>
                  <a:cubicBezTo>
                    <a:pt x="314" y="5258"/>
                    <a:pt x="378" y="5308"/>
                    <a:pt x="429" y="5366"/>
                  </a:cubicBezTo>
                  <a:cubicBezTo>
                    <a:pt x="504" y="5449"/>
                    <a:pt x="560" y="5548"/>
                    <a:pt x="589" y="5652"/>
                  </a:cubicBezTo>
                  <a:cubicBezTo>
                    <a:pt x="2042" y="3756"/>
                    <a:pt x="2458" y="2208"/>
                    <a:pt x="2521" y="1201"/>
                  </a:cubicBezTo>
                  <a:cubicBezTo>
                    <a:pt x="2502" y="1115"/>
                    <a:pt x="2476" y="1022"/>
                    <a:pt x="2441" y="930"/>
                  </a:cubicBezTo>
                  <a:cubicBezTo>
                    <a:pt x="2322" y="584"/>
                    <a:pt x="2108" y="208"/>
                    <a:pt x="170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3" name="Google Shape;1653;p40"/>
            <p:cNvSpPr/>
            <p:nvPr/>
          </p:nvSpPr>
          <p:spPr>
            <a:xfrm>
              <a:off x="1332395" y="1892133"/>
              <a:ext cx="236031" cy="430816"/>
            </a:xfrm>
            <a:custGeom>
              <a:avLst/>
              <a:gdLst/>
              <a:ahLst/>
              <a:cxnLst/>
              <a:rect l="l" t="t" r="r" b="b"/>
              <a:pathLst>
                <a:path w="4229" h="7710" extrusionOk="0">
                  <a:moveTo>
                    <a:pt x="1347" y="1"/>
                  </a:moveTo>
                  <a:cubicBezTo>
                    <a:pt x="1325" y="1"/>
                    <a:pt x="1302" y="1"/>
                    <a:pt x="1280" y="2"/>
                  </a:cubicBezTo>
                  <a:cubicBezTo>
                    <a:pt x="873" y="11"/>
                    <a:pt x="517" y="96"/>
                    <a:pt x="270" y="198"/>
                  </a:cubicBezTo>
                  <a:cubicBezTo>
                    <a:pt x="252" y="352"/>
                    <a:pt x="237" y="508"/>
                    <a:pt x="224" y="663"/>
                  </a:cubicBezTo>
                  <a:cubicBezTo>
                    <a:pt x="208" y="826"/>
                    <a:pt x="194" y="990"/>
                    <a:pt x="180" y="1152"/>
                  </a:cubicBezTo>
                  <a:cubicBezTo>
                    <a:pt x="42" y="2797"/>
                    <a:pt x="0" y="4419"/>
                    <a:pt x="72" y="5684"/>
                  </a:cubicBezTo>
                  <a:cubicBezTo>
                    <a:pt x="112" y="6387"/>
                    <a:pt x="186" y="6980"/>
                    <a:pt x="297" y="7405"/>
                  </a:cubicBezTo>
                  <a:cubicBezTo>
                    <a:pt x="326" y="7518"/>
                    <a:pt x="358" y="7621"/>
                    <a:pt x="393" y="7710"/>
                  </a:cubicBezTo>
                  <a:lnTo>
                    <a:pt x="2708" y="6800"/>
                  </a:lnTo>
                  <a:cubicBezTo>
                    <a:pt x="2708" y="6800"/>
                    <a:pt x="3425" y="4105"/>
                    <a:pt x="4035" y="1305"/>
                  </a:cubicBezTo>
                  <a:cubicBezTo>
                    <a:pt x="4086" y="1068"/>
                    <a:pt x="4137" y="831"/>
                    <a:pt x="4185" y="594"/>
                  </a:cubicBezTo>
                  <a:cubicBezTo>
                    <a:pt x="4200" y="525"/>
                    <a:pt x="4214" y="457"/>
                    <a:pt x="4228" y="387"/>
                  </a:cubicBezTo>
                  <a:cubicBezTo>
                    <a:pt x="3960" y="314"/>
                    <a:pt x="3113" y="387"/>
                    <a:pt x="2175" y="117"/>
                  </a:cubicBezTo>
                  <a:cubicBezTo>
                    <a:pt x="1890" y="34"/>
                    <a:pt x="1609" y="1"/>
                    <a:pt x="1347" y="1"/>
                  </a:cubicBezTo>
                  <a:close/>
                </a:path>
              </a:pathLst>
            </a:custGeom>
            <a:solidFill>
              <a:srgbClr val="FEBA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54" name="Google Shape;1654;p40"/>
            <p:cNvGrpSpPr/>
            <p:nvPr/>
          </p:nvGrpSpPr>
          <p:grpSpPr>
            <a:xfrm>
              <a:off x="1327428" y="1581507"/>
              <a:ext cx="298039" cy="336327"/>
              <a:chOff x="1327428" y="1581507"/>
              <a:chExt cx="298039" cy="336327"/>
            </a:xfrm>
          </p:grpSpPr>
          <p:sp>
            <p:nvSpPr>
              <p:cNvPr id="1655" name="Google Shape;1655;p40"/>
              <p:cNvSpPr/>
              <p:nvPr/>
            </p:nvSpPr>
            <p:spPr>
              <a:xfrm>
                <a:off x="1327428" y="1581507"/>
                <a:ext cx="298039" cy="336327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19" extrusionOk="0">
                    <a:moveTo>
                      <a:pt x="3398" y="1"/>
                    </a:moveTo>
                    <a:cubicBezTo>
                      <a:pt x="3235" y="1"/>
                      <a:pt x="3061" y="24"/>
                      <a:pt x="2879" y="62"/>
                    </a:cubicBezTo>
                    <a:cubicBezTo>
                      <a:pt x="719" y="523"/>
                      <a:pt x="174" y="3995"/>
                      <a:pt x="42" y="5415"/>
                    </a:cubicBezTo>
                    <a:cubicBezTo>
                      <a:pt x="9" y="5764"/>
                      <a:pt x="2" y="5988"/>
                      <a:pt x="1" y="6015"/>
                    </a:cubicBezTo>
                    <a:lnTo>
                      <a:pt x="1" y="6015"/>
                    </a:lnTo>
                    <a:cubicBezTo>
                      <a:pt x="5" y="5951"/>
                      <a:pt x="138" y="5848"/>
                      <a:pt x="360" y="5757"/>
                    </a:cubicBezTo>
                    <a:cubicBezTo>
                      <a:pt x="393" y="5743"/>
                      <a:pt x="428" y="5730"/>
                      <a:pt x="463" y="5718"/>
                    </a:cubicBezTo>
                    <a:cubicBezTo>
                      <a:pt x="500" y="5705"/>
                      <a:pt x="538" y="5693"/>
                      <a:pt x="577" y="5682"/>
                    </a:cubicBezTo>
                    <a:cubicBezTo>
                      <a:pt x="629" y="5664"/>
                      <a:pt x="684" y="5651"/>
                      <a:pt x="741" y="5638"/>
                    </a:cubicBezTo>
                    <a:cubicBezTo>
                      <a:pt x="762" y="5632"/>
                      <a:pt x="784" y="5627"/>
                      <a:pt x="805" y="5623"/>
                    </a:cubicBezTo>
                    <a:cubicBezTo>
                      <a:pt x="847" y="5615"/>
                      <a:pt x="892" y="5606"/>
                      <a:pt x="936" y="5600"/>
                    </a:cubicBezTo>
                    <a:cubicBezTo>
                      <a:pt x="981" y="5591"/>
                      <a:pt x="1028" y="5585"/>
                      <a:pt x="1075" y="5580"/>
                    </a:cubicBezTo>
                    <a:cubicBezTo>
                      <a:pt x="1167" y="5569"/>
                      <a:pt x="1266" y="5562"/>
                      <a:pt x="1369" y="5560"/>
                    </a:cubicBezTo>
                    <a:cubicBezTo>
                      <a:pt x="1392" y="5559"/>
                      <a:pt x="1416" y="5559"/>
                      <a:pt x="1439" y="5559"/>
                    </a:cubicBezTo>
                    <a:cubicBezTo>
                      <a:pt x="1626" y="5559"/>
                      <a:pt x="1824" y="5577"/>
                      <a:pt x="2026" y="5617"/>
                    </a:cubicBezTo>
                    <a:cubicBezTo>
                      <a:pt x="2105" y="5632"/>
                      <a:pt x="2185" y="5652"/>
                      <a:pt x="2266" y="5675"/>
                    </a:cubicBezTo>
                    <a:cubicBezTo>
                      <a:pt x="3202" y="5948"/>
                      <a:pt x="4051" y="5875"/>
                      <a:pt x="4317" y="5946"/>
                    </a:cubicBezTo>
                    <a:cubicBezTo>
                      <a:pt x="4375" y="5962"/>
                      <a:pt x="4405" y="5984"/>
                      <a:pt x="4405" y="6017"/>
                    </a:cubicBezTo>
                    <a:cubicBezTo>
                      <a:pt x="5340" y="2960"/>
                      <a:pt x="5113" y="2653"/>
                      <a:pt x="4810" y="1376"/>
                    </a:cubicBezTo>
                    <a:cubicBezTo>
                      <a:pt x="4726" y="1028"/>
                      <a:pt x="4613" y="759"/>
                      <a:pt x="4473" y="554"/>
                    </a:cubicBezTo>
                    <a:lnTo>
                      <a:pt x="4473" y="552"/>
                    </a:lnTo>
                    <a:cubicBezTo>
                      <a:pt x="4331" y="342"/>
                      <a:pt x="4161" y="198"/>
                      <a:pt x="3969" y="113"/>
                    </a:cubicBezTo>
                    <a:cubicBezTo>
                      <a:pt x="3806" y="37"/>
                      <a:pt x="3625" y="3"/>
                      <a:pt x="3428" y="1"/>
                    </a:cubicBezTo>
                    <a:cubicBezTo>
                      <a:pt x="3418" y="1"/>
                      <a:pt x="3408" y="1"/>
                      <a:pt x="3398" y="1"/>
                    </a:cubicBezTo>
                    <a:close/>
                    <a:moveTo>
                      <a:pt x="1" y="6015"/>
                    </a:moveTo>
                    <a:lnTo>
                      <a:pt x="1" y="6015"/>
                    </a:lnTo>
                    <a:cubicBezTo>
                      <a:pt x="1" y="6016"/>
                      <a:pt x="1" y="6017"/>
                      <a:pt x="1" y="6018"/>
                    </a:cubicBezTo>
                    <a:cubicBezTo>
                      <a:pt x="1" y="6018"/>
                      <a:pt x="1" y="6017"/>
                      <a:pt x="1" y="601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40"/>
              <p:cNvSpPr/>
              <p:nvPr/>
            </p:nvSpPr>
            <p:spPr>
              <a:xfrm>
                <a:off x="1327428" y="1581507"/>
                <a:ext cx="298039" cy="336327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19" extrusionOk="0">
                    <a:moveTo>
                      <a:pt x="3398" y="1"/>
                    </a:moveTo>
                    <a:cubicBezTo>
                      <a:pt x="3235" y="1"/>
                      <a:pt x="3061" y="24"/>
                      <a:pt x="2879" y="62"/>
                    </a:cubicBezTo>
                    <a:cubicBezTo>
                      <a:pt x="719" y="523"/>
                      <a:pt x="174" y="3995"/>
                      <a:pt x="42" y="5415"/>
                    </a:cubicBezTo>
                    <a:cubicBezTo>
                      <a:pt x="9" y="5764"/>
                      <a:pt x="2" y="5988"/>
                      <a:pt x="1" y="6015"/>
                    </a:cubicBezTo>
                    <a:lnTo>
                      <a:pt x="1" y="6015"/>
                    </a:lnTo>
                    <a:cubicBezTo>
                      <a:pt x="5" y="5951"/>
                      <a:pt x="138" y="5848"/>
                      <a:pt x="360" y="5757"/>
                    </a:cubicBezTo>
                    <a:cubicBezTo>
                      <a:pt x="393" y="5743"/>
                      <a:pt x="428" y="5730"/>
                      <a:pt x="463" y="5718"/>
                    </a:cubicBezTo>
                    <a:cubicBezTo>
                      <a:pt x="500" y="5705"/>
                      <a:pt x="538" y="5693"/>
                      <a:pt x="577" y="5682"/>
                    </a:cubicBezTo>
                    <a:cubicBezTo>
                      <a:pt x="629" y="5664"/>
                      <a:pt x="684" y="5651"/>
                      <a:pt x="741" y="5638"/>
                    </a:cubicBezTo>
                    <a:cubicBezTo>
                      <a:pt x="762" y="5632"/>
                      <a:pt x="784" y="5627"/>
                      <a:pt x="805" y="5623"/>
                    </a:cubicBezTo>
                    <a:cubicBezTo>
                      <a:pt x="847" y="5615"/>
                      <a:pt x="892" y="5606"/>
                      <a:pt x="936" y="5600"/>
                    </a:cubicBezTo>
                    <a:cubicBezTo>
                      <a:pt x="981" y="5591"/>
                      <a:pt x="1028" y="5585"/>
                      <a:pt x="1075" y="5580"/>
                    </a:cubicBezTo>
                    <a:cubicBezTo>
                      <a:pt x="1167" y="5569"/>
                      <a:pt x="1266" y="5562"/>
                      <a:pt x="1369" y="5560"/>
                    </a:cubicBezTo>
                    <a:cubicBezTo>
                      <a:pt x="1392" y="5559"/>
                      <a:pt x="1416" y="5559"/>
                      <a:pt x="1439" y="5559"/>
                    </a:cubicBezTo>
                    <a:cubicBezTo>
                      <a:pt x="1626" y="5559"/>
                      <a:pt x="1824" y="5577"/>
                      <a:pt x="2026" y="5617"/>
                    </a:cubicBezTo>
                    <a:cubicBezTo>
                      <a:pt x="2105" y="5632"/>
                      <a:pt x="2185" y="5652"/>
                      <a:pt x="2266" y="5675"/>
                    </a:cubicBezTo>
                    <a:cubicBezTo>
                      <a:pt x="3202" y="5948"/>
                      <a:pt x="4051" y="5875"/>
                      <a:pt x="4317" y="5946"/>
                    </a:cubicBezTo>
                    <a:cubicBezTo>
                      <a:pt x="4375" y="5962"/>
                      <a:pt x="4405" y="5984"/>
                      <a:pt x="4405" y="6017"/>
                    </a:cubicBezTo>
                    <a:cubicBezTo>
                      <a:pt x="5340" y="2960"/>
                      <a:pt x="5113" y="2653"/>
                      <a:pt x="4810" y="1376"/>
                    </a:cubicBezTo>
                    <a:cubicBezTo>
                      <a:pt x="4726" y="1028"/>
                      <a:pt x="4613" y="759"/>
                      <a:pt x="4473" y="554"/>
                    </a:cubicBezTo>
                    <a:lnTo>
                      <a:pt x="4473" y="552"/>
                    </a:lnTo>
                    <a:cubicBezTo>
                      <a:pt x="4331" y="342"/>
                      <a:pt x="4161" y="198"/>
                      <a:pt x="3969" y="113"/>
                    </a:cubicBezTo>
                    <a:cubicBezTo>
                      <a:pt x="3806" y="37"/>
                      <a:pt x="3625" y="3"/>
                      <a:pt x="3428" y="1"/>
                    </a:cubicBezTo>
                    <a:cubicBezTo>
                      <a:pt x="3418" y="1"/>
                      <a:pt x="3408" y="1"/>
                      <a:pt x="3398" y="1"/>
                    </a:cubicBezTo>
                    <a:close/>
                    <a:moveTo>
                      <a:pt x="1" y="6015"/>
                    </a:moveTo>
                    <a:lnTo>
                      <a:pt x="1" y="6015"/>
                    </a:lnTo>
                    <a:cubicBezTo>
                      <a:pt x="1" y="6016"/>
                      <a:pt x="1" y="6017"/>
                      <a:pt x="1" y="6018"/>
                    </a:cubicBezTo>
                    <a:cubicBezTo>
                      <a:pt x="1" y="6018"/>
                      <a:pt x="1" y="6017"/>
                      <a:pt x="1" y="6015"/>
                    </a:cubicBezTo>
                    <a:close/>
                  </a:path>
                </a:pathLst>
              </a:custGeom>
              <a:solidFill>
                <a:srgbClr val="000000">
                  <a:alpha val="124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57" name="Google Shape;1657;p40"/>
            <p:cNvSpPr/>
            <p:nvPr/>
          </p:nvSpPr>
          <p:spPr>
            <a:xfrm>
              <a:off x="1342386" y="1891965"/>
              <a:ext cx="226041" cy="75099"/>
            </a:xfrm>
            <a:custGeom>
              <a:avLst/>
              <a:gdLst/>
              <a:ahLst/>
              <a:cxnLst/>
              <a:rect l="l" t="t" r="r" b="b"/>
              <a:pathLst>
                <a:path w="4050" h="1344" extrusionOk="0">
                  <a:moveTo>
                    <a:pt x="1165" y="1"/>
                  </a:moveTo>
                  <a:cubicBezTo>
                    <a:pt x="732" y="1"/>
                    <a:pt x="351" y="91"/>
                    <a:pt x="92" y="199"/>
                  </a:cubicBezTo>
                  <a:cubicBezTo>
                    <a:pt x="73" y="353"/>
                    <a:pt x="58" y="508"/>
                    <a:pt x="45" y="664"/>
                  </a:cubicBezTo>
                  <a:cubicBezTo>
                    <a:pt x="29" y="828"/>
                    <a:pt x="15" y="992"/>
                    <a:pt x="1" y="1154"/>
                  </a:cubicBezTo>
                  <a:cubicBezTo>
                    <a:pt x="238" y="1033"/>
                    <a:pt x="618" y="888"/>
                    <a:pt x="1088" y="888"/>
                  </a:cubicBezTo>
                  <a:cubicBezTo>
                    <a:pt x="1376" y="888"/>
                    <a:pt x="1698" y="942"/>
                    <a:pt x="2041" y="1090"/>
                  </a:cubicBezTo>
                  <a:cubicBezTo>
                    <a:pt x="2487" y="1280"/>
                    <a:pt x="2936" y="1343"/>
                    <a:pt x="3334" y="1343"/>
                  </a:cubicBezTo>
                  <a:cubicBezTo>
                    <a:pt x="3521" y="1343"/>
                    <a:pt x="3696" y="1329"/>
                    <a:pt x="3856" y="1308"/>
                  </a:cubicBezTo>
                  <a:cubicBezTo>
                    <a:pt x="3907" y="1071"/>
                    <a:pt x="3957" y="833"/>
                    <a:pt x="4006" y="595"/>
                  </a:cubicBezTo>
                  <a:cubicBezTo>
                    <a:pt x="4021" y="527"/>
                    <a:pt x="4035" y="459"/>
                    <a:pt x="4049" y="390"/>
                  </a:cubicBezTo>
                  <a:cubicBezTo>
                    <a:pt x="3781" y="317"/>
                    <a:pt x="2933" y="390"/>
                    <a:pt x="1998" y="118"/>
                  </a:cubicBezTo>
                  <a:cubicBezTo>
                    <a:pt x="1712" y="34"/>
                    <a:pt x="1429" y="1"/>
                    <a:pt x="1165" y="1"/>
                  </a:cubicBezTo>
                  <a:close/>
                </a:path>
              </a:pathLst>
            </a:custGeom>
            <a:solidFill>
              <a:srgbClr val="FC97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40"/>
            <p:cNvSpPr/>
            <p:nvPr/>
          </p:nvSpPr>
          <p:spPr>
            <a:xfrm>
              <a:off x="1327261" y="1581340"/>
              <a:ext cx="191437" cy="336383"/>
            </a:xfrm>
            <a:custGeom>
              <a:avLst/>
              <a:gdLst/>
              <a:ahLst/>
              <a:cxnLst/>
              <a:rect l="l" t="t" r="r" b="b"/>
              <a:pathLst>
                <a:path w="3430" h="6020" extrusionOk="0">
                  <a:moveTo>
                    <a:pt x="3407" y="1"/>
                  </a:moveTo>
                  <a:cubicBezTo>
                    <a:pt x="3241" y="1"/>
                    <a:pt x="3064" y="23"/>
                    <a:pt x="2879" y="63"/>
                  </a:cubicBezTo>
                  <a:cubicBezTo>
                    <a:pt x="192" y="637"/>
                    <a:pt x="6" y="5870"/>
                    <a:pt x="1" y="6016"/>
                  </a:cubicBezTo>
                  <a:lnTo>
                    <a:pt x="1" y="6016"/>
                  </a:lnTo>
                  <a:cubicBezTo>
                    <a:pt x="5" y="5949"/>
                    <a:pt x="139" y="5846"/>
                    <a:pt x="362" y="5758"/>
                  </a:cubicBezTo>
                  <a:cubicBezTo>
                    <a:pt x="621" y="5651"/>
                    <a:pt x="1001" y="5561"/>
                    <a:pt x="1435" y="5561"/>
                  </a:cubicBezTo>
                  <a:cubicBezTo>
                    <a:pt x="1625" y="5561"/>
                    <a:pt x="1825" y="5578"/>
                    <a:pt x="2029" y="5619"/>
                  </a:cubicBezTo>
                  <a:cubicBezTo>
                    <a:pt x="1141" y="606"/>
                    <a:pt x="3397" y="26"/>
                    <a:pt x="3429" y="1"/>
                  </a:cubicBezTo>
                  <a:cubicBezTo>
                    <a:pt x="3422" y="1"/>
                    <a:pt x="3415" y="1"/>
                    <a:pt x="3407" y="1"/>
                  </a:cubicBezTo>
                  <a:close/>
                  <a:moveTo>
                    <a:pt x="1" y="6016"/>
                  </a:moveTo>
                  <a:cubicBezTo>
                    <a:pt x="1" y="6017"/>
                    <a:pt x="1" y="6018"/>
                    <a:pt x="1" y="6019"/>
                  </a:cubicBezTo>
                  <a:cubicBezTo>
                    <a:pt x="1" y="6019"/>
                    <a:pt x="1" y="6018"/>
                    <a:pt x="1" y="6016"/>
                  </a:cubicBezTo>
                  <a:close/>
                </a:path>
              </a:pathLst>
            </a:custGeom>
            <a:solidFill>
              <a:srgbClr val="000000">
                <a:alpha val="124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40"/>
            <p:cNvSpPr/>
            <p:nvPr/>
          </p:nvSpPr>
          <p:spPr>
            <a:xfrm>
              <a:off x="2053324" y="2389782"/>
              <a:ext cx="77803" cy="57386"/>
            </a:xfrm>
            <a:custGeom>
              <a:avLst/>
              <a:gdLst/>
              <a:ahLst/>
              <a:cxnLst/>
              <a:rect l="l" t="t" r="r" b="b"/>
              <a:pathLst>
                <a:path w="1394" h="1027" extrusionOk="0">
                  <a:moveTo>
                    <a:pt x="0" y="1"/>
                  </a:moveTo>
                  <a:lnTo>
                    <a:pt x="1059" y="1026"/>
                  </a:lnTo>
                  <a:lnTo>
                    <a:pt x="1394" y="26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C97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40"/>
            <p:cNvSpPr/>
            <p:nvPr/>
          </p:nvSpPr>
          <p:spPr>
            <a:xfrm>
              <a:off x="1972564" y="2390956"/>
              <a:ext cx="249314" cy="217028"/>
            </a:xfrm>
            <a:custGeom>
              <a:avLst/>
              <a:gdLst/>
              <a:ahLst/>
              <a:cxnLst/>
              <a:rect l="l" t="t" r="r" b="b"/>
              <a:pathLst>
                <a:path w="4467" h="3884" extrusionOk="0">
                  <a:moveTo>
                    <a:pt x="3078" y="0"/>
                  </a:moveTo>
                  <a:cubicBezTo>
                    <a:pt x="2848" y="0"/>
                    <a:pt x="2632" y="98"/>
                    <a:pt x="2479" y="269"/>
                  </a:cubicBezTo>
                  <a:lnTo>
                    <a:pt x="457" y="2555"/>
                  </a:lnTo>
                  <a:cubicBezTo>
                    <a:pt x="1" y="3070"/>
                    <a:pt x="367" y="3884"/>
                    <a:pt x="1056" y="3884"/>
                  </a:cubicBezTo>
                  <a:lnTo>
                    <a:pt x="1390" y="3884"/>
                  </a:lnTo>
                  <a:cubicBezTo>
                    <a:pt x="1619" y="3884"/>
                    <a:pt x="1837" y="3785"/>
                    <a:pt x="1988" y="3615"/>
                  </a:cubicBezTo>
                  <a:lnTo>
                    <a:pt x="4010" y="1329"/>
                  </a:lnTo>
                  <a:cubicBezTo>
                    <a:pt x="4466" y="812"/>
                    <a:pt x="4101" y="0"/>
                    <a:pt x="341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40"/>
            <p:cNvSpPr/>
            <p:nvPr/>
          </p:nvSpPr>
          <p:spPr>
            <a:xfrm>
              <a:off x="2050031" y="2390956"/>
              <a:ext cx="407152" cy="217028"/>
            </a:xfrm>
            <a:custGeom>
              <a:avLst/>
              <a:gdLst/>
              <a:ahLst/>
              <a:cxnLst/>
              <a:rect l="l" t="t" r="r" b="b"/>
              <a:pathLst>
                <a:path w="7295" h="3884" extrusionOk="0">
                  <a:moveTo>
                    <a:pt x="2023" y="0"/>
                  </a:moveTo>
                  <a:cubicBezTo>
                    <a:pt x="2711" y="0"/>
                    <a:pt x="3078" y="812"/>
                    <a:pt x="2622" y="1329"/>
                  </a:cubicBezTo>
                  <a:lnTo>
                    <a:pt x="598" y="3615"/>
                  </a:lnTo>
                  <a:cubicBezTo>
                    <a:pt x="448" y="3785"/>
                    <a:pt x="229" y="3884"/>
                    <a:pt x="1" y="3884"/>
                  </a:cubicBezTo>
                  <a:lnTo>
                    <a:pt x="4217" y="3884"/>
                  </a:lnTo>
                  <a:cubicBezTo>
                    <a:pt x="4446" y="3884"/>
                    <a:pt x="4664" y="3785"/>
                    <a:pt x="4816" y="3615"/>
                  </a:cubicBezTo>
                  <a:lnTo>
                    <a:pt x="6838" y="1329"/>
                  </a:lnTo>
                  <a:cubicBezTo>
                    <a:pt x="7294" y="812"/>
                    <a:pt x="6929" y="0"/>
                    <a:pt x="62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40"/>
            <p:cNvSpPr/>
            <p:nvPr/>
          </p:nvSpPr>
          <p:spPr>
            <a:xfrm>
              <a:off x="1973066" y="2399114"/>
              <a:ext cx="234301" cy="200824"/>
            </a:xfrm>
            <a:custGeom>
              <a:avLst/>
              <a:gdLst/>
              <a:ahLst/>
              <a:cxnLst/>
              <a:rect l="l" t="t" r="r" b="b"/>
              <a:pathLst>
                <a:path w="4198" h="3594" extrusionOk="0">
                  <a:moveTo>
                    <a:pt x="1695" y="1"/>
                  </a:moveTo>
                  <a:lnTo>
                    <a:pt x="63" y="876"/>
                  </a:lnTo>
                  <a:lnTo>
                    <a:pt x="0" y="1911"/>
                  </a:lnTo>
                  <a:cubicBezTo>
                    <a:pt x="0" y="1911"/>
                    <a:pt x="1853" y="3197"/>
                    <a:pt x="2372" y="3557"/>
                  </a:cubicBezTo>
                  <a:cubicBezTo>
                    <a:pt x="2407" y="3582"/>
                    <a:pt x="2447" y="3594"/>
                    <a:pt x="2486" y="3594"/>
                  </a:cubicBezTo>
                  <a:cubicBezTo>
                    <a:pt x="2536" y="3594"/>
                    <a:pt x="2586" y="3574"/>
                    <a:pt x="2626" y="3537"/>
                  </a:cubicBezTo>
                  <a:lnTo>
                    <a:pt x="2629" y="3534"/>
                  </a:lnTo>
                  <a:cubicBezTo>
                    <a:pt x="2710" y="3457"/>
                    <a:pt x="2709" y="3328"/>
                    <a:pt x="2627" y="3252"/>
                  </a:cubicBezTo>
                  <a:lnTo>
                    <a:pt x="1405" y="2124"/>
                  </a:lnTo>
                  <a:lnTo>
                    <a:pt x="1405" y="2124"/>
                  </a:lnTo>
                  <a:cubicBezTo>
                    <a:pt x="1406" y="2124"/>
                    <a:pt x="2606" y="2984"/>
                    <a:pt x="3022" y="3286"/>
                  </a:cubicBezTo>
                  <a:cubicBezTo>
                    <a:pt x="3060" y="3312"/>
                    <a:pt x="3104" y="3325"/>
                    <a:pt x="3147" y="3325"/>
                  </a:cubicBezTo>
                  <a:cubicBezTo>
                    <a:pt x="3200" y="3325"/>
                    <a:pt x="3252" y="3307"/>
                    <a:pt x="3293" y="3269"/>
                  </a:cubicBezTo>
                  <a:lnTo>
                    <a:pt x="3297" y="3265"/>
                  </a:lnTo>
                  <a:cubicBezTo>
                    <a:pt x="3390" y="3179"/>
                    <a:pt x="3388" y="3033"/>
                    <a:pt x="3292" y="2951"/>
                  </a:cubicBezTo>
                  <a:lnTo>
                    <a:pt x="1776" y="1655"/>
                  </a:lnTo>
                  <a:lnTo>
                    <a:pt x="3605" y="2881"/>
                  </a:lnTo>
                  <a:cubicBezTo>
                    <a:pt x="3639" y="2903"/>
                    <a:pt x="3677" y="2914"/>
                    <a:pt x="3715" y="2914"/>
                  </a:cubicBezTo>
                  <a:cubicBezTo>
                    <a:pt x="3781" y="2914"/>
                    <a:pt x="3845" y="2882"/>
                    <a:pt x="3884" y="2823"/>
                  </a:cubicBezTo>
                  <a:cubicBezTo>
                    <a:pt x="3940" y="2734"/>
                    <a:pt x="3921" y="2618"/>
                    <a:pt x="3838" y="2553"/>
                  </a:cubicBezTo>
                  <a:lnTo>
                    <a:pt x="2079" y="1200"/>
                  </a:lnTo>
                  <a:lnTo>
                    <a:pt x="3868" y="2283"/>
                  </a:lnTo>
                  <a:cubicBezTo>
                    <a:pt x="3900" y="2302"/>
                    <a:pt x="3936" y="2312"/>
                    <a:pt x="3972" y="2312"/>
                  </a:cubicBezTo>
                  <a:cubicBezTo>
                    <a:pt x="4031" y="2312"/>
                    <a:pt x="4089" y="2286"/>
                    <a:pt x="4128" y="2239"/>
                  </a:cubicBezTo>
                  <a:cubicBezTo>
                    <a:pt x="4198" y="2152"/>
                    <a:pt x="4185" y="2025"/>
                    <a:pt x="4099" y="1954"/>
                  </a:cubicBezTo>
                  <a:lnTo>
                    <a:pt x="1695" y="1"/>
                  </a:lnTo>
                  <a:close/>
                </a:path>
              </a:pathLst>
            </a:custGeom>
            <a:solidFill>
              <a:srgbClr val="FC97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40"/>
            <p:cNvSpPr/>
            <p:nvPr/>
          </p:nvSpPr>
          <p:spPr>
            <a:xfrm>
              <a:off x="1916807" y="2359441"/>
              <a:ext cx="174861" cy="153943"/>
            </a:xfrm>
            <a:custGeom>
              <a:avLst/>
              <a:gdLst/>
              <a:ahLst/>
              <a:cxnLst/>
              <a:rect l="l" t="t" r="r" b="b"/>
              <a:pathLst>
                <a:path w="3133" h="2755" extrusionOk="0">
                  <a:moveTo>
                    <a:pt x="585" y="0"/>
                  </a:moveTo>
                  <a:lnTo>
                    <a:pt x="0" y="1955"/>
                  </a:lnTo>
                  <a:lnTo>
                    <a:pt x="820" y="2510"/>
                  </a:lnTo>
                  <a:cubicBezTo>
                    <a:pt x="1062" y="2672"/>
                    <a:pt x="1342" y="2754"/>
                    <a:pt x="1622" y="2754"/>
                  </a:cubicBezTo>
                  <a:cubicBezTo>
                    <a:pt x="1889" y="2754"/>
                    <a:pt x="2157" y="2680"/>
                    <a:pt x="2393" y="2531"/>
                  </a:cubicBezTo>
                  <a:cubicBezTo>
                    <a:pt x="2912" y="2203"/>
                    <a:pt x="3132" y="1555"/>
                    <a:pt x="2919" y="979"/>
                  </a:cubicBezTo>
                  <a:cubicBezTo>
                    <a:pt x="2644" y="296"/>
                    <a:pt x="585" y="0"/>
                    <a:pt x="585" y="0"/>
                  </a:cubicBezTo>
                  <a:close/>
                </a:path>
              </a:pathLst>
            </a:custGeom>
            <a:solidFill>
              <a:srgbClr val="FEBA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40"/>
            <p:cNvSpPr/>
            <p:nvPr/>
          </p:nvSpPr>
          <p:spPr>
            <a:xfrm>
              <a:off x="1339539" y="2198233"/>
              <a:ext cx="609863" cy="270447"/>
            </a:xfrm>
            <a:custGeom>
              <a:avLst/>
              <a:gdLst/>
              <a:ahLst/>
              <a:cxnLst/>
              <a:rect l="l" t="t" r="r" b="b"/>
              <a:pathLst>
                <a:path w="10927" h="4840" extrusionOk="0">
                  <a:moveTo>
                    <a:pt x="1981" y="0"/>
                  </a:moveTo>
                  <a:cubicBezTo>
                    <a:pt x="927" y="6"/>
                    <a:pt x="30" y="923"/>
                    <a:pt x="1" y="953"/>
                  </a:cubicBezTo>
                  <a:lnTo>
                    <a:pt x="0" y="953"/>
                  </a:lnTo>
                  <a:cubicBezTo>
                    <a:pt x="0" y="953"/>
                    <a:pt x="5" y="1432"/>
                    <a:pt x="150" y="1923"/>
                  </a:cubicBezTo>
                  <a:cubicBezTo>
                    <a:pt x="272" y="2336"/>
                    <a:pt x="493" y="2758"/>
                    <a:pt x="893" y="2912"/>
                  </a:cubicBezTo>
                  <a:cubicBezTo>
                    <a:pt x="1728" y="3234"/>
                    <a:pt x="3113" y="3606"/>
                    <a:pt x="9382" y="4677"/>
                  </a:cubicBezTo>
                  <a:cubicBezTo>
                    <a:pt x="9690" y="4729"/>
                    <a:pt x="10010" y="4783"/>
                    <a:pt x="10341" y="4840"/>
                  </a:cubicBezTo>
                  <a:lnTo>
                    <a:pt x="10927" y="2885"/>
                  </a:lnTo>
                  <a:cubicBezTo>
                    <a:pt x="8522" y="2040"/>
                    <a:pt x="6739" y="1406"/>
                    <a:pt x="5391" y="947"/>
                  </a:cubicBezTo>
                  <a:cubicBezTo>
                    <a:pt x="4045" y="488"/>
                    <a:pt x="3134" y="206"/>
                    <a:pt x="2475" y="63"/>
                  </a:cubicBezTo>
                  <a:cubicBezTo>
                    <a:pt x="2281" y="21"/>
                    <a:pt x="2118" y="0"/>
                    <a:pt x="1981" y="0"/>
                  </a:cubicBezTo>
                  <a:close/>
                </a:path>
              </a:pathLst>
            </a:custGeom>
            <a:solidFill>
              <a:srgbClr val="FEBA8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40"/>
            <p:cNvSpPr/>
            <p:nvPr/>
          </p:nvSpPr>
          <p:spPr>
            <a:xfrm>
              <a:off x="1336302" y="2190857"/>
              <a:ext cx="141429" cy="60683"/>
            </a:xfrm>
            <a:custGeom>
              <a:avLst/>
              <a:gdLst/>
              <a:ahLst/>
              <a:cxnLst/>
              <a:rect l="l" t="t" r="r" b="b"/>
              <a:pathLst>
                <a:path w="2534" h="1086" extrusionOk="0">
                  <a:moveTo>
                    <a:pt x="1579" y="1"/>
                  </a:moveTo>
                  <a:cubicBezTo>
                    <a:pt x="919" y="1"/>
                    <a:pt x="288" y="221"/>
                    <a:pt x="1" y="337"/>
                  </a:cubicBezTo>
                  <a:cubicBezTo>
                    <a:pt x="16" y="604"/>
                    <a:pt x="36" y="854"/>
                    <a:pt x="61" y="1086"/>
                  </a:cubicBezTo>
                  <a:cubicBezTo>
                    <a:pt x="89" y="1056"/>
                    <a:pt x="987" y="140"/>
                    <a:pt x="2041" y="133"/>
                  </a:cubicBezTo>
                  <a:cubicBezTo>
                    <a:pt x="2176" y="133"/>
                    <a:pt x="2340" y="154"/>
                    <a:pt x="2534" y="197"/>
                  </a:cubicBezTo>
                  <a:cubicBezTo>
                    <a:pt x="2233" y="54"/>
                    <a:pt x="1903" y="1"/>
                    <a:pt x="1579" y="1"/>
                  </a:cubicBezTo>
                  <a:close/>
                </a:path>
              </a:pathLst>
            </a:custGeom>
            <a:solidFill>
              <a:srgbClr val="FC97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40"/>
            <p:cNvSpPr/>
            <p:nvPr/>
          </p:nvSpPr>
          <p:spPr>
            <a:xfrm>
              <a:off x="2418170" y="2443146"/>
              <a:ext cx="28855" cy="28106"/>
            </a:xfrm>
            <a:custGeom>
              <a:avLst/>
              <a:gdLst/>
              <a:ahLst/>
              <a:cxnLst/>
              <a:rect l="l" t="t" r="r" b="b"/>
              <a:pathLst>
                <a:path w="517" h="503" extrusionOk="0">
                  <a:moveTo>
                    <a:pt x="270" y="0"/>
                  </a:moveTo>
                  <a:cubicBezTo>
                    <a:pt x="222" y="0"/>
                    <a:pt x="174" y="20"/>
                    <a:pt x="139" y="59"/>
                  </a:cubicBezTo>
                  <a:lnTo>
                    <a:pt x="91" y="114"/>
                  </a:lnTo>
                  <a:cubicBezTo>
                    <a:pt x="1" y="216"/>
                    <a:pt x="10" y="370"/>
                    <a:pt x="112" y="459"/>
                  </a:cubicBezTo>
                  <a:cubicBezTo>
                    <a:pt x="145" y="488"/>
                    <a:pt x="185" y="502"/>
                    <a:pt x="226" y="502"/>
                  </a:cubicBezTo>
                  <a:cubicBezTo>
                    <a:pt x="275" y="502"/>
                    <a:pt x="323" y="482"/>
                    <a:pt x="358" y="443"/>
                  </a:cubicBezTo>
                  <a:lnTo>
                    <a:pt x="453" y="336"/>
                  </a:lnTo>
                  <a:cubicBezTo>
                    <a:pt x="517" y="264"/>
                    <a:pt x="510" y="154"/>
                    <a:pt x="438" y="90"/>
                  </a:cubicBezTo>
                  <a:lnTo>
                    <a:pt x="386" y="43"/>
                  </a:lnTo>
                  <a:cubicBezTo>
                    <a:pt x="352" y="15"/>
                    <a:pt x="311" y="0"/>
                    <a:pt x="270" y="0"/>
                  </a:cubicBezTo>
                  <a:close/>
                </a:path>
              </a:pathLst>
            </a:custGeom>
            <a:solidFill>
              <a:srgbClr val="FCA3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40"/>
            <p:cNvSpPr/>
            <p:nvPr/>
          </p:nvSpPr>
          <p:spPr>
            <a:xfrm>
              <a:off x="2398468" y="2468626"/>
              <a:ext cx="32985" cy="32353"/>
            </a:xfrm>
            <a:custGeom>
              <a:avLst/>
              <a:gdLst/>
              <a:ahLst/>
              <a:cxnLst/>
              <a:rect l="l" t="t" r="r" b="b"/>
              <a:pathLst>
                <a:path w="591" h="579" extrusionOk="0">
                  <a:moveTo>
                    <a:pt x="309" y="0"/>
                  </a:moveTo>
                  <a:cubicBezTo>
                    <a:pt x="254" y="0"/>
                    <a:pt x="198" y="23"/>
                    <a:pt x="159" y="67"/>
                  </a:cubicBezTo>
                  <a:lnTo>
                    <a:pt x="103" y="131"/>
                  </a:lnTo>
                  <a:cubicBezTo>
                    <a:pt x="0" y="247"/>
                    <a:pt x="11" y="425"/>
                    <a:pt x="127" y="528"/>
                  </a:cubicBezTo>
                  <a:cubicBezTo>
                    <a:pt x="165" y="562"/>
                    <a:pt x="213" y="579"/>
                    <a:pt x="260" y="579"/>
                  </a:cubicBezTo>
                  <a:cubicBezTo>
                    <a:pt x="315" y="579"/>
                    <a:pt x="370" y="556"/>
                    <a:pt x="408" y="510"/>
                  </a:cubicBezTo>
                  <a:lnTo>
                    <a:pt x="518" y="386"/>
                  </a:lnTo>
                  <a:cubicBezTo>
                    <a:pt x="591" y="304"/>
                    <a:pt x="584" y="177"/>
                    <a:pt x="502" y="104"/>
                  </a:cubicBezTo>
                  <a:lnTo>
                    <a:pt x="441" y="50"/>
                  </a:lnTo>
                  <a:cubicBezTo>
                    <a:pt x="403" y="17"/>
                    <a:pt x="356" y="0"/>
                    <a:pt x="309" y="0"/>
                  </a:cubicBezTo>
                  <a:close/>
                </a:path>
              </a:pathLst>
            </a:custGeom>
            <a:solidFill>
              <a:srgbClr val="FCA3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40"/>
            <p:cNvSpPr/>
            <p:nvPr/>
          </p:nvSpPr>
          <p:spPr>
            <a:xfrm>
              <a:off x="2379771" y="2496174"/>
              <a:ext cx="29636" cy="29056"/>
            </a:xfrm>
            <a:custGeom>
              <a:avLst/>
              <a:gdLst/>
              <a:ahLst/>
              <a:cxnLst/>
              <a:rect l="l" t="t" r="r" b="b"/>
              <a:pathLst>
                <a:path w="531" h="520" extrusionOk="0">
                  <a:moveTo>
                    <a:pt x="277" y="1"/>
                  </a:moveTo>
                  <a:cubicBezTo>
                    <a:pt x="227" y="1"/>
                    <a:pt x="178" y="21"/>
                    <a:pt x="143" y="62"/>
                  </a:cubicBezTo>
                  <a:lnTo>
                    <a:pt x="93" y="119"/>
                  </a:lnTo>
                  <a:cubicBezTo>
                    <a:pt x="1" y="223"/>
                    <a:pt x="11" y="382"/>
                    <a:pt x="115" y="474"/>
                  </a:cubicBezTo>
                  <a:cubicBezTo>
                    <a:pt x="149" y="504"/>
                    <a:pt x="192" y="519"/>
                    <a:pt x="234" y="519"/>
                  </a:cubicBezTo>
                  <a:cubicBezTo>
                    <a:pt x="283" y="519"/>
                    <a:pt x="332" y="499"/>
                    <a:pt x="367" y="458"/>
                  </a:cubicBezTo>
                  <a:lnTo>
                    <a:pt x="466" y="348"/>
                  </a:lnTo>
                  <a:cubicBezTo>
                    <a:pt x="531" y="273"/>
                    <a:pt x="525" y="159"/>
                    <a:pt x="451" y="93"/>
                  </a:cubicBezTo>
                  <a:lnTo>
                    <a:pt x="397" y="46"/>
                  </a:lnTo>
                  <a:cubicBezTo>
                    <a:pt x="363" y="16"/>
                    <a:pt x="320" y="1"/>
                    <a:pt x="277" y="1"/>
                  </a:cubicBezTo>
                  <a:close/>
                </a:path>
              </a:pathLst>
            </a:custGeom>
            <a:solidFill>
              <a:srgbClr val="FCA3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40"/>
            <p:cNvSpPr/>
            <p:nvPr/>
          </p:nvSpPr>
          <p:spPr>
            <a:xfrm>
              <a:off x="2363306" y="2520816"/>
              <a:ext cx="26232" cy="25648"/>
            </a:xfrm>
            <a:custGeom>
              <a:avLst/>
              <a:gdLst/>
              <a:ahLst/>
              <a:cxnLst/>
              <a:rect l="l" t="t" r="r" b="b"/>
              <a:pathLst>
                <a:path w="470" h="459" extrusionOk="0">
                  <a:moveTo>
                    <a:pt x="245" y="0"/>
                  </a:moveTo>
                  <a:cubicBezTo>
                    <a:pt x="201" y="0"/>
                    <a:pt x="158" y="19"/>
                    <a:pt x="127" y="53"/>
                  </a:cubicBezTo>
                  <a:lnTo>
                    <a:pt x="81" y="104"/>
                  </a:lnTo>
                  <a:cubicBezTo>
                    <a:pt x="0" y="196"/>
                    <a:pt x="9" y="335"/>
                    <a:pt x="101" y="417"/>
                  </a:cubicBezTo>
                  <a:cubicBezTo>
                    <a:pt x="131" y="445"/>
                    <a:pt x="169" y="458"/>
                    <a:pt x="206" y="458"/>
                  </a:cubicBezTo>
                  <a:cubicBezTo>
                    <a:pt x="249" y="458"/>
                    <a:pt x="292" y="440"/>
                    <a:pt x="322" y="405"/>
                  </a:cubicBezTo>
                  <a:lnTo>
                    <a:pt x="410" y="307"/>
                  </a:lnTo>
                  <a:cubicBezTo>
                    <a:pt x="469" y="241"/>
                    <a:pt x="462" y="141"/>
                    <a:pt x="397" y="83"/>
                  </a:cubicBezTo>
                  <a:lnTo>
                    <a:pt x="349" y="41"/>
                  </a:lnTo>
                  <a:cubicBezTo>
                    <a:pt x="319" y="14"/>
                    <a:pt x="282" y="0"/>
                    <a:pt x="245" y="0"/>
                  </a:cubicBezTo>
                  <a:close/>
                </a:path>
              </a:pathLst>
            </a:custGeom>
            <a:solidFill>
              <a:srgbClr val="FCA3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40"/>
            <p:cNvSpPr/>
            <p:nvPr/>
          </p:nvSpPr>
          <p:spPr>
            <a:xfrm>
              <a:off x="2270490" y="2135202"/>
              <a:ext cx="245073" cy="295033"/>
            </a:xfrm>
            <a:custGeom>
              <a:avLst/>
              <a:gdLst/>
              <a:ahLst/>
              <a:cxnLst/>
              <a:rect l="l" t="t" r="r" b="b"/>
              <a:pathLst>
                <a:path w="4391" h="5280" extrusionOk="0">
                  <a:moveTo>
                    <a:pt x="4280" y="0"/>
                  </a:moveTo>
                  <a:cubicBezTo>
                    <a:pt x="4253" y="0"/>
                    <a:pt x="4226" y="11"/>
                    <a:pt x="4207" y="34"/>
                  </a:cubicBezTo>
                  <a:lnTo>
                    <a:pt x="3624" y="702"/>
                  </a:lnTo>
                  <a:lnTo>
                    <a:pt x="134" y="4693"/>
                  </a:lnTo>
                  <a:cubicBezTo>
                    <a:pt x="133" y="4696"/>
                    <a:pt x="130" y="4700"/>
                    <a:pt x="128" y="4702"/>
                  </a:cubicBezTo>
                  <a:cubicBezTo>
                    <a:pt x="124" y="4706"/>
                    <a:pt x="120" y="4711"/>
                    <a:pt x="117" y="4717"/>
                  </a:cubicBezTo>
                  <a:cubicBezTo>
                    <a:pt x="1" y="4872"/>
                    <a:pt x="35" y="5095"/>
                    <a:pt x="192" y="5211"/>
                  </a:cubicBezTo>
                  <a:cubicBezTo>
                    <a:pt x="255" y="5257"/>
                    <a:pt x="329" y="5280"/>
                    <a:pt x="402" y="5280"/>
                  </a:cubicBezTo>
                  <a:cubicBezTo>
                    <a:pt x="510" y="5280"/>
                    <a:pt x="618" y="5230"/>
                    <a:pt x="687" y="5136"/>
                  </a:cubicBezTo>
                  <a:lnTo>
                    <a:pt x="4360" y="154"/>
                  </a:lnTo>
                  <a:cubicBezTo>
                    <a:pt x="4390" y="113"/>
                    <a:pt x="4384" y="57"/>
                    <a:pt x="4343" y="24"/>
                  </a:cubicBezTo>
                  <a:cubicBezTo>
                    <a:pt x="4325" y="8"/>
                    <a:pt x="4303" y="0"/>
                    <a:pt x="42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40"/>
            <p:cNvSpPr/>
            <p:nvPr/>
          </p:nvSpPr>
          <p:spPr>
            <a:xfrm>
              <a:off x="2277746" y="2174373"/>
              <a:ext cx="195176" cy="230886"/>
            </a:xfrm>
            <a:custGeom>
              <a:avLst/>
              <a:gdLst/>
              <a:ahLst/>
              <a:cxnLst/>
              <a:rect l="l" t="t" r="r" b="b"/>
              <a:pathLst>
                <a:path w="3497" h="4132" extrusionOk="0">
                  <a:moveTo>
                    <a:pt x="3496" y="1"/>
                  </a:moveTo>
                  <a:lnTo>
                    <a:pt x="7" y="3992"/>
                  </a:lnTo>
                  <a:cubicBezTo>
                    <a:pt x="5" y="3995"/>
                    <a:pt x="3" y="3999"/>
                    <a:pt x="0" y="4001"/>
                  </a:cubicBezTo>
                  <a:cubicBezTo>
                    <a:pt x="19" y="4023"/>
                    <a:pt x="39" y="4043"/>
                    <a:pt x="64" y="4062"/>
                  </a:cubicBezTo>
                  <a:cubicBezTo>
                    <a:pt x="127" y="4109"/>
                    <a:pt x="200" y="4131"/>
                    <a:pt x="273" y="4131"/>
                  </a:cubicBezTo>
                  <a:cubicBezTo>
                    <a:pt x="382" y="4131"/>
                    <a:pt x="489" y="4081"/>
                    <a:pt x="558" y="3986"/>
                  </a:cubicBezTo>
                  <a:lnTo>
                    <a:pt x="349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" name="Google Shape;1672;p40"/>
            <p:cNvSpPr/>
            <p:nvPr/>
          </p:nvSpPr>
          <p:spPr>
            <a:xfrm>
              <a:off x="1230091" y="1883863"/>
              <a:ext cx="118825" cy="421987"/>
            </a:xfrm>
            <a:custGeom>
              <a:avLst/>
              <a:gdLst/>
              <a:ahLst/>
              <a:cxnLst/>
              <a:rect l="l" t="t" r="r" b="b"/>
              <a:pathLst>
                <a:path w="2129" h="7552" extrusionOk="0">
                  <a:moveTo>
                    <a:pt x="1785" y="1"/>
                  </a:moveTo>
                  <a:lnTo>
                    <a:pt x="1785" y="1"/>
                  </a:lnTo>
                  <a:cubicBezTo>
                    <a:pt x="1346" y="1428"/>
                    <a:pt x="777" y="3303"/>
                    <a:pt x="181" y="5320"/>
                  </a:cubicBezTo>
                  <a:cubicBezTo>
                    <a:pt x="181" y="5320"/>
                    <a:pt x="0" y="7313"/>
                    <a:pt x="2128" y="7551"/>
                  </a:cubicBezTo>
                  <a:cubicBezTo>
                    <a:pt x="2018" y="7127"/>
                    <a:pt x="1944" y="6534"/>
                    <a:pt x="1905" y="5830"/>
                  </a:cubicBezTo>
                  <a:cubicBezTo>
                    <a:pt x="1834" y="4566"/>
                    <a:pt x="1875" y="2943"/>
                    <a:pt x="2013" y="1298"/>
                  </a:cubicBezTo>
                  <a:cubicBezTo>
                    <a:pt x="2026" y="1135"/>
                    <a:pt x="2039" y="971"/>
                    <a:pt x="2057" y="808"/>
                  </a:cubicBezTo>
                  <a:cubicBezTo>
                    <a:pt x="1860" y="738"/>
                    <a:pt x="1744" y="667"/>
                    <a:pt x="1744" y="605"/>
                  </a:cubicBezTo>
                  <a:cubicBezTo>
                    <a:pt x="1744" y="605"/>
                    <a:pt x="1750" y="374"/>
                    <a:pt x="1785" y="1"/>
                  </a:cubicBezTo>
                  <a:close/>
                </a:path>
              </a:pathLst>
            </a:custGeom>
            <a:solidFill>
              <a:srgbClr val="000000">
                <a:alpha val="124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3" name="Google Shape;1673;p40"/>
            <p:cNvSpPr/>
            <p:nvPr/>
          </p:nvSpPr>
          <p:spPr>
            <a:xfrm>
              <a:off x="1170874" y="2181078"/>
              <a:ext cx="670029" cy="285925"/>
            </a:xfrm>
            <a:custGeom>
              <a:avLst/>
              <a:gdLst/>
              <a:ahLst/>
              <a:cxnLst/>
              <a:rect l="l" t="t" r="r" b="b"/>
              <a:pathLst>
                <a:path w="12005" h="5117" extrusionOk="0">
                  <a:moveTo>
                    <a:pt x="1242" y="1"/>
                  </a:moveTo>
                  <a:lnTo>
                    <a:pt x="1239" y="6"/>
                  </a:lnTo>
                  <a:cubicBezTo>
                    <a:pt x="824" y="1272"/>
                    <a:pt x="395" y="2719"/>
                    <a:pt x="0" y="4118"/>
                  </a:cubicBezTo>
                  <a:lnTo>
                    <a:pt x="7" y="4246"/>
                  </a:lnTo>
                  <a:lnTo>
                    <a:pt x="11651" y="5090"/>
                  </a:lnTo>
                  <a:lnTo>
                    <a:pt x="11995" y="5116"/>
                  </a:lnTo>
                  <a:cubicBezTo>
                    <a:pt x="11997" y="5049"/>
                    <a:pt x="12001" y="4983"/>
                    <a:pt x="12004" y="4916"/>
                  </a:cubicBezTo>
                  <a:cubicBezTo>
                    <a:pt x="6076" y="3898"/>
                    <a:pt x="4733" y="3534"/>
                    <a:pt x="3916" y="3216"/>
                  </a:cubicBezTo>
                  <a:cubicBezTo>
                    <a:pt x="3516" y="3062"/>
                    <a:pt x="3295" y="2640"/>
                    <a:pt x="3174" y="2227"/>
                  </a:cubicBezTo>
                  <a:cubicBezTo>
                    <a:pt x="3124" y="2222"/>
                    <a:pt x="3077" y="2215"/>
                    <a:pt x="3028" y="2207"/>
                  </a:cubicBezTo>
                  <a:cubicBezTo>
                    <a:pt x="2888" y="2184"/>
                    <a:pt x="2759" y="2154"/>
                    <a:pt x="2639" y="2116"/>
                  </a:cubicBezTo>
                  <a:cubicBezTo>
                    <a:pt x="2616" y="2109"/>
                    <a:pt x="2595" y="2101"/>
                    <a:pt x="2572" y="2094"/>
                  </a:cubicBezTo>
                  <a:cubicBezTo>
                    <a:pt x="2478" y="2061"/>
                    <a:pt x="2390" y="2024"/>
                    <a:pt x="2309" y="1983"/>
                  </a:cubicBezTo>
                  <a:cubicBezTo>
                    <a:pt x="2294" y="1976"/>
                    <a:pt x="2282" y="1969"/>
                    <a:pt x="2269" y="1962"/>
                  </a:cubicBezTo>
                  <a:cubicBezTo>
                    <a:pt x="2249" y="1953"/>
                    <a:pt x="2232" y="1944"/>
                    <a:pt x="2213" y="1933"/>
                  </a:cubicBezTo>
                  <a:cubicBezTo>
                    <a:pt x="2196" y="1922"/>
                    <a:pt x="2177" y="1913"/>
                    <a:pt x="2161" y="1902"/>
                  </a:cubicBezTo>
                  <a:cubicBezTo>
                    <a:pt x="1851" y="1712"/>
                    <a:pt x="1643" y="1463"/>
                    <a:pt x="1506" y="1210"/>
                  </a:cubicBezTo>
                  <a:cubicBezTo>
                    <a:pt x="1490" y="1183"/>
                    <a:pt x="1477" y="1155"/>
                    <a:pt x="1463" y="1129"/>
                  </a:cubicBezTo>
                  <a:cubicBezTo>
                    <a:pt x="1369" y="932"/>
                    <a:pt x="1313" y="733"/>
                    <a:pt x="1280" y="558"/>
                  </a:cubicBezTo>
                  <a:cubicBezTo>
                    <a:pt x="1278" y="549"/>
                    <a:pt x="1277" y="539"/>
                    <a:pt x="1274" y="529"/>
                  </a:cubicBezTo>
                  <a:cubicBezTo>
                    <a:pt x="1270" y="501"/>
                    <a:pt x="1265" y="472"/>
                    <a:pt x="1261" y="446"/>
                  </a:cubicBezTo>
                  <a:cubicBezTo>
                    <a:pt x="1256" y="414"/>
                    <a:pt x="1252" y="384"/>
                    <a:pt x="1249" y="354"/>
                  </a:cubicBezTo>
                  <a:cubicBezTo>
                    <a:pt x="1229" y="142"/>
                    <a:pt x="1242" y="1"/>
                    <a:pt x="1242" y="1"/>
                  </a:cubicBezTo>
                  <a:close/>
                </a:path>
              </a:pathLst>
            </a:custGeom>
            <a:solidFill>
              <a:srgbClr val="000000">
                <a:alpha val="124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40"/>
            <p:cNvSpPr/>
            <p:nvPr/>
          </p:nvSpPr>
          <p:spPr>
            <a:xfrm>
              <a:off x="1548780" y="1584133"/>
              <a:ext cx="181949" cy="398574"/>
            </a:xfrm>
            <a:custGeom>
              <a:avLst/>
              <a:gdLst/>
              <a:ahLst/>
              <a:cxnLst/>
              <a:rect l="l" t="t" r="r" b="b"/>
              <a:pathLst>
                <a:path w="3260" h="7133" extrusionOk="0">
                  <a:moveTo>
                    <a:pt x="47" y="0"/>
                  </a:moveTo>
                  <a:lnTo>
                    <a:pt x="1" y="64"/>
                  </a:lnTo>
                  <a:cubicBezTo>
                    <a:pt x="194" y="150"/>
                    <a:pt x="364" y="294"/>
                    <a:pt x="506" y="504"/>
                  </a:cubicBezTo>
                  <a:lnTo>
                    <a:pt x="506" y="505"/>
                  </a:lnTo>
                  <a:cubicBezTo>
                    <a:pt x="1422" y="1095"/>
                    <a:pt x="2999" y="2764"/>
                    <a:pt x="2445" y="7132"/>
                  </a:cubicBezTo>
                  <a:cubicBezTo>
                    <a:pt x="2550" y="6929"/>
                    <a:pt x="2717" y="6775"/>
                    <a:pt x="2912" y="6682"/>
                  </a:cubicBezTo>
                  <a:cubicBezTo>
                    <a:pt x="3260" y="4332"/>
                    <a:pt x="2949" y="2481"/>
                    <a:pt x="2001" y="1277"/>
                  </a:cubicBezTo>
                  <a:cubicBezTo>
                    <a:pt x="1508" y="652"/>
                    <a:pt x="845" y="221"/>
                    <a:pt x="47" y="0"/>
                  </a:cubicBezTo>
                  <a:close/>
                </a:path>
              </a:pathLst>
            </a:custGeom>
            <a:solidFill>
              <a:srgbClr val="000000">
                <a:alpha val="202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40"/>
            <p:cNvSpPr/>
            <p:nvPr/>
          </p:nvSpPr>
          <p:spPr>
            <a:xfrm>
              <a:off x="1955429" y="1742045"/>
              <a:ext cx="131717" cy="291457"/>
            </a:xfrm>
            <a:custGeom>
              <a:avLst/>
              <a:gdLst/>
              <a:ahLst/>
              <a:cxnLst/>
              <a:rect l="l" t="t" r="r" b="b"/>
              <a:pathLst>
                <a:path w="2360" h="5216" extrusionOk="0">
                  <a:moveTo>
                    <a:pt x="1902" y="1"/>
                  </a:moveTo>
                  <a:lnTo>
                    <a:pt x="1902" y="1"/>
                  </a:lnTo>
                  <a:cubicBezTo>
                    <a:pt x="1911" y="697"/>
                    <a:pt x="1809" y="3212"/>
                    <a:pt x="0" y="5067"/>
                  </a:cubicBezTo>
                  <a:cubicBezTo>
                    <a:pt x="98" y="5116"/>
                    <a:pt x="195" y="5164"/>
                    <a:pt x="294" y="5216"/>
                  </a:cubicBezTo>
                  <a:cubicBezTo>
                    <a:pt x="2359" y="2430"/>
                    <a:pt x="2017" y="188"/>
                    <a:pt x="2001" y="127"/>
                  </a:cubicBezTo>
                  <a:cubicBezTo>
                    <a:pt x="1968" y="86"/>
                    <a:pt x="1937" y="43"/>
                    <a:pt x="1902" y="1"/>
                  </a:cubicBezTo>
                  <a:close/>
                </a:path>
              </a:pathLst>
            </a:custGeom>
            <a:solidFill>
              <a:srgbClr val="000000">
                <a:alpha val="202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99" name="Google Shape;1799;p42"/>
          <p:cNvGrpSpPr/>
          <p:nvPr/>
        </p:nvGrpSpPr>
        <p:grpSpPr>
          <a:xfrm>
            <a:off x="6057853" y="296935"/>
            <a:ext cx="3242171" cy="3482546"/>
            <a:chOff x="6057853" y="296935"/>
            <a:chExt cx="3242171" cy="3482546"/>
          </a:xfrm>
        </p:grpSpPr>
        <p:grpSp>
          <p:nvGrpSpPr>
            <p:cNvPr id="1800" name="Google Shape;1800;p42"/>
            <p:cNvGrpSpPr/>
            <p:nvPr/>
          </p:nvGrpSpPr>
          <p:grpSpPr>
            <a:xfrm rot="-613696">
              <a:off x="6099750" y="529903"/>
              <a:ext cx="2687706" cy="712428"/>
              <a:chOff x="5929275" y="535002"/>
              <a:chExt cx="2136332" cy="566276"/>
            </a:xfrm>
          </p:grpSpPr>
          <p:sp>
            <p:nvSpPr>
              <p:cNvPr id="1801" name="Google Shape;1801;p42"/>
              <p:cNvSpPr/>
              <p:nvPr/>
            </p:nvSpPr>
            <p:spPr>
              <a:xfrm>
                <a:off x="6878418" y="1067968"/>
                <a:ext cx="773264" cy="33310"/>
              </a:xfrm>
              <a:custGeom>
                <a:avLst/>
                <a:gdLst/>
                <a:ahLst/>
                <a:cxnLst/>
                <a:rect l="l" t="t" r="r" b="b"/>
                <a:pathLst>
                  <a:path w="33049" h="1422" extrusionOk="0">
                    <a:moveTo>
                      <a:pt x="711" y="1"/>
                    </a:moveTo>
                    <a:cubicBezTo>
                      <a:pt x="318" y="1"/>
                      <a:pt x="0" y="319"/>
                      <a:pt x="0" y="712"/>
                    </a:cubicBezTo>
                    <a:cubicBezTo>
                      <a:pt x="0" y="1103"/>
                      <a:pt x="318" y="1421"/>
                      <a:pt x="711" y="1421"/>
                    </a:cubicBezTo>
                    <a:lnTo>
                      <a:pt x="32339" y="1421"/>
                    </a:lnTo>
                    <a:cubicBezTo>
                      <a:pt x="32731" y="1421"/>
                      <a:pt x="33049" y="1103"/>
                      <a:pt x="33049" y="712"/>
                    </a:cubicBezTo>
                    <a:cubicBezTo>
                      <a:pt x="33049" y="319"/>
                      <a:pt x="32731" y="1"/>
                      <a:pt x="3233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802" name="Google Shape;1802;p42"/>
              <p:cNvGrpSpPr/>
              <p:nvPr/>
            </p:nvGrpSpPr>
            <p:grpSpPr>
              <a:xfrm>
                <a:off x="6876827" y="921163"/>
                <a:ext cx="776516" cy="180115"/>
                <a:chOff x="6876827" y="921163"/>
                <a:chExt cx="776516" cy="180115"/>
              </a:xfrm>
            </p:grpSpPr>
            <p:sp>
              <p:nvSpPr>
                <p:cNvPr id="1803" name="Google Shape;1803;p42"/>
                <p:cNvSpPr/>
                <p:nvPr/>
              </p:nvSpPr>
              <p:spPr>
                <a:xfrm>
                  <a:off x="6876827" y="921163"/>
                  <a:ext cx="776516" cy="1801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188" h="7689" extrusionOk="0">
                      <a:moveTo>
                        <a:pt x="8890" y="1"/>
                      </a:moveTo>
                      <a:cubicBezTo>
                        <a:pt x="7500" y="1"/>
                        <a:pt x="6195" y="543"/>
                        <a:pt x="5211" y="1525"/>
                      </a:cubicBezTo>
                      <a:lnTo>
                        <a:pt x="277" y="6459"/>
                      </a:lnTo>
                      <a:cubicBezTo>
                        <a:pt x="1" y="6738"/>
                        <a:pt x="1" y="7187"/>
                        <a:pt x="277" y="7464"/>
                      </a:cubicBezTo>
                      <a:cubicBezTo>
                        <a:pt x="416" y="7602"/>
                        <a:pt x="598" y="7671"/>
                        <a:pt x="779" y="7671"/>
                      </a:cubicBezTo>
                      <a:cubicBezTo>
                        <a:pt x="961" y="7671"/>
                        <a:pt x="1143" y="7602"/>
                        <a:pt x="1281" y="7464"/>
                      </a:cubicBezTo>
                      <a:lnTo>
                        <a:pt x="6215" y="2530"/>
                      </a:lnTo>
                      <a:cubicBezTo>
                        <a:pt x="6929" y="1816"/>
                        <a:pt x="7879" y="1422"/>
                        <a:pt x="8889" y="1422"/>
                      </a:cubicBezTo>
                      <a:lnTo>
                        <a:pt x="24395" y="1422"/>
                      </a:lnTo>
                      <a:cubicBezTo>
                        <a:pt x="25331" y="1422"/>
                        <a:pt x="26210" y="1786"/>
                        <a:pt x="26871" y="2448"/>
                      </a:cubicBezTo>
                      <a:lnTo>
                        <a:pt x="31905" y="7481"/>
                      </a:lnTo>
                      <a:cubicBezTo>
                        <a:pt x="32043" y="7620"/>
                        <a:pt x="32225" y="7688"/>
                        <a:pt x="32407" y="7688"/>
                      </a:cubicBezTo>
                      <a:cubicBezTo>
                        <a:pt x="32589" y="7688"/>
                        <a:pt x="32771" y="7620"/>
                        <a:pt x="32911" y="7479"/>
                      </a:cubicBezTo>
                      <a:cubicBezTo>
                        <a:pt x="33188" y="7203"/>
                        <a:pt x="33188" y="6753"/>
                        <a:pt x="32911" y="6476"/>
                      </a:cubicBezTo>
                      <a:lnTo>
                        <a:pt x="27876" y="1442"/>
                      </a:lnTo>
                      <a:cubicBezTo>
                        <a:pt x="26947" y="512"/>
                        <a:pt x="25711" y="1"/>
                        <a:pt x="2439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4" name="Google Shape;1804;p42"/>
                <p:cNvSpPr/>
                <p:nvPr/>
              </p:nvSpPr>
              <p:spPr>
                <a:xfrm>
                  <a:off x="6876827" y="921163"/>
                  <a:ext cx="776516" cy="1801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188" h="7689" extrusionOk="0">
                      <a:moveTo>
                        <a:pt x="8890" y="1"/>
                      </a:moveTo>
                      <a:cubicBezTo>
                        <a:pt x="7500" y="1"/>
                        <a:pt x="6195" y="543"/>
                        <a:pt x="5211" y="1525"/>
                      </a:cubicBezTo>
                      <a:lnTo>
                        <a:pt x="277" y="6459"/>
                      </a:lnTo>
                      <a:cubicBezTo>
                        <a:pt x="1" y="6738"/>
                        <a:pt x="1" y="7187"/>
                        <a:pt x="277" y="7464"/>
                      </a:cubicBezTo>
                      <a:cubicBezTo>
                        <a:pt x="416" y="7602"/>
                        <a:pt x="598" y="7671"/>
                        <a:pt x="779" y="7671"/>
                      </a:cubicBezTo>
                      <a:cubicBezTo>
                        <a:pt x="961" y="7671"/>
                        <a:pt x="1143" y="7602"/>
                        <a:pt x="1281" y="7464"/>
                      </a:cubicBezTo>
                      <a:lnTo>
                        <a:pt x="6215" y="2530"/>
                      </a:lnTo>
                      <a:cubicBezTo>
                        <a:pt x="6929" y="1816"/>
                        <a:pt x="7879" y="1422"/>
                        <a:pt x="8889" y="1422"/>
                      </a:cubicBezTo>
                      <a:lnTo>
                        <a:pt x="24395" y="1422"/>
                      </a:lnTo>
                      <a:cubicBezTo>
                        <a:pt x="25331" y="1422"/>
                        <a:pt x="26210" y="1786"/>
                        <a:pt x="26871" y="2448"/>
                      </a:cubicBezTo>
                      <a:lnTo>
                        <a:pt x="31905" y="7481"/>
                      </a:lnTo>
                      <a:cubicBezTo>
                        <a:pt x="32043" y="7620"/>
                        <a:pt x="32225" y="7688"/>
                        <a:pt x="32407" y="7688"/>
                      </a:cubicBezTo>
                      <a:cubicBezTo>
                        <a:pt x="32589" y="7688"/>
                        <a:pt x="32771" y="7620"/>
                        <a:pt x="32911" y="7479"/>
                      </a:cubicBezTo>
                      <a:cubicBezTo>
                        <a:pt x="33188" y="7203"/>
                        <a:pt x="33188" y="6753"/>
                        <a:pt x="32911" y="6476"/>
                      </a:cubicBezTo>
                      <a:lnTo>
                        <a:pt x="27876" y="1442"/>
                      </a:lnTo>
                      <a:cubicBezTo>
                        <a:pt x="26947" y="512"/>
                        <a:pt x="25711" y="1"/>
                        <a:pt x="24397" y="1"/>
                      </a:cubicBezTo>
                      <a:close/>
                    </a:path>
                  </a:pathLst>
                </a:custGeom>
                <a:solidFill>
                  <a:srgbClr val="000000">
                    <a:alpha val="2024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805" name="Google Shape;1805;p42"/>
              <p:cNvSpPr/>
              <p:nvPr/>
            </p:nvSpPr>
            <p:spPr>
              <a:xfrm>
                <a:off x="6696245" y="603333"/>
                <a:ext cx="245627" cy="21059"/>
              </a:xfrm>
              <a:custGeom>
                <a:avLst/>
                <a:gdLst/>
                <a:ahLst/>
                <a:cxnLst/>
                <a:rect l="l" t="t" r="r" b="b"/>
                <a:pathLst>
                  <a:path w="10498" h="899" extrusionOk="0">
                    <a:moveTo>
                      <a:pt x="121" y="1"/>
                    </a:moveTo>
                    <a:cubicBezTo>
                      <a:pt x="55" y="1"/>
                      <a:pt x="0" y="56"/>
                      <a:pt x="0" y="123"/>
                    </a:cubicBezTo>
                    <a:cubicBezTo>
                      <a:pt x="1" y="181"/>
                      <a:pt x="43" y="231"/>
                      <a:pt x="101" y="241"/>
                    </a:cubicBezTo>
                    <a:lnTo>
                      <a:pt x="3767" y="821"/>
                    </a:lnTo>
                    <a:cubicBezTo>
                      <a:pt x="4097" y="873"/>
                      <a:pt x="4431" y="899"/>
                      <a:pt x="4764" y="899"/>
                    </a:cubicBezTo>
                    <a:lnTo>
                      <a:pt x="7523" y="899"/>
                    </a:lnTo>
                    <a:cubicBezTo>
                      <a:pt x="8565" y="899"/>
                      <a:pt x="9585" y="609"/>
                      <a:pt x="10471" y="60"/>
                    </a:cubicBezTo>
                    <a:cubicBezTo>
                      <a:pt x="10498" y="43"/>
                      <a:pt x="10486" y="1"/>
                      <a:pt x="1045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Google Shape;1806;p42"/>
              <p:cNvSpPr/>
              <p:nvPr/>
            </p:nvSpPr>
            <p:spPr>
              <a:xfrm>
                <a:off x="6680475" y="622448"/>
                <a:ext cx="350705" cy="198316"/>
              </a:xfrm>
              <a:custGeom>
                <a:avLst/>
                <a:gdLst/>
                <a:ahLst/>
                <a:cxnLst/>
                <a:rect l="l" t="t" r="r" b="b"/>
                <a:pathLst>
                  <a:path w="14989" h="8466" extrusionOk="0">
                    <a:moveTo>
                      <a:pt x="419" y="0"/>
                    </a:moveTo>
                    <a:cubicBezTo>
                      <a:pt x="200" y="0"/>
                      <a:pt x="0" y="177"/>
                      <a:pt x="0" y="419"/>
                    </a:cubicBezTo>
                    <a:lnTo>
                      <a:pt x="0" y="789"/>
                    </a:lnTo>
                    <a:cubicBezTo>
                      <a:pt x="0" y="945"/>
                      <a:pt x="88" y="1089"/>
                      <a:pt x="227" y="1161"/>
                    </a:cubicBezTo>
                    <a:lnTo>
                      <a:pt x="488" y="1294"/>
                    </a:lnTo>
                    <a:lnTo>
                      <a:pt x="14379" y="8419"/>
                    </a:lnTo>
                    <a:cubicBezTo>
                      <a:pt x="14442" y="8451"/>
                      <a:pt x="14507" y="8466"/>
                      <a:pt x="14570" y="8466"/>
                    </a:cubicBezTo>
                    <a:cubicBezTo>
                      <a:pt x="14711" y="8466"/>
                      <a:pt x="14844" y="8393"/>
                      <a:pt x="14921" y="8276"/>
                    </a:cubicBezTo>
                    <a:cubicBezTo>
                      <a:pt x="14963" y="8211"/>
                      <a:pt x="14989" y="8134"/>
                      <a:pt x="14989" y="8046"/>
                    </a:cubicBezTo>
                    <a:cubicBezTo>
                      <a:pt x="14989" y="7664"/>
                      <a:pt x="14774" y="7312"/>
                      <a:pt x="14433" y="7135"/>
                    </a:cubicBezTo>
                    <a:lnTo>
                      <a:pt x="1475" y="489"/>
                    </a:lnTo>
                    <a:lnTo>
                      <a:pt x="786" y="137"/>
                    </a:lnTo>
                    <a:lnTo>
                      <a:pt x="611" y="47"/>
                    </a:lnTo>
                    <a:cubicBezTo>
                      <a:pt x="548" y="15"/>
                      <a:pt x="483" y="0"/>
                      <a:pt x="41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Google Shape;1807;p42"/>
              <p:cNvSpPr/>
              <p:nvPr/>
            </p:nvSpPr>
            <p:spPr>
              <a:xfrm>
                <a:off x="6667373" y="610525"/>
                <a:ext cx="42958" cy="58258"/>
              </a:xfrm>
              <a:custGeom>
                <a:avLst/>
                <a:gdLst/>
                <a:ahLst/>
                <a:cxnLst/>
                <a:rect l="l" t="t" r="r" b="b"/>
                <a:pathLst>
                  <a:path w="1836" h="2487" extrusionOk="0">
                    <a:moveTo>
                      <a:pt x="226" y="0"/>
                    </a:moveTo>
                    <a:cubicBezTo>
                      <a:pt x="102" y="0"/>
                      <a:pt x="0" y="101"/>
                      <a:pt x="0" y="226"/>
                    </a:cubicBezTo>
                    <a:lnTo>
                      <a:pt x="0" y="2261"/>
                    </a:lnTo>
                    <a:cubicBezTo>
                      <a:pt x="0" y="2385"/>
                      <a:pt x="102" y="2486"/>
                      <a:pt x="226" y="2486"/>
                    </a:cubicBezTo>
                    <a:lnTo>
                      <a:pt x="1610" y="2486"/>
                    </a:lnTo>
                    <a:cubicBezTo>
                      <a:pt x="1735" y="2486"/>
                      <a:pt x="1835" y="2385"/>
                      <a:pt x="1835" y="2261"/>
                    </a:cubicBezTo>
                    <a:lnTo>
                      <a:pt x="1835" y="226"/>
                    </a:lnTo>
                    <a:cubicBezTo>
                      <a:pt x="1835" y="101"/>
                      <a:pt x="1735" y="1"/>
                      <a:pt x="161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Google Shape;1808;p42"/>
              <p:cNvSpPr/>
              <p:nvPr/>
            </p:nvSpPr>
            <p:spPr>
              <a:xfrm>
                <a:off x="6667373" y="610525"/>
                <a:ext cx="26392" cy="58258"/>
              </a:xfrm>
              <a:custGeom>
                <a:avLst/>
                <a:gdLst/>
                <a:ahLst/>
                <a:cxnLst/>
                <a:rect l="l" t="t" r="r" b="b"/>
                <a:pathLst>
                  <a:path w="1128" h="2487" extrusionOk="0">
                    <a:moveTo>
                      <a:pt x="226" y="0"/>
                    </a:moveTo>
                    <a:cubicBezTo>
                      <a:pt x="102" y="0"/>
                      <a:pt x="0" y="101"/>
                      <a:pt x="0" y="226"/>
                    </a:cubicBezTo>
                    <a:lnTo>
                      <a:pt x="0" y="2261"/>
                    </a:lnTo>
                    <a:cubicBezTo>
                      <a:pt x="0" y="2385"/>
                      <a:pt x="102" y="2486"/>
                      <a:pt x="226" y="2486"/>
                    </a:cubicBezTo>
                    <a:lnTo>
                      <a:pt x="902" y="2486"/>
                    </a:lnTo>
                    <a:cubicBezTo>
                      <a:pt x="1026" y="2486"/>
                      <a:pt x="1128" y="2385"/>
                      <a:pt x="1128" y="2261"/>
                    </a:cubicBezTo>
                    <a:lnTo>
                      <a:pt x="1128" y="226"/>
                    </a:lnTo>
                    <a:cubicBezTo>
                      <a:pt x="1128" y="101"/>
                      <a:pt x="1026" y="1"/>
                      <a:pt x="902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Google Shape;1809;p42"/>
              <p:cNvSpPr/>
              <p:nvPr/>
            </p:nvSpPr>
            <p:spPr>
              <a:xfrm>
                <a:off x="6673760" y="602349"/>
                <a:ext cx="30206" cy="8199"/>
              </a:xfrm>
              <a:custGeom>
                <a:avLst/>
                <a:gdLst/>
                <a:ahLst/>
                <a:cxnLst/>
                <a:rect l="l" t="t" r="r" b="b"/>
                <a:pathLst>
                  <a:path w="1291" h="350" extrusionOk="0">
                    <a:moveTo>
                      <a:pt x="0" y="0"/>
                    </a:moveTo>
                    <a:lnTo>
                      <a:pt x="0" y="349"/>
                    </a:lnTo>
                    <a:lnTo>
                      <a:pt x="1290" y="349"/>
                    </a:lnTo>
                    <a:lnTo>
                      <a:pt x="129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Google Shape;1810;p42"/>
              <p:cNvSpPr/>
              <p:nvPr/>
            </p:nvSpPr>
            <p:spPr>
              <a:xfrm>
                <a:off x="6667396" y="590121"/>
                <a:ext cx="42934" cy="12251"/>
              </a:xfrm>
              <a:custGeom>
                <a:avLst/>
                <a:gdLst/>
                <a:ahLst/>
                <a:cxnLst/>
                <a:rect l="l" t="t" r="r" b="b"/>
                <a:pathLst>
                  <a:path w="1835" h="523" extrusionOk="0">
                    <a:moveTo>
                      <a:pt x="79" y="0"/>
                    </a:moveTo>
                    <a:cubicBezTo>
                      <a:pt x="35" y="0"/>
                      <a:pt x="0" y="35"/>
                      <a:pt x="0" y="78"/>
                    </a:cubicBezTo>
                    <a:lnTo>
                      <a:pt x="0" y="445"/>
                    </a:lnTo>
                    <a:cubicBezTo>
                      <a:pt x="0" y="488"/>
                      <a:pt x="35" y="522"/>
                      <a:pt x="79" y="522"/>
                    </a:cubicBezTo>
                    <a:lnTo>
                      <a:pt x="1756" y="522"/>
                    </a:lnTo>
                    <a:cubicBezTo>
                      <a:pt x="1799" y="522"/>
                      <a:pt x="1834" y="488"/>
                      <a:pt x="1834" y="445"/>
                    </a:cubicBezTo>
                    <a:lnTo>
                      <a:pt x="1834" y="78"/>
                    </a:lnTo>
                    <a:cubicBezTo>
                      <a:pt x="1834" y="35"/>
                      <a:pt x="1799" y="0"/>
                      <a:pt x="175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Google Shape;1811;p42"/>
              <p:cNvSpPr/>
              <p:nvPr/>
            </p:nvSpPr>
            <p:spPr>
              <a:xfrm>
                <a:off x="6667396" y="590121"/>
                <a:ext cx="31657" cy="12251"/>
              </a:xfrm>
              <a:custGeom>
                <a:avLst/>
                <a:gdLst/>
                <a:ahLst/>
                <a:cxnLst/>
                <a:rect l="l" t="t" r="r" b="b"/>
                <a:pathLst>
                  <a:path w="1353" h="523" extrusionOk="0">
                    <a:moveTo>
                      <a:pt x="79" y="0"/>
                    </a:moveTo>
                    <a:cubicBezTo>
                      <a:pt x="35" y="0"/>
                      <a:pt x="0" y="35"/>
                      <a:pt x="0" y="78"/>
                    </a:cubicBezTo>
                    <a:lnTo>
                      <a:pt x="0" y="445"/>
                    </a:lnTo>
                    <a:cubicBezTo>
                      <a:pt x="0" y="488"/>
                      <a:pt x="35" y="522"/>
                      <a:pt x="79" y="522"/>
                    </a:cubicBezTo>
                    <a:lnTo>
                      <a:pt x="1274" y="522"/>
                    </a:lnTo>
                    <a:cubicBezTo>
                      <a:pt x="1317" y="522"/>
                      <a:pt x="1352" y="488"/>
                      <a:pt x="1352" y="445"/>
                    </a:cubicBezTo>
                    <a:lnTo>
                      <a:pt x="1352" y="78"/>
                    </a:lnTo>
                    <a:cubicBezTo>
                      <a:pt x="1352" y="35"/>
                      <a:pt x="1317" y="0"/>
                      <a:pt x="1274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Google Shape;1812;p42"/>
              <p:cNvSpPr/>
              <p:nvPr/>
            </p:nvSpPr>
            <p:spPr>
              <a:xfrm>
                <a:off x="6433913" y="603333"/>
                <a:ext cx="245674" cy="21059"/>
              </a:xfrm>
              <a:custGeom>
                <a:avLst/>
                <a:gdLst/>
                <a:ahLst/>
                <a:cxnLst/>
                <a:rect l="l" t="t" r="r" b="b"/>
                <a:pathLst>
                  <a:path w="10500" h="899" extrusionOk="0">
                    <a:moveTo>
                      <a:pt x="45" y="1"/>
                    </a:moveTo>
                    <a:cubicBezTo>
                      <a:pt x="13" y="1"/>
                      <a:pt x="1" y="43"/>
                      <a:pt x="28" y="60"/>
                    </a:cubicBezTo>
                    <a:cubicBezTo>
                      <a:pt x="914" y="609"/>
                      <a:pt x="1934" y="899"/>
                      <a:pt x="2977" y="899"/>
                    </a:cubicBezTo>
                    <a:lnTo>
                      <a:pt x="5736" y="899"/>
                    </a:lnTo>
                    <a:cubicBezTo>
                      <a:pt x="6069" y="899"/>
                      <a:pt x="6402" y="873"/>
                      <a:pt x="6732" y="821"/>
                    </a:cubicBezTo>
                    <a:lnTo>
                      <a:pt x="10398" y="241"/>
                    </a:lnTo>
                    <a:cubicBezTo>
                      <a:pt x="10455" y="231"/>
                      <a:pt x="10499" y="181"/>
                      <a:pt x="10499" y="123"/>
                    </a:cubicBezTo>
                    <a:cubicBezTo>
                      <a:pt x="10499" y="56"/>
                      <a:pt x="10444" y="1"/>
                      <a:pt x="1037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Google Shape;1813;p42"/>
              <p:cNvSpPr/>
              <p:nvPr/>
            </p:nvSpPr>
            <p:spPr>
              <a:xfrm>
                <a:off x="6710284" y="631490"/>
                <a:ext cx="319306" cy="189297"/>
              </a:xfrm>
              <a:custGeom>
                <a:avLst/>
                <a:gdLst/>
                <a:ahLst/>
                <a:cxnLst/>
                <a:rect l="l" t="t" r="r" b="b"/>
                <a:pathLst>
                  <a:path w="13647" h="8081" extrusionOk="0">
                    <a:moveTo>
                      <a:pt x="0" y="0"/>
                    </a:moveTo>
                    <a:lnTo>
                      <a:pt x="0" y="1312"/>
                    </a:lnTo>
                    <a:lnTo>
                      <a:pt x="13104" y="8034"/>
                    </a:lnTo>
                    <a:cubicBezTo>
                      <a:pt x="13166" y="8066"/>
                      <a:pt x="13232" y="8081"/>
                      <a:pt x="13294" y="8081"/>
                    </a:cubicBezTo>
                    <a:cubicBezTo>
                      <a:pt x="13436" y="8081"/>
                      <a:pt x="13569" y="8008"/>
                      <a:pt x="13646" y="7891"/>
                    </a:cubicBezTo>
                    <a:lnTo>
                      <a:pt x="1094" y="1557"/>
                    </a:lnTo>
                    <a:cubicBezTo>
                      <a:pt x="546" y="1280"/>
                      <a:pt x="200" y="718"/>
                      <a:pt x="200" y="103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Google Shape;1814;p42"/>
              <p:cNvSpPr/>
              <p:nvPr/>
            </p:nvSpPr>
            <p:spPr>
              <a:xfrm>
                <a:off x="7097442" y="603333"/>
                <a:ext cx="245650" cy="21059"/>
              </a:xfrm>
              <a:custGeom>
                <a:avLst/>
                <a:gdLst/>
                <a:ahLst/>
                <a:cxnLst/>
                <a:rect l="l" t="t" r="r" b="b"/>
                <a:pathLst>
                  <a:path w="10499" h="899" extrusionOk="0">
                    <a:moveTo>
                      <a:pt x="44" y="1"/>
                    </a:moveTo>
                    <a:cubicBezTo>
                      <a:pt x="12" y="1"/>
                      <a:pt x="0" y="43"/>
                      <a:pt x="27" y="60"/>
                    </a:cubicBezTo>
                    <a:cubicBezTo>
                      <a:pt x="913" y="609"/>
                      <a:pt x="1934" y="899"/>
                      <a:pt x="2976" y="899"/>
                    </a:cubicBezTo>
                    <a:lnTo>
                      <a:pt x="5734" y="899"/>
                    </a:lnTo>
                    <a:cubicBezTo>
                      <a:pt x="6068" y="899"/>
                      <a:pt x="6401" y="873"/>
                      <a:pt x="6730" y="821"/>
                    </a:cubicBezTo>
                    <a:lnTo>
                      <a:pt x="10397" y="241"/>
                    </a:lnTo>
                    <a:cubicBezTo>
                      <a:pt x="10455" y="231"/>
                      <a:pt x="10498" y="181"/>
                      <a:pt x="10498" y="123"/>
                    </a:cubicBezTo>
                    <a:cubicBezTo>
                      <a:pt x="10498" y="56"/>
                      <a:pt x="10444" y="1"/>
                      <a:pt x="1037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Google Shape;1815;p42"/>
              <p:cNvSpPr/>
              <p:nvPr/>
            </p:nvSpPr>
            <p:spPr>
              <a:xfrm>
                <a:off x="7008134" y="622448"/>
                <a:ext cx="350705" cy="198316"/>
              </a:xfrm>
              <a:custGeom>
                <a:avLst/>
                <a:gdLst/>
                <a:ahLst/>
                <a:cxnLst/>
                <a:rect l="l" t="t" r="r" b="b"/>
                <a:pathLst>
                  <a:path w="14989" h="8466" extrusionOk="0">
                    <a:moveTo>
                      <a:pt x="14570" y="0"/>
                    </a:moveTo>
                    <a:cubicBezTo>
                      <a:pt x="14507" y="0"/>
                      <a:pt x="14441" y="15"/>
                      <a:pt x="14379" y="47"/>
                    </a:cubicBezTo>
                    <a:lnTo>
                      <a:pt x="14203" y="137"/>
                    </a:lnTo>
                    <a:lnTo>
                      <a:pt x="13515" y="489"/>
                    </a:lnTo>
                    <a:lnTo>
                      <a:pt x="557" y="7135"/>
                    </a:lnTo>
                    <a:cubicBezTo>
                      <a:pt x="215" y="7312"/>
                      <a:pt x="0" y="7664"/>
                      <a:pt x="0" y="8046"/>
                    </a:cubicBezTo>
                    <a:cubicBezTo>
                      <a:pt x="0" y="8134"/>
                      <a:pt x="26" y="8211"/>
                      <a:pt x="69" y="8276"/>
                    </a:cubicBezTo>
                    <a:cubicBezTo>
                      <a:pt x="146" y="8393"/>
                      <a:pt x="279" y="8466"/>
                      <a:pt x="420" y="8466"/>
                    </a:cubicBezTo>
                    <a:cubicBezTo>
                      <a:pt x="484" y="8466"/>
                      <a:pt x="548" y="8451"/>
                      <a:pt x="611" y="8419"/>
                    </a:cubicBezTo>
                    <a:lnTo>
                      <a:pt x="14502" y="1294"/>
                    </a:lnTo>
                    <a:lnTo>
                      <a:pt x="14762" y="1161"/>
                    </a:lnTo>
                    <a:cubicBezTo>
                      <a:pt x="14902" y="1089"/>
                      <a:pt x="14989" y="945"/>
                      <a:pt x="14989" y="789"/>
                    </a:cubicBezTo>
                    <a:lnTo>
                      <a:pt x="14989" y="419"/>
                    </a:lnTo>
                    <a:cubicBezTo>
                      <a:pt x="14989" y="177"/>
                      <a:pt x="14790" y="0"/>
                      <a:pt x="1457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Google Shape;1816;p42"/>
              <p:cNvSpPr/>
              <p:nvPr/>
            </p:nvSpPr>
            <p:spPr>
              <a:xfrm>
                <a:off x="7329007" y="610525"/>
                <a:ext cx="42911" cy="58258"/>
              </a:xfrm>
              <a:custGeom>
                <a:avLst/>
                <a:gdLst/>
                <a:ahLst/>
                <a:cxnLst/>
                <a:rect l="l" t="t" r="r" b="b"/>
                <a:pathLst>
                  <a:path w="1834" h="2487" extrusionOk="0">
                    <a:moveTo>
                      <a:pt x="226" y="0"/>
                    </a:moveTo>
                    <a:cubicBezTo>
                      <a:pt x="101" y="1"/>
                      <a:pt x="0" y="101"/>
                      <a:pt x="0" y="226"/>
                    </a:cubicBezTo>
                    <a:lnTo>
                      <a:pt x="0" y="2261"/>
                    </a:lnTo>
                    <a:cubicBezTo>
                      <a:pt x="0" y="2385"/>
                      <a:pt x="100" y="2486"/>
                      <a:pt x="226" y="2486"/>
                    </a:cubicBezTo>
                    <a:lnTo>
                      <a:pt x="1608" y="2486"/>
                    </a:lnTo>
                    <a:cubicBezTo>
                      <a:pt x="1733" y="2486"/>
                      <a:pt x="1834" y="2385"/>
                      <a:pt x="1834" y="2261"/>
                    </a:cubicBezTo>
                    <a:lnTo>
                      <a:pt x="1834" y="226"/>
                    </a:lnTo>
                    <a:cubicBezTo>
                      <a:pt x="1834" y="101"/>
                      <a:pt x="1734" y="0"/>
                      <a:pt x="1608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Google Shape;1817;p42"/>
              <p:cNvSpPr/>
              <p:nvPr/>
            </p:nvSpPr>
            <p:spPr>
              <a:xfrm>
                <a:off x="7345573" y="610525"/>
                <a:ext cx="26392" cy="58258"/>
              </a:xfrm>
              <a:custGeom>
                <a:avLst/>
                <a:gdLst/>
                <a:ahLst/>
                <a:cxnLst/>
                <a:rect l="l" t="t" r="r" b="b"/>
                <a:pathLst>
                  <a:path w="1128" h="2487" extrusionOk="0">
                    <a:moveTo>
                      <a:pt x="226" y="0"/>
                    </a:moveTo>
                    <a:cubicBezTo>
                      <a:pt x="100" y="1"/>
                      <a:pt x="1" y="101"/>
                      <a:pt x="1" y="226"/>
                    </a:cubicBezTo>
                    <a:lnTo>
                      <a:pt x="1" y="2261"/>
                    </a:lnTo>
                    <a:cubicBezTo>
                      <a:pt x="1" y="2385"/>
                      <a:pt x="102" y="2486"/>
                      <a:pt x="226" y="2486"/>
                    </a:cubicBezTo>
                    <a:lnTo>
                      <a:pt x="902" y="2486"/>
                    </a:lnTo>
                    <a:cubicBezTo>
                      <a:pt x="1026" y="2486"/>
                      <a:pt x="1128" y="2385"/>
                      <a:pt x="1128" y="2261"/>
                    </a:cubicBezTo>
                    <a:lnTo>
                      <a:pt x="1128" y="226"/>
                    </a:lnTo>
                    <a:cubicBezTo>
                      <a:pt x="1128" y="101"/>
                      <a:pt x="1027" y="0"/>
                      <a:pt x="902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Google Shape;1818;p42"/>
              <p:cNvSpPr/>
              <p:nvPr/>
            </p:nvSpPr>
            <p:spPr>
              <a:xfrm>
                <a:off x="7335371" y="602373"/>
                <a:ext cx="30206" cy="8199"/>
              </a:xfrm>
              <a:custGeom>
                <a:avLst/>
                <a:gdLst/>
                <a:ahLst/>
                <a:cxnLst/>
                <a:rect l="l" t="t" r="r" b="b"/>
                <a:pathLst>
                  <a:path w="1291" h="350" extrusionOk="0">
                    <a:moveTo>
                      <a:pt x="1" y="1"/>
                    </a:moveTo>
                    <a:lnTo>
                      <a:pt x="1" y="349"/>
                    </a:lnTo>
                    <a:lnTo>
                      <a:pt x="1290" y="349"/>
                    </a:lnTo>
                    <a:lnTo>
                      <a:pt x="129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Google Shape;1819;p42"/>
              <p:cNvSpPr/>
              <p:nvPr/>
            </p:nvSpPr>
            <p:spPr>
              <a:xfrm>
                <a:off x="7329007" y="590121"/>
                <a:ext cx="42888" cy="12251"/>
              </a:xfrm>
              <a:custGeom>
                <a:avLst/>
                <a:gdLst/>
                <a:ahLst/>
                <a:cxnLst/>
                <a:rect l="l" t="t" r="r" b="b"/>
                <a:pathLst>
                  <a:path w="1833" h="523" extrusionOk="0">
                    <a:moveTo>
                      <a:pt x="78" y="0"/>
                    </a:moveTo>
                    <a:cubicBezTo>
                      <a:pt x="36" y="0"/>
                      <a:pt x="0" y="35"/>
                      <a:pt x="0" y="78"/>
                    </a:cubicBezTo>
                    <a:lnTo>
                      <a:pt x="0" y="445"/>
                    </a:lnTo>
                    <a:cubicBezTo>
                      <a:pt x="0" y="488"/>
                      <a:pt x="34" y="522"/>
                      <a:pt x="78" y="522"/>
                    </a:cubicBezTo>
                    <a:lnTo>
                      <a:pt x="1755" y="522"/>
                    </a:lnTo>
                    <a:cubicBezTo>
                      <a:pt x="1798" y="522"/>
                      <a:pt x="1833" y="488"/>
                      <a:pt x="1833" y="445"/>
                    </a:cubicBezTo>
                    <a:lnTo>
                      <a:pt x="1833" y="78"/>
                    </a:lnTo>
                    <a:cubicBezTo>
                      <a:pt x="1833" y="35"/>
                      <a:pt x="1798" y="0"/>
                      <a:pt x="175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Google Shape;1820;p42"/>
              <p:cNvSpPr/>
              <p:nvPr/>
            </p:nvSpPr>
            <p:spPr>
              <a:xfrm>
                <a:off x="7340262" y="590121"/>
                <a:ext cx="31633" cy="12251"/>
              </a:xfrm>
              <a:custGeom>
                <a:avLst/>
                <a:gdLst/>
                <a:ahLst/>
                <a:cxnLst/>
                <a:rect l="l" t="t" r="r" b="b"/>
                <a:pathLst>
                  <a:path w="1352" h="523" extrusionOk="0">
                    <a:moveTo>
                      <a:pt x="79" y="0"/>
                    </a:moveTo>
                    <a:cubicBezTo>
                      <a:pt x="37" y="0"/>
                      <a:pt x="0" y="35"/>
                      <a:pt x="0" y="78"/>
                    </a:cubicBezTo>
                    <a:lnTo>
                      <a:pt x="0" y="445"/>
                    </a:lnTo>
                    <a:cubicBezTo>
                      <a:pt x="0" y="488"/>
                      <a:pt x="35" y="522"/>
                      <a:pt x="79" y="522"/>
                    </a:cubicBezTo>
                    <a:lnTo>
                      <a:pt x="1274" y="522"/>
                    </a:lnTo>
                    <a:cubicBezTo>
                      <a:pt x="1317" y="522"/>
                      <a:pt x="1352" y="488"/>
                      <a:pt x="1352" y="445"/>
                    </a:cubicBezTo>
                    <a:lnTo>
                      <a:pt x="1352" y="78"/>
                    </a:lnTo>
                    <a:cubicBezTo>
                      <a:pt x="1352" y="35"/>
                      <a:pt x="1317" y="0"/>
                      <a:pt x="1274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Google Shape;1821;p42"/>
              <p:cNvSpPr/>
              <p:nvPr/>
            </p:nvSpPr>
            <p:spPr>
              <a:xfrm>
                <a:off x="7359728" y="603333"/>
                <a:ext cx="245650" cy="21059"/>
              </a:xfrm>
              <a:custGeom>
                <a:avLst/>
                <a:gdLst/>
                <a:ahLst/>
                <a:cxnLst/>
                <a:rect l="l" t="t" r="r" b="b"/>
                <a:pathLst>
                  <a:path w="10499" h="899" extrusionOk="0">
                    <a:moveTo>
                      <a:pt x="122" y="1"/>
                    </a:moveTo>
                    <a:cubicBezTo>
                      <a:pt x="54" y="1"/>
                      <a:pt x="1" y="56"/>
                      <a:pt x="1" y="123"/>
                    </a:cubicBezTo>
                    <a:cubicBezTo>
                      <a:pt x="2" y="181"/>
                      <a:pt x="44" y="231"/>
                      <a:pt x="102" y="241"/>
                    </a:cubicBezTo>
                    <a:lnTo>
                      <a:pt x="3769" y="821"/>
                    </a:lnTo>
                    <a:cubicBezTo>
                      <a:pt x="4098" y="873"/>
                      <a:pt x="4431" y="899"/>
                      <a:pt x="4765" y="899"/>
                    </a:cubicBezTo>
                    <a:lnTo>
                      <a:pt x="7523" y="899"/>
                    </a:lnTo>
                    <a:cubicBezTo>
                      <a:pt x="8565" y="899"/>
                      <a:pt x="9586" y="609"/>
                      <a:pt x="10472" y="60"/>
                    </a:cubicBezTo>
                    <a:cubicBezTo>
                      <a:pt x="10498" y="43"/>
                      <a:pt x="10487" y="1"/>
                      <a:pt x="1045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Google Shape;1822;p42"/>
              <p:cNvSpPr/>
              <p:nvPr/>
            </p:nvSpPr>
            <p:spPr>
              <a:xfrm>
                <a:off x="7009748" y="631490"/>
                <a:ext cx="319306" cy="189297"/>
              </a:xfrm>
              <a:custGeom>
                <a:avLst/>
                <a:gdLst/>
                <a:ahLst/>
                <a:cxnLst/>
                <a:rect l="l" t="t" r="r" b="b"/>
                <a:pathLst>
                  <a:path w="13647" h="8081" extrusionOk="0">
                    <a:moveTo>
                      <a:pt x="13646" y="0"/>
                    </a:moveTo>
                    <a:lnTo>
                      <a:pt x="13446" y="103"/>
                    </a:lnTo>
                    <a:cubicBezTo>
                      <a:pt x="13446" y="718"/>
                      <a:pt x="13099" y="1280"/>
                      <a:pt x="12551" y="1557"/>
                    </a:cubicBezTo>
                    <a:lnTo>
                      <a:pt x="0" y="7891"/>
                    </a:lnTo>
                    <a:cubicBezTo>
                      <a:pt x="77" y="8008"/>
                      <a:pt x="210" y="8081"/>
                      <a:pt x="351" y="8081"/>
                    </a:cubicBezTo>
                    <a:cubicBezTo>
                      <a:pt x="415" y="8081"/>
                      <a:pt x="479" y="8066"/>
                      <a:pt x="542" y="8034"/>
                    </a:cubicBezTo>
                    <a:lnTo>
                      <a:pt x="13646" y="1312"/>
                    </a:lnTo>
                    <a:lnTo>
                      <a:pt x="13646" y="0"/>
                    </a:ln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Google Shape;1823;p42"/>
              <p:cNvSpPr/>
              <p:nvPr/>
            </p:nvSpPr>
            <p:spPr>
              <a:xfrm>
                <a:off x="6804997" y="705419"/>
                <a:ext cx="866737" cy="271871"/>
              </a:xfrm>
              <a:custGeom>
                <a:avLst/>
                <a:gdLst/>
                <a:ahLst/>
                <a:cxnLst/>
                <a:rect l="l" t="t" r="r" b="b"/>
                <a:pathLst>
                  <a:path w="37044" h="11606" extrusionOk="0">
                    <a:moveTo>
                      <a:pt x="2759" y="0"/>
                    </a:moveTo>
                    <a:cubicBezTo>
                      <a:pt x="1235" y="0"/>
                      <a:pt x="0" y="1236"/>
                      <a:pt x="0" y="2759"/>
                    </a:cubicBezTo>
                    <a:lnTo>
                      <a:pt x="0" y="5770"/>
                    </a:lnTo>
                    <a:cubicBezTo>
                      <a:pt x="0" y="8993"/>
                      <a:pt x="2613" y="11605"/>
                      <a:pt x="5835" y="11605"/>
                    </a:cubicBezTo>
                    <a:lnTo>
                      <a:pt x="23230" y="11605"/>
                    </a:lnTo>
                    <a:cubicBezTo>
                      <a:pt x="25218" y="11605"/>
                      <a:pt x="27186" y="11214"/>
                      <a:pt x="29022" y="10452"/>
                    </a:cubicBezTo>
                    <a:lnTo>
                      <a:pt x="35520" y="7757"/>
                    </a:lnTo>
                    <a:cubicBezTo>
                      <a:pt x="36442" y="7375"/>
                      <a:pt x="37043" y="6475"/>
                      <a:pt x="37043" y="5478"/>
                    </a:cubicBezTo>
                    <a:cubicBezTo>
                      <a:pt x="37043" y="4503"/>
                      <a:pt x="36521" y="3601"/>
                      <a:pt x="35674" y="3114"/>
                    </a:cubicBezTo>
                    <a:lnTo>
                      <a:pt x="32841" y="1484"/>
                    </a:lnTo>
                    <a:cubicBezTo>
                      <a:pt x="31150" y="513"/>
                      <a:pt x="29232" y="0"/>
                      <a:pt x="2728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824" name="Google Shape;1824;p42"/>
              <p:cNvGrpSpPr/>
              <p:nvPr/>
            </p:nvGrpSpPr>
            <p:grpSpPr>
              <a:xfrm>
                <a:off x="6586301" y="705419"/>
                <a:ext cx="866784" cy="271871"/>
                <a:chOff x="6586301" y="705419"/>
                <a:chExt cx="866784" cy="271871"/>
              </a:xfrm>
            </p:grpSpPr>
            <p:sp>
              <p:nvSpPr>
                <p:cNvPr id="1825" name="Google Shape;1825;p42"/>
                <p:cNvSpPr/>
                <p:nvPr/>
              </p:nvSpPr>
              <p:spPr>
                <a:xfrm>
                  <a:off x="6586301" y="705419"/>
                  <a:ext cx="866784" cy="27187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046" h="11606" extrusionOk="0">
                      <a:moveTo>
                        <a:pt x="2759" y="0"/>
                      </a:moveTo>
                      <a:cubicBezTo>
                        <a:pt x="1235" y="0"/>
                        <a:pt x="0" y="1236"/>
                        <a:pt x="0" y="2759"/>
                      </a:cubicBezTo>
                      <a:lnTo>
                        <a:pt x="0" y="5770"/>
                      </a:lnTo>
                      <a:cubicBezTo>
                        <a:pt x="0" y="8993"/>
                        <a:pt x="2613" y="11605"/>
                        <a:pt x="5835" y="11605"/>
                      </a:cubicBezTo>
                      <a:lnTo>
                        <a:pt x="22557" y="11605"/>
                      </a:lnTo>
                      <a:cubicBezTo>
                        <a:pt x="24990" y="11605"/>
                        <a:pt x="27398" y="11126"/>
                        <a:pt x="29646" y="10194"/>
                      </a:cubicBezTo>
                      <a:lnTo>
                        <a:pt x="35521" y="7757"/>
                      </a:lnTo>
                      <a:cubicBezTo>
                        <a:pt x="36443" y="7375"/>
                        <a:pt x="37045" y="6475"/>
                        <a:pt x="37045" y="5478"/>
                      </a:cubicBezTo>
                      <a:cubicBezTo>
                        <a:pt x="37043" y="4503"/>
                        <a:pt x="36522" y="3601"/>
                        <a:pt x="35674" y="3114"/>
                      </a:cubicBezTo>
                      <a:lnTo>
                        <a:pt x="32841" y="1484"/>
                      </a:lnTo>
                      <a:cubicBezTo>
                        <a:pt x="31150" y="513"/>
                        <a:pt x="29233" y="0"/>
                        <a:pt x="2728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6" name="Google Shape;1826;p42"/>
                <p:cNvSpPr/>
                <p:nvPr/>
              </p:nvSpPr>
              <p:spPr>
                <a:xfrm>
                  <a:off x="6586301" y="705419"/>
                  <a:ext cx="866784" cy="27187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046" h="11606" extrusionOk="0">
                      <a:moveTo>
                        <a:pt x="2759" y="0"/>
                      </a:moveTo>
                      <a:cubicBezTo>
                        <a:pt x="1235" y="0"/>
                        <a:pt x="0" y="1236"/>
                        <a:pt x="0" y="2759"/>
                      </a:cubicBezTo>
                      <a:lnTo>
                        <a:pt x="0" y="5770"/>
                      </a:lnTo>
                      <a:cubicBezTo>
                        <a:pt x="0" y="8993"/>
                        <a:pt x="2613" y="11605"/>
                        <a:pt x="5835" y="11605"/>
                      </a:cubicBezTo>
                      <a:lnTo>
                        <a:pt x="22557" y="11605"/>
                      </a:lnTo>
                      <a:cubicBezTo>
                        <a:pt x="24990" y="11605"/>
                        <a:pt x="27398" y="11126"/>
                        <a:pt x="29646" y="10194"/>
                      </a:cubicBezTo>
                      <a:lnTo>
                        <a:pt x="35521" y="7757"/>
                      </a:lnTo>
                      <a:cubicBezTo>
                        <a:pt x="36443" y="7375"/>
                        <a:pt x="37045" y="6475"/>
                        <a:pt x="37045" y="5478"/>
                      </a:cubicBezTo>
                      <a:cubicBezTo>
                        <a:pt x="37043" y="4503"/>
                        <a:pt x="36522" y="3601"/>
                        <a:pt x="35674" y="3114"/>
                      </a:cubicBezTo>
                      <a:lnTo>
                        <a:pt x="32841" y="1484"/>
                      </a:lnTo>
                      <a:cubicBezTo>
                        <a:pt x="31150" y="513"/>
                        <a:pt x="29233" y="0"/>
                        <a:pt x="27282" y="0"/>
                      </a:cubicBezTo>
                      <a:close/>
                    </a:path>
                  </a:pathLst>
                </a:custGeom>
                <a:solidFill>
                  <a:srgbClr val="000000">
                    <a:alpha val="2024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827" name="Google Shape;1827;p42"/>
              <p:cNvSpPr/>
              <p:nvPr/>
            </p:nvSpPr>
            <p:spPr>
              <a:xfrm>
                <a:off x="6602632" y="717202"/>
                <a:ext cx="843199" cy="248328"/>
              </a:xfrm>
              <a:custGeom>
                <a:avLst/>
                <a:gdLst/>
                <a:ahLst/>
                <a:cxnLst/>
                <a:rect l="l" t="t" r="r" b="b"/>
                <a:pathLst>
                  <a:path w="36038" h="10601" extrusionOk="0">
                    <a:moveTo>
                      <a:pt x="2258" y="1"/>
                    </a:moveTo>
                    <a:cubicBezTo>
                      <a:pt x="1014" y="1"/>
                      <a:pt x="0" y="1014"/>
                      <a:pt x="0" y="2257"/>
                    </a:cubicBezTo>
                    <a:lnTo>
                      <a:pt x="0" y="5268"/>
                    </a:lnTo>
                    <a:cubicBezTo>
                      <a:pt x="0" y="8209"/>
                      <a:pt x="2393" y="10601"/>
                      <a:pt x="5334" y="10601"/>
                    </a:cubicBezTo>
                    <a:lnTo>
                      <a:pt x="22054" y="10601"/>
                    </a:lnTo>
                    <a:cubicBezTo>
                      <a:pt x="24432" y="10601"/>
                      <a:pt x="26753" y="10139"/>
                      <a:pt x="28950" y="9229"/>
                    </a:cubicBezTo>
                    <a:lnTo>
                      <a:pt x="34826" y="6791"/>
                    </a:lnTo>
                    <a:cubicBezTo>
                      <a:pt x="35563" y="6485"/>
                      <a:pt x="36038" y="5774"/>
                      <a:pt x="36038" y="4976"/>
                    </a:cubicBezTo>
                    <a:cubicBezTo>
                      <a:pt x="36038" y="4183"/>
                      <a:pt x="35610" y="3442"/>
                      <a:pt x="34922" y="3047"/>
                    </a:cubicBezTo>
                    <a:lnTo>
                      <a:pt x="32088" y="1417"/>
                    </a:lnTo>
                    <a:cubicBezTo>
                      <a:pt x="30476" y="491"/>
                      <a:pt x="28640" y="1"/>
                      <a:pt x="2678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Google Shape;1828;p42"/>
              <p:cNvSpPr/>
              <p:nvPr/>
            </p:nvSpPr>
            <p:spPr>
              <a:xfrm>
                <a:off x="6596829" y="717202"/>
                <a:ext cx="843199" cy="248328"/>
              </a:xfrm>
              <a:custGeom>
                <a:avLst/>
                <a:gdLst/>
                <a:ahLst/>
                <a:cxnLst/>
                <a:rect l="l" t="t" r="r" b="b"/>
                <a:pathLst>
                  <a:path w="36038" h="10601" extrusionOk="0">
                    <a:moveTo>
                      <a:pt x="2257" y="1"/>
                    </a:moveTo>
                    <a:cubicBezTo>
                      <a:pt x="1012" y="1"/>
                      <a:pt x="0" y="1014"/>
                      <a:pt x="0" y="2257"/>
                    </a:cubicBezTo>
                    <a:lnTo>
                      <a:pt x="0" y="5268"/>
                    </a:lnTo>
                    <a:cubicBezTo>
                      <a:pt x="0" y="8209"/>
                      <a:pt x="2393" y="10601"/>
                      <a:pt x="5333" y="10601"/>
                    </a:cubicBezTo>
                    <a:lnTo>
                      <a:pt x="22055" y="10601"/>
                    </a:lnTo>
                    <a:cubicBezTo>
                      <a:pt x="24433" y="10601"/>
                      <a:pt x="26753" y="10139"/>
                      <a:pt x="28951" y="9229"/>
                    </a:cubicBezTo>
                    <a:lnTo>
                      <a:pt x="34826" y="6791"/>
                    </a:lnTo>
                    <a:cubicBezTo>
                      <a:pt x="35561" y="6485"/>
                      <a:pt x="36037" y="5774"/>
                      <a:pt x="36037" y="4976"/>
                    </a:cubicBezTo>
                    <a:cubicBezTo>
                      <a:pt x="36037" y="4183"/>
                      <a:pt x="35609" y="3442"/>
                      <a:pt x="34920" y="3047"/>
                    </a:cubicBezTo>
                    <a:lnTo>
                      <a:pt x="32088" y="1417"/>
                    </a:lnTo>
                    <a:cubicBezTo>
                      <a:pt x="30475" y="491"/>
                      <a:pt x="28639" y="1"/>
                      <a:pt x="2677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Google Shape;1829;p42"/>
              <p:cNvSpPr/>
              <p:nvPr/>
            </p:nvSpPr>
            <p:spPr>
              <a:xfrm>
                <a:off x="6259671" y="551658"/>
                <a:ext cx="309432" cy="26541"/>
              </a:xfrm>
              <a:custGeom>
                <a:avLst/>
                <a:gdLst/>
                <a:ahLst/>
                <a:cxnLst/>
                <a:rect l="l" t="t" r="r" b="b"/>
                <a:pathLst>
                  <a:path w="13225" h="1133" extrusionOk="0">
                    <a:moveTo>
                      <a:pt x="154" y="1"/>
                    </a:moveTo>
                    <a:cubicBezTo>
                      <a:pt x="69" y="1"/>
                      <a:pt x="0" y="69"/>
                      <a:pt x="0" y="154"/>
                    </a:cubicBezTo>
                    <a:cubicBezTo>
                      <a:pt x="1" y="228"/>
                      <a:pt x="56" y="292"/>
                      <a:pt x="128" y="303"/>
                    </a:cubicBezTo>
                    <a:lnTo>
                      <a:pt x="4745" y="1033"/>
                    </a:lnTo>
                    <a:cubicBezTo>
                      <a:pt x="5161" y="1099"/>
                      <a:pt x="5580" y="1133"/>
                      <a:pt x="6001" y="1133"/>
                    </a:cubicBezTo>
                    <a:lnTo>
                      <a:pt x="9476" y="1133"/>
                    </a:lnTo>
                    <a:cubicBezTo>
                      <a:pt x="10789" y="1133"/>
                      <a:pt x="12075" y="766"/>
                      <a:pt x="13190" y="74"/>
                    </a:cubicBezTo>
                    <a:cubicBezTo>
                      <a:pt x="13225" y="53"/>
                      <a:pt x="13209" y="1"/>
                      <a:pt x="1316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Google Shape;1830;p42"/>
              <p:cNvSpPr/>
              <p:nvPr/>
            </p:nvSpPr>
            <p:spPr>
              <a:xfrm>
                <a:off x="6651252" y="775366"/>
                <a:ext cx="74427" cy="81472"/>
              </a:xfrm>
              <a:custGeom>
                <a:avLst/>
                <a:gdLst/>
                <a:ahLst/>
                <a:cxnLst/>
                <a:rect l="l" t="t" r="r" b="b"/>
                <a:pathLst>
                  <a:path w="3181" h="3478" extrusionOk="0">
                    <a:moveTo>
                      <a:pt x="2700" y="1"/>
                    </a:moveTo>
                    <a:cubicBezTo>
                      <a:pt x="2700" y="1"/>
                      <a:pt x="2699" y="1"/>
                      <a:pt x="2699" y="1"/>
                    </a:cubicBezTo>
                    <a:lnTo>
                      <a:pt x="482" y="1"/>
                    </a:lnTo>
                    <a:cubicBezTo>
                      <a:pt x="216" y="1"/>
                      <a:pt x="0" y="216"/>
                      <a:pt x="0" y="483"/>
                    </a:cubicBezTo>
                    <a:lnTo>
                      <a:pt x="0" y="2995"/>
                    </a:lnTo>
                    <a:cubicBezTo>
                      <a:pt x="0" y="3262"/>
                      <a:pt x="216" y="3477"/>
                      <a:pt x="482" y="3477"/>
                    </a:cubicBezTo>
                    <a:lnTo>
                      <a:pt x="2699" y="3477"/>
                    </a:lnTo>
                    <a:cubicBezTo>
                      <a:pt x="2965" y="3477"/>
                      <a:pt x="3181" y="3262"/>
                      <a:pt x="3181" y="2995"/>
                    </a:cubicBezTo>
                    <a:lnTo>
                      <a:pt x="3181" y="483"/>
                    </a:lnTo>
                    <a:cubicBezTo>
                      <a:pt x="3181" y="217"/>
                      <a:pt x="2966" y="1"/>
                      <a:pt x="270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831" name="Google Shape;1831;p42"/>
              <p:cNvGrpSpPr/>
              <p:nvPr/>
            </p:nvGrpSpPr>
            <p:grpSpPr>
              <a:xfrm>
                <a:off x="6642174" y="775366"/>
                <a:ext cx="74427" cy="81472"/>
                <a:chOff x="6642174" y="775366"/>
                <a:chExt cx="74427" cy="81472"/>
              </a:xfrm>
            </p:grpSpPr>
            <p:sp>
              <p:nvSpPr>
                <p:cNvPr id="1832" name="Google Shape;1832;p42"/>
                <p:cNvSpPr/>
                <p:nvPr/>
              </p:nvSpPr>
              <p:spPr>
                <a:xfrm>
                  <a:off x="6642174" y="775366"/>
                  <a:ext cx="74427" cy="814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81" h="3478" extrusionOk="0">
                      <a:moveTo>
                        <a:pt x="2701" y="1"/>
                      </a:moveTo>
                      <a:cubicBezTo>
                        <a:pt x="2700" y="1"/>
                        <a:pt x="2699" y="1"/>
                        <a:pt x="2699" y="1"/>
                      </a:cubicBezTo>
                      <a:lnTo>
                        <a:pt x="483" y="1"/>
                      </a:lnTo>
                      <a:cubicBezTo>
                        <a:pt x="217" y="1"/>
                        <a:pt x="1" y="216"/>
                        <a:pt x="1" y="483"/>
                      </a:cubicBezTo>
                      <a:lnTo>
                        <a:pt x="1" y="2995"/>
                      </a:lnTo>
                      <a:cubicBezTo>
                        <a:pt x="1" y="3262"/>
                        <a:pt x="216" y="3477"/>
                        <a:pt x="483" y="3477"/>
                      </a:cubicBezTo>
                      <a:lnTo>
                        <a:pt x="2699" y="3477"/>
                      </a:lnTo>
                      <a:cubicBezTo>
                        <a:pt x="2965" y="3477"/>
                        <a:pt x="3181" y="3262"/>
                        <a:pt x="3181" y="2995"/>
                      </a:cubicBezTo>
                      <a:lnTo>
                        <a:pt x="3181" y="483"/>
                      </a:lnTo>
                      <a:cubicBezTo>
                        <a:pt x="3181" y="217"/>
                        <a:pt x="2967" y="1"/>
                        <a:pt x="2701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3" name="Google Shape;1833;p42"/>
                <p:cNvSpPr/>
                <p:nvPr/>
              </p:nvSpPr>
              <p:spPr>
                <a:xfrm>
                  <a:off x="6642174" y="775366"/>
                  <a:ext cx="74427" cy="814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81" h="3478" extrusionOk="0">
                      <a:moveTo>
                        <a:pt x="2701" y="1"/>
                      </a:moveTo>
                      <a:cubicBezTo>
                        <a:pt x="2700" y="1"/>
                        <a:pt x="2699" y="1"/>
                        <a:pt x="2699" y="1"/>
                      </a:cubicBezTo>
                      <a:lnTo>
                        <a:pt x="483" y="1"/>
                      </a:lnTo>
                      <a:cubicBezTo>
                        <a:pt x="217" y="1"/>
                        <a:pt x="1" y="216"/>
                        <a:pt x="1" y="483"/>
                      </a:cubicBezTo>
                      <a:lnTo>
                        <a:pt x="1" y="2995"/>
                      </a:lnTo>
                      <a:cubicBezTo>
                        <a:pt x="1" y="3262"/>
                        <a:pt x="216" y="3477"/>
                        <a:pt x="483" y="3477"/>
                      </a:cubicBezTo>
                      <a:lnTo>
                        <a:pt x="2699" y="3477"/>
                      </a:lnTo>
                      <a:cubicBezTo>
                        <a:pt x="2965" y="3477"/>
                        <a:pt x="3181" y="3262"/>
                        <a:pt x="3181" y="2995"/>
                      </a:cubicBezTo>
                      <a:lnTo>
                        <a:pt x="3181" y="483"/>
                      </a:lnTo>
                      <a:cubicBezTo>
                        <a:pt x="3181" y="217"/>
                        <a:pt x="2967" y="1"/>
                        <a:pt x="2701" y="1"/>
                      </a:cubicBezTo>
                      <a:close/>
                    </a:path>
                  </a:pathLst>
                </a:custGeom>
                <a:solidFill>
                  <a:srgbClr val="000000">
                    <a:alpha val="124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834" name="Google Shape;1834;p42"/>
              <p:cNvSpPr/>
              <p:nvPr/>
            </p:nvSpPr>
            <p:spPr>
              <a:xfrm>
                <a:off x="6239807" y="575738"/>
                <a:ext cx="441721" cy="249781"/>
              </a:xfrm>
              <a:custGeom>
                <a:avLst/>
                <a:gdLst/>
                <a:ahLst/>
                <a:cxnLst/>
                <a:rect l="l" t="t" r="r" b="b"/>
                <a:pathLst>
                  <a:path w="18879" h="10663" extrusionOk="0">
                    <a:moveTo>
                      <a:pt x="527" y="1"/>
                    </a:moveTo>
                    <a:cubicBezTo>
                      <a:pt x="250" y="1"/>
                      <a:pt x="0" y="222"/>
                      <a:pt x="0" y="528"/>
                    </a:cubicBezTo>
                    <a:lnTo>
                      <a:pt x="0" y="994"/>
                    </a:lnTo>
                    <a:cubicBezTo>
                      <a:pt x="0" y="1192"/>
                      <a:pt x="112" y="1373"/>
                      <a:pt x="287" y="1464"/>
                    </a:cubicBezTo>
                    <a:lnTo>
                      <a:pt x="614" y="1631"/>
                    </a:lnTo>
                    <a:lnTo>
                      <a:pt x="18109" y="10603"/>
                    </a:lnTo>
                    <a:cubicBezTo>
                      <a:pt x="18188" y="10644"/>
                      <a:pt x="18270" y="10663"/>
                      <a:pt x="18350" y="10663"/>
                    </a:cubicBezTo>
                    <a:cubicBezTo>
                      <a:pt x="18529" y="10663"/>
                      <a:pt x="18695" y="10571"/>
                      <a:pt x="18792" y="10424"/>
                    </a:cubicBezTo>
                    <a:cubicBezTo>
                      <a:pt x="18847" y="10342"/>
                      <a:pt x="18878" y="10243"/>
                      <a:pt x="18878" y="10135"/>
                    </a:cubicBezTo>
                    <a:cubicBezTo>
                      <a:pt x="18878" y="9651"/>
                      <a:pt x="18608" y="9209"/>
                      <a:pt x="18176" y="8988"/>
                    </a:cubicBezTo>
                    <a:lnTo>
                      <a:pt x="1856" y="619"/>
                    </a:lnTo>
                    <a:lnTo>
                      <a:pt x="990" y="173"/>
                    </a:lnTo>
                    <a:lnTo>
                      <a:pt x="768" y="60"/>
                    </a:lnTo>
                    <a:cubicBezTo>
                      <a:pt x="689" y="19"/>
                      <a:pt x="607" y="1"/>
                      <a:pt x="52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Google Shape;1835;p42"/>
              <p:cNvSpPr/>
              <p:nvPr/>
            </p:nvSpPr>
            <p:spPr>
              <a:xfrm>
                <a:off x="6223358" y="560723"/>
                <a:ext cx="54072" cy="73344"/>
              </a:xfrm>
              <a:custGeom>
                <a:avLst/>
                <a:gdLst/>
                <a:ahLst/>
                <a:cxnLst/>
                <a:rect l="l" t="t" r="r" b="b"/>
                <a:pathLst>
                  <a:path w="2311" h="3131" extrusionOk="0">
                    <a:moveTo>
                      <a:pt x="285" y="0"/>
                    </a:moveTo>
                    <a:cubicBezTo>
                      <a:pt x="128" y="0"/>
                      <a:pt x="1" y="127"/>
                      <a:pt x="1" y="284"/>
                    </a:cubicBezTo>
                    <a:lnTo>
                      <a:pt x="1" y="2846"/>
                    </a:lnTo>
                    <a:cubicBezTo>
                      <a:pt x="1" y="3003"/>
                      <a:pt x="128" y="3130"/>
                      <a:pt x="285" y="3130"/>
                    </a:cubicBezTo>
                    <a:lnTo>
                      <a:pt x="2026" y="3130"/>
                    </a:lnTo>
                    <a:cubicBezTo>
                      <a:pt x="2183" y="3130"/>
                      <a:pt x="2310" y="3003"/>
                      <a:pt x="2310" y="2846"/>
                    </a:cubicBezTo>
                    <a:lnTo>
                      <a:pt x="2310" y="284"/>
                    </a:lnTo>
                    <a:cubicBezTo>
                      <a:pt x="2310" y="127"/>
                      <a:pt x="2183" y="0"/>
                      <a:pt x="202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Google Shape;1836;p42"/>
              <p:cNvSpPr/>
              <p:nvPr/>
            </p:nvSpPr>
            <p:spPr>
              <a:xfrm>
                <a:off x="6223358" y="560723"/>
                <a:ext cx="33178" cy="73344"/>
              </a:xfrm>
              <a:custGeom>
                <a:avLst/>
                <a:gdLst/>
                <a:ahLst/>
                <a:cxnLst/>
                <a:rect l="l" t="t" r="r" b="b"/>
                <a:pathLst>
                  <a:path w="1418" h="3131" extrusionOk="0">
                    <a:moveTo>
                      <a:pt x="285" y="0"/>
                    </a:moveTo>
                    <a:cubicBezTo>
                      <a:pt x="128" y="0"/>
                      <a:pt x="1" y="127"/>
                      <a:pt x="1" y="284"/>
                    </a:cubicBezTo>
                    <a:lnTo>
                      <a:pt x="1" y="2846"/>
                    </a:lnTo>
                    <a:cubicBezTo>
                      <a:pt x="1" y="3003"/>
                      <a:pt x="128" y="3130"/>
                      <a:pt x="285" y="3130"/>
                    </a:cubicBezTo>
                    <a:lnTo>
                      <a:pt x="1134" y="3130"/>
                    </a:lnTo>
                    <a:cubicBezTo>
                      <a:pt x="1291" y="3130"/>
                      <a:pt x="1418" y="3003"/>
                      <a:pt x="1418" y="2846"/>
                    </a:cubicBezTo>
                    <a:lnTo>
                      <a:pt x="1418" y="284"/>
                    </a:lnTo>
                    <a:cubicBezTo>
                      <a:pt x="1418" y="127"/>
                      <a:pt x="1291" y="0"/>
                      <a:pt x="1134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Google Shape;1837;p42"/>
              <p:cNvSpPr/>
              <p:nvPr/>
            </p:nvSpPr>
            <p:spPr>
              <a:xfrm>
                <a:off x="6231384" y="550416"/>
                <a:ext cx="38044" cy="10330"/>
              </a:xfrm>
              <a:custGeom>
                <a:avLst/>
                <a:gdLst/>
                <a:ahLst/>
                <a:cxnLst/>
                <a:rect l="l" t="t" r="r" b="b"/>
                <a:pathLst>
                  <a:path w="1626" h="441" extrusionOk="0">
                    <a:moveTo>
                      <a:pt x="0" y="0"/>
                    </a:moveTo>
                    <a:lnTo>
                      <a:pt x="0" y="440"/>
                    </a:lnTo>
                    <a:lnTo>
                      <a:pt x="1626" y="440"/>
                    </a:lnTo>
                    <a:lnTo>
                      <a:pt x="16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Google Shape;1838;p42"/>
              <p:cNvSpPr/>
              <p:nvPr/>
            </p:nvSpPr>
            <p:spPr>
              <a:xfrm>
                <a:off x="6223335" y="535002"/>
                <a:ext cx="54095" cy="15484"/>
              </a:xfrm>
              <a:custGeom>
                <a:avLst/>
                <a:gdLst/>
                <a:ahLst/>
                <a:cxnLst/>
                <a:rect l="l" t="t" r="r" b="b"/>
                <a:pathLst>
                  <a:path w="2312" h="661" extrusionOk="0">
                    <a:moveTo>
                      <a:pt x="99" y="1"/>
                    </a:moveTo>
                    <a:cubicBezTo>
                      <a:pt x="45" y="1"/>
                      <a:pt x="1" y="45"/>
                      <a:pt x="1" y="100"/>
                    </a:cubicBezTo>
                    <a:lnTo>
                      <a:pt x="1" y="562"/>
                    </a:lnTo>
                    <a:cubicBezTo>
                      <a:pt x="1" y="616"/>
                      <a:pt x="45" y="660"/>
                      <a:pt x="99" y="660"/>
                    </a:cubicBezTo>
                    <a:lnTo>
                      <a:pt x="2212" y="660"/>
                    </a:lnTo>
                    <a:cubicBezTo>
                      <a:pt x="2267" y="660"/>
                      <a:pt x="2311" y="615"/>
                      <a:pt x="2311" y="562"/>
                    </a:cubicBezTo>
                    <a:lnTo>
                      <a:pt x="2311" y="100"/>
                    </a:lnTo>
                    <a:cubicBezTo>
                      <a:pt x="2311" y="45"/>
                      <a:pt x="2267" y="1"/>
                      <a:pt x="221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Google Shape;1839;p42"/>
              <p:cNvSpPr/>
              <p:nvPr/>
            </p:nvSpPr>
            <p:spPr>
              <a:xfrm>
                <a:off x="6223335" y="535002"/>
                <a:ext cx="39846" cy="15484"/>
              </a:xfrm>
              <a:custGeom>
                <a:avLst/>
                <a:gdLst/>
                <a:ahLst/>
                <a:cxnLst/>
                <a:rect l="l" t="t" r="r" b="b"/>
                <a:pathLst>
                  <a:path w="1703" h="661" extrusionOk="0">
                    <a:moveTo>
                      <a:pt x="99" y="1"/>
                    </a:moveTo>
                    <a:cubicBezTo>
                      <a:pt x="45" y="1"/>
                      <a:pt x="1" y="45"/>
                      <a:pt x="1" y="100"/>
                    </a:cubicBezTo>
                    <a:lnTo>
                      <a:pt x="1" y="562"/>
                    </a:lnTo>
                    <a:cubicBezTo>
                      <a:pt x="1" y="616"/>
                      <a:pt x="45" y="660"/>
                      <a:pt x="99" y="660"/>
                    </a:cubicBezTo>
                    <a:lnTo>
                      <a:pt x="1604" y="660"/>
                    </a:lnTo>
                    <a:cubicBezTo>
                      <a:pt x="1660" y="660"/>
                      <a:pt x="1703" y="615"/>
                      <a:pt x="1703" y="562"/>
                    </a:cubicBezTo>
                    <a:lnTo>
                      <a:pt x="1703" y="100"/>
                    </a:lnTo>
                    <a:cubicBezTo>
                      <a:pt x="1703" y="45"/>
                      <a:pt x="1660" y="1"/>
                      <a:pt x="1604" y="1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Google Shape;1840;p42"/>
              <p:cNvSpPr/>
              <p:nvPr/>
            </p:nvSpPr>
            <p:spPr>
              <a:xfrm>
                <a:off x="5929275" y="551658"/>
                <a:ext cx="309385" cy="26541"/>
              </a:xfrm>
              <a:custGeom>
                <a:avLst/>
                <a:gdLst/>
                <a:ahLst/>
                <a:cxnLst/>
                <a:rect l="l" t="t" r="r" b="b"/>
                <a:pathLst>
                  <a:path w="13223" h="1133" extrusionOk="0">
                    <a:moveTo>
                      <a:pt x="56" y="1"/>
                    </a:moveTo>
                    <a:cubicBezTo>
                      <a:pt x="16" y="1"/>
                      <a:pt x="0" y="53"/>
                      <a:pt x="35" y="74"/>
                    </a:cubicBezTo>
                    <a:cubicBezTo>
                      <a:pt x="1150" y="766"/>
                      <a:pt x="2436" y="1133"/>
                      <a:pt x="3749" y="1133"/>
                    </a:cubicBezTo>
                    <a:lnTo>
                      <a:pt x="7224" y="1133"/>
                    </a:lnTo>
                    <a:cubicBezTo>
                      <a:pt x="7645" y="1133"/>
                      <a:pt x="8064" y="1099"/>
                      <a:pt x="8479" y="1033"/>
                    </a:cubicBezTo>
                    <a:lnTo>
                      <a:pt x="13097" y="303"/>
                    </a:lnTo>
                    <a:cubicBezTo>
                      <a:pt x="13169" y="292"/>
                      <a:pt x="13222" y="228"/>
                      <a:pt x="13223" y="154"/>
                    </a:cubicBezTo>
                    <a:cubicBezTo>
                      <a:pt x="13223" y="69"/>
                      <a:pt x="13153" y="1"/>
                      <a:pt x="1306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Google Shape;1841;p42"/>
              <p:cNvSpPr/>
              <p:nvPr/>
            </p:nvSpPr>
            <p:spPr>
              <a:xfrm>
                <a:off x="6277360" y="587146"/>
                <a:ext cx="402156" cy="238373"/>
              </a:xfrm>
              <a:custGeom>
                <a:avLst/>
                <a:gdLst/>
                <a:ahLst/>
                <a:cxnLst/>
                <a:rect l="l" t="t" r="r" b="b"/>
                <a:pathLst>
                  <a:path w="17188" h="10176" extrusionOk="0">
                    <a:moveTo>
                      <a:pt x="0" y="0"/>
                    </a:moveTo>
                    <a:lnTo>
                      <a:pt x="0" y="1651"/>
                    </a:lnTo>
                    <a:lnTo>
                      <a:pt x="16504" y="10116"/>
                    </a:lnTo>
                    <a:cubicBezTo>
                      <a:pt x="16583" y="10157"/>
                      <a:pt x="16665" y="10176"/>
                      <a:pt x="16745" y="10176"/>
                    </a:cubicBezTo>
                    <a:cubicBezTo>
                      <a:pt x="16924" y="10176"/>
                      <a:pt x="17090" y="10084"/>
                      <a:pt x="17187" y="9937"/>
                    </a:cubicBezTo>
                    <a:lnTo>
                      <a:pt x="1378" y="1962"/>
                    </a:lnTo>
                    <a:cubicBezTo>
                      <a:pt x="687" y="1614"/>
                      <a:pt x="251" y="905"/>
                      <a:pt x="251" y="13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Google Shape;1842;p42"/>
              <p:cNvSpPr/>
              <p:nvPr/>
            </p:nvSpPr>
            <p:spPr>
              <a:xfrm>
                <a:off x="7425756" y="551658"/>
                <a:ext cx="309432" cy="26541"/>
              </a:xfrm>
              <a:custGeom>
                <a:avLst/>
                <a:gdLst/>
                <a:ahLst/>
                <a:cxnLst/>
                <a:rect l="l" t="t" r="r" b="b"/>
                <a:pathLst>
                  <a:path w="13225" h="1133" extrusionOk="0">
                    <a:moveTo>
                      <a:pt x="56" y="1"/>
                    </a:moveTo>
                    <a:cubicBezTo>
                      <a:pt x="16" y="1"/>
                      <a:pt x="0" y="53"/>
                      <a:pt x="35" y="74"/>
                    </a:cubicBezTo>
                    <a:cubicBezTo>
                      <a:pt x="1150" y="766"/>
                      <a:pt x="2436" y="1133"/>
                      <a:pt x="3749" y="1133"/>
                    </a:cubicBezTo>
                    <a:lnTo>
                      <a:pt x="7224" y="1133"/>
                    </a:lnTo>
                    <a:cubicBezTo>
                      <a:pt x="7645" y="1133"/>
                      <a:pt x="8064" y="1099"/>
                      <a:pt x="8479" y="1033"/>
                    </a:cubicBezTo>
                    <a:lnTo>
                      <a:pt x="13096" y="303"/>
                    </a:lnTo>
                    <a:cubicBezTo>
                      <a:pt x="13169" y="292"/>
                      <a:pt x="13224" y="228"/>
                      <a:pt x="13225" y="154"/>
                    </a:cubicBezTo>
                    <a:cubicBezTo>
                      <a:pt x="13225" y="69"/>
                      <a:pt x="13156" y="1"/>
                      <a:pt x="1307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Google Shape;1843;p42"/>
              <p:cNvSpPr/>
              <p:nvPr/>
            </p:nvSpPr>
            <p:spPr>
              <a:xfrm>
                <a:off x="7286003" y="775366"/>
                <a:ext cx="74451" cy="81472"/>
              </a:xfrm>
              <a:custGeom>
                <a:avLst/>
                <a:gdLst/>
                <a:ahLst/>
                <a:cxnLst/>
                <a:rect l="l" t="t" r="r" b="b"/>
                <a:pathLst>
                  <a:path w="3182" h="3478" extrusionOk="0">
                    <a:moveTo>
                      <a:pt x="480" y="1"/>
                    </a:moveTo>
                    <a:cubicBezTo>
                      <a:pt x="215" y="1"/>
                      <a:pt x="0" y="217"/>
                      <a:pt x="0" y="483"/>
                    </a:cubicBezTo>
                    <a:lnTo>
                      <a:pt x="0" y="2995"/>
                    </a:lnTo>
                    <a:cubicBezTo>
                      <a:pt x="0" y="3262"/>
                      <a:pt x="216" y="3477"/>
                      <a:pt x="482" y="3477"/>
                    </a:cubicBezTo>
                    <a:lnTo>
                      <a:pt x="2700" y="3477"/>
                    </a:lnTo>
                    <a:cubicBezTo>
                      <a:pt x="2966" y="3477"/>
                      <a:pt x="3182" y="3262"/>
                      <a:pt x="3182" y="2995"/>
                    </a:cubicBezTo>
                    <a:lnTo>
                      <a:pt x="3182" y="483"/>
                    </a:lnTo>
                    <a:cubicBezTo>
                      <a:pt x="3182" y="216"/>
                      <a:pt x="2966" y="1"/>
                      <a:pt x="2700" y="1"/>
                    </a:cubicBezTo>
                    <a:lnTo>
                      <a:pt x="482" y="1"/>
                    </a:lnTo>
                    <a:cubicBezTo>
                      <a:pt x="482" y="1"/>
                      <a:pt x="481" y="1"/>
                      <a:pt x="48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844" name="Google Shape;1844;p42"/>
              <p:cNvGrpSpPr/>
              <p:nvPr/>
            </p:nvGrpSpPr>
            <p:grpSpPr>
              <a:xfrm>
                <a:off x="7278258" y="775366"/>
                <a:ext cx="74427" cy="81472"/>
                <a:chOff x="7278258" y="775366"/>
                <a:chExt cx="74427" cy="81472"/>
              </a:xfrm>
            </p:grpSpPr>
            <p:sp>
              <p:nvSpPr>
                <p:cNvPr id="1845" name="Google Shape;1845;p42"/>
                <p:cNvSpPr/>
                <p:nvPr/>
              </p:nvSpPr>
              <p:spPr>
                <a:xfrm>
                  <a:off x="7278258" y="775366"/>
                  <a:ext cx="74427" cy="814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81" h="3478" extrusionOk="0">
                      <a:moveTo>
                        <a:pt x="480" y="1"/>
                      </a:moveTo>
                      <a:cubicBezTo>
                        <a:pt x="213" y="1"/>
                        <a:pt x="0" y="217"/>
                        <a:pt x="0" y="483"/>
                      </a:cubicBezTo>
                      <a:lnTo>
                        <a:pt x="0" y="2995"/>
                      </a:lnTo>
                      <a:cubicBezTo>
                        <a:pt x="0" y="3262"/>
                        <a:pt x="216" y="3477"/>
                        <a:pt x="482" y="3477"/>
                      </a:cubicBezTo>
                      <a:lnTo>
                        <a:pt x="2698" y="3477"/>
                      </a:lnTo>
                      <a:cubicBezTo>
                        <a:pt x="2965" y="3477"/>
                        <a:pt x="3180" y="3262"/>
                        <a:pt x="3180" y="2995"/>
                      </a:cubicBezTo>
                      <a:lnTo>
                        <a:pt x="3180" y="483"/>
                      </a:lnTo>
                      <a:cubicBezTo>
                        <a:pt x="3180" y="216"/>
                        <a:pt x="2965" y="1"/>
                        <a:pt x="2698" y="1"/>
                      </a:cubicBezTo>
                      <a:lnTo>
                        <a:pt x="482" y="1"/>
                      </a:lnTo>
                      <a:cubicBezTo>
                        <a:pt x="481" y="1"/>
                        <a:pt x="481" y="1"/>
                        <a:pt x="480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46" name="Google Shape;1846;p42"/>
                <p:cNvSpPr/>
                <p:nvPr/>
              </p:nvSpPr>
              <p:spPr>
                <a:xfrm>
                  <a:off x="7278258" y="775366"/>
                  <a:ext cx="74427" cy="814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81" h="3478" extrusionOk="0">
                      <a:moveTo>
                        <a:pt x="480" y="1"/>
                      </a:moveTo>
                      <a:cubicBezTo>
                        <a:pt x="213" y="1"/>
                        <a:pt x="0" y="217"/>
                        <a:pt x="0" y="483"/>
                      </a:cubicBezTo>
                      <a:lnTo>
                        <a:pt x="0" y="2995"/>
                      </a:lnTo>
                      <a:cubicBezTo>
                        <a:pt x="0" y="3262"/>
                        <a:pt x="216" y="3477"/>
                        <a:pt x="482" y="3477"/>
                      </a:cubicBezTo>
                      <a:lnTo>
                        <a:pt x="2698" y="3477"/>
                      </a:lnTo>
                      <a:cubicBezTo>
                        <a:pt x="2965" y="3477"/>
                        <a:pt x="3180" y="3262"/>
                        <a:pt x="3180" y="2995"/>
                      </a:cubicBezTo>
                      <a:lnTo>
                        <a:pt x="3180" y="483"/>
                      </a:lnTo>
                      <a:cubicBezTo>
                        <a:pt x="3180" y="216"/>
                        <a:pt x="2965" y="1"/>
                        <a:pt x="2698" y="1"/>
                      </a:cubicBezTo>
                      <a:lnTo>
                        <a:pt x="482" y="1"/>
                      </a:lnTo>
                      <a:cubicBezTo>
                        <a:pt x="481" y="1"/>
                        <a:pt x="481" y="1"/>
                        <a:pt x="480" y="1"/>
                      </a:cubicBezTo>
                      <a:close/>
                    </a:path>
                  </a:pathLst>
                </a:custGeom>
                <a:solidFill>
                  <a:srgbClr val="000000">
                    <a:alpha val="124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847" name="Google Shape;1847;p42"/>
              <p:cNvSpPr/>
              <p:nvPr/>
            </p:nvSpPr>
            <p:spPr>
              <a:xfrm>
                <a:off x="7313331" y="575738"/>
                <a:ext cx="441721" cy="249781"/>
              </a:xfrm>
              <a:custGeom>
                <a:avLst/>
                <a:gdLst/>
                <a:ahLst/>
                <a:cxnLst/>
                <a:rect l="l" t="t" r="r" b="b"/>
                <a:pathLst>
                  <a:path w="18879" h="10663" extrusionOk="0">
                    <a:moveTo>
                      <a:pt x="18352" y="1"/>
                    </a:moveTo>
                    <a:cubicBezTo>
                      <a:pt x="18272" y="1"/>
                      <a:pt x="18189" y="19"/>
                      <a:pt x="18111" y="60"/>
                    </a:cubicBezTo>
                    <a:lnTo>
                      <a:pt x="17889" y="173"/>
                    </a:lnTo>
                    <a:lnTo>
                      <a:pt x="17023" y="619"/>
                    </a:lnTo>
                    <a:lnTo>
                      <a:pt x="703" y="8988"/>
                    </a:lnTo>
                    <a:cubicBezTo>
                      <a:pt x="272" y="9209"/>
                      <a:pt x="0" y="9651"/>
                      <a:pt x="0" y="10135"/>
                    </a:cubicBezTo>
                    <a:cubicBezTo>
                      <a:pt x="0" y="10243"/>
                      <a:pt x="32" y="10342"/>
                      <a:pt x="87" y="10424"/>
                    </a:cubicBezTo>
                    <a:cubicBezTo>
                      <a:pt x="184" y="10571"/>
                      <a:pt x="350" y="10663"/>
                      <a:pt x="529" y="10663"/>
                    </a:cubicBezTo>
                    <a:cubicBezTo>
                      <a:pt x="609" y="10663"/>
                      <a:pt x="691" y="10644"/>
                      <a:pt x="770" y="10603"/>
                    </a:cubicBezTo>
                    <a:lnTo>
                      <a:pt x="18265" y="1631"/>
                    </a:lnTo>
                    <a:lnTo>
                      <a:pt x="18592" y="1464"/>
                    </a:lnTo>
                    <a:cubicBezTo>
                      <a:pt x="18767" y="1373"/>
                      <a:pt x="18879" y="1192"/>
                      <a:pt x="18879" y="994"/>
                    </a:cubicBezTo>
                    <a:lnTo>
                      <a:pt x="18879" y="528"/>
                    </a:lnTo>
                    <a:cubicBezTo>
                      <a:pt x="18879" y="222"/>
                      <a:pt x="18628" y="1"/>
                      <a:pt x="1835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Google Shape;1848;p42"/>
              <p:cNvSpPr/>
              <p:nvPr/>
            </p:nvSpPr>
            <p:spPr>
              <a:xfrm>
                <a:off x="7717429" y="560723"/>
                <a:ext cx="54072" cy="73344"/>
              </a:xfrm>
              <a:custGeom>
                <a:avLst/>
                <a:gdLst/>
                <a:ahLst/>
                <a:cxnLst/>
                <a:rect l="l" t="t" r="r" b="b"/>
                <a:pathLst>
                  <a:path w="2311" h="3131" extrusionOk="0">
                    <a:moveTo>
                      <a:pt x="285" y="0"/>
                    </a:moveTo>
                    <a:cubicBezTo>
                      <a:pt x="128" y="0"/>
                      <a:pt x="1" y="127"/>
                      <a:pt x="1" y="284"/>
                    </a:cubicBezTo>
                    <a:lnTo>
                      <a:pt x="1" y="2846"/>
                    </a:lnTo>
                    <a:cubicBezTo>
                      <a:pt x="1" y="3003"/>
                      <a:pt x="128" y="3130"/>
                      <a:pt x="285" y="3130"/>
                    </a:cubicBezTo>
                    <a:lnTo>
                      <a:pt x="2026" y="3130"/>
                    </a:lnTo>
                    <a:cubicBezTo>
                      <a:pt x="2183" y="3130"/>
                      <a:pt x="2310" y="3003"/>
                      <a:pt x="2310" y="2846"/>
                    </a:cubicBezTo>
                    <a:lnTo>
                      <a:pt x="2310" y="284"/>
                    </a:lnTo>
                    <a:cubicBezTo>
                      <a:pt x="2310" y="127"/>
                      <a:pt x="2183" y="0"/>
                      <a:pt x="202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Google Shape;1849;p42"/>
              <p:cNvSpPr/>
              <p:nvPr/>
            </p:nvSpPr>
            <p:spPr>
              <a:xfrm>
                <a:off x="7738323" y="560723"/>
                <a:ext cx="33178" cy="73344"/>
              </a:xfrm>
              <a:custGeom>
                <a:avLst/>
                <a:gdLst/>
                <a:ahLst/>
                <a:cxnLst/>
                <a:rect l="l" t="t" r="r" b="b"/>
                <a:pathLst>
                  <a:path w="1418" h="3131" extrusionOk="0">
                    <a:moveTo>
                      <a:pt x="284" y="0"/>
                    </a:moveTo>
                    <a:cubicBezTo>
                      <a:pt x="127" y="0"/>
                      <a:pt x="0" y="127"/>
                      <a:pt x="0" y="284"/>
                    </a:cubicBezTo>
                    <a:lnTo>
                      <a:pt x="0" y="2846"/>
                    </a:lnTo>
                    <a:cubicBezTo>
                      <a:pt x="0" y="3003"/>
                      <a:pt x="127" y="3130"/>
                      <a:pt x="284" y="3130"/>
                    </a:cubicBezTo>
                    <a:lnTo>
                      <a:pt x="1133" y="3130"/>
                    </a:lnTo>
                    <a:cubicBezTo>
                      <a:pt x="1290" y="3130"/>
                      <a:pt x="1417" y="3003"/>
                      <a:pt x="1417" y="2846"/>
                    </a:cubicBezTo>
                    <a:lnTo>
                      <a:pt x="1417" y="284"/>
                    </a:lnTo>
                    <a:cubicBezTo>
                      <a:pt x="1417" y="127"/>
                      <a:pt x="1290" y="0"/>
                      <a:pt x="1133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Google Shape;1850;p42"/>
              <p:cNvSpPr/>
              <p:nvPr/>
            </p:nvSpPr>
            <p:spPr>
              <a:xfrm>
                <a:off x="7725455" y="550439"/>
                <a:ext cx="38044" cy="10330"/>
              </a:xfrm>
              <a:custGeom>
                <a:avLst/>
                <a:gdLst/>
                <a:ahLst/>
                <a:cxnLst/>
                <a:rect l="l" t="t" r="r" b="b"/>
                <a:pathLst>
                  <a:path w="1626" h="441" extrusionOk="0">
                    <a:moveTo>
                      <a:pt x="0" y="0"/>
                    </a:moveTo>
                    <a:lnTo>
                      <a:pt x="0" y="440"/>
                    </a:lnTo>
                    <a:lnTo>
                      <a:pt x="1626" y="440"/>
                    </a:lnTo>
                    <a:lnTo>
                      <a:pt x="16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Google Shape;1851;p42"/>
              <p:cNvSpPr/>
              <p:nvPr/>
            </p:nvSpPr>
            <p:spPr>
              <a:xfrm>
                <a:off x="7717429" y="535002"/>
                <a:ext cx="54095" cy="15484"/>
              </a:xfrm>
              <a:custGeom>
                <a:avLst/>
                <a:gdLst/>
                <a:ahLst/>
                <a:cxnLst/>
                <a:rect l="l" t="t" r="r" b="b"/>
                <a:pathLst>
                  <a:path w="2312" h="661" extrusionOk="0">
                    <a:moveTo>
                      <a:pt x="100" y="1"/>
                    </a:moveTo>
                    <a:cubicBezTo>
                      <a:pt x="46" y="1"/>
                      <a:pt x="1" y="45"/>
                      <a:pt x="1" y="100"/>
                    </a:cubicBezTo>
                    <a:lnTo>
                      <a:pt x="1" y="562"/>
                    </a:lnTo>
                    <a:cubicBezTo>
                      <a:pt x="1" y="615"/>
                      <a:pt x="45" y="660"/>
                      <a:pt x="100" y="660"/>
                    </a:cubicBezTo>
                    <a:lnTo>
                      <a:pt x="2213" y="660"/>
                    </a:lnTo>
                    <a:cubicBezTo>
                      <a:pt x="2267" y="660"/>
                      <a:pt x="2311" y="616"/>
                      <a:pt x="2311" y="562"/>
                    </a:cubicBezTo>
                    <a:lnTo>
                      <a:pt x="2311" y="100"/>
                    </a:lnTo>
                    <a:cubicBezTo>
                      <a:pt x="2311" y="45"/>
                      <a:pt x="2267" y="1"/>
                      <a:pt x="221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Google Shape;1852;p42"/>
              <p:cNvSpPr/>
              <p:nvPr/>
            </p:nvSpPr>
            <p:spPr>
              <a:xfrm>
                <a:off x="7731655" y="535002"/>
                <a:ext cx="39869" cy="15484"/>
              </a:xfrm>
              <a:custGeom>
                <a:avLst/>
                <a:gdLst/>
                <a:ahLst/>
                <a:cxnLst/>
                <a:rect l="l" t="t" r="r" b="b"/>
                <a:pathLst>
                  <a:path w="1704" h="661" extrusionOk="0">
                    <a:moveTo>
                      <a:pt x="99" y="1"/>
                    </a:moveTo>
                    <a:cubicBezTo>
                      <a:pt x="44" y="1"/>
                      <a:pt x="1" y="45"/>
                      <a:pt x="1" y="100"/>
                    </a:cubicBezTo>
                    <a:lnTo>
                      <a:pt x="1" y="562"/>
                    </a:lnTo>
                    <a:cubicBezTo>
                      <a:pt x="1" y="615"/>
                      <a:pt x="44" y="660"/>
                      <a:pt x="99" y="660"/>
                    </a:cubicBezTo>
                    <a:lnTo>
                      <a:pt x="1605" y="660"/>
                    </a:lnTo>
                    <a:cubicBezTo>
                      <a:pt x="1659" y="660"/>
                      <a:pt x="1703" y="616"/>
                      <a:pt x="1703" y="562"/>
                    </a:cubicBezTo>
                    <a:lnTo>
                      <a:pt x="1703" y="100"/>
                    </a:lnTo>
                    <a:cubicBezTo>
                      <a:pt x="1703" y="45"/>
                      <a:pt x="1659" y="1"/>
                      <a:pt x="1605" y="1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Google Shape;1853;p42"/>
              <p:cNvSpPr/>
              <p:nvPr/>
            </p:nvSpPr>
            <p:spPr>
              <a:xfrm>
                <a:off x="7756176" y="551658"/>
                <a:ext cx="309432" cy="26541"/>
              </a:xfrm>
              <a:custGeom>
                <a:avLst/>
                <a:gdLst/>
                <a:ahLst/>
                <a:cxnLst/>
                <a:rect l="l" t="t" r="r" b="b"/>
                <a:pathLst>
                  <a:path w="13225" h="1133" extrusionOk="0">
                    <a:moveTo>
                      <a:pt x="154" y="1"/>
                    </a:moveTo>
                    <a:cubicBezTo>
                      <a:pt x="70" y="1"/>
                      <a:pt x="0" y="69"/>
                      <a:pt x="0" y="154"/>
                    </a:cubicBezTo>
                    <a:cubicBezTo>
                      <a:pt x="1" y="228"/>
                      <a:pt x="55" y="292"/>
                      <a:pt x="128" y="303"/>
                    </a:cubicBezTo>
                    <a:lnTo>
                      <a:pt x="4746" y="1033"/>
                    </a:lnTo>
                    <a:cubicBezTo>
                      <a:pt x="5162" y="1099"/>
                      <a:pt x="5580" y="1133"/>
                      <a:pt x="6001" y="1133"/>
                    </a:cubicBezTo>
                    <a:lnTo>
                      <a:pt x="9476" y="1133"/>
                    </a:lnTo>
                    <a:cubicBezTo>
                      <a:pt x="10789" y="1133"/>
                      <a:pt x="12075" y="766"/>
                      <a:pt x="13190" y="74"/>
                    </a:cubicBezTo>
                    <a:cubicBezTo>
                      <a:pt x="13225" y="53"/>
                      <a:pt x="13209" y="1"/>
                      <a:pt x="1316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Google Shape;1854;p42"/>
              <p:cNvSpPr/>
              <p:nvPr/>
            </p:nvSpPr>
            <p:spPr>
              <a:xfrm>
                <a:off x="7315343" y="587146"/>
                <a:ext cx="402156" cy="238373"/>
              </a:xfrm>
              <a:custGeom>
                <a:avLst/>
                <a:gdLst/>
                <a:ahLst/>
                <a:cxnLst/>
                <a:rect l="l" t="t" r="r" b="b"/>
                <a:pathLst>
                  <a:path w="17188" h="10176" extrusionOk="0">
                    <a:moveTo>
                      <a:pt x="17188" y="0"/>
                    </a:moveTo>
                    <a:lnTo>
                      <a:pt x="16937" y="131"/>
                    </a:lnTo>
                    <a:cubicBezTo>
                      <a:pt x="16937" y="905"/>
                      <a:pt x="16501" y="1614"/>
                      <a:pt x="15810" y="1962"/>
                    </a:cubicBezTo>
                    <a:lnTo>
                      <a:pt x="1" y="9937"/>
                    </a:lnTo>
                    <a:cubicBezTo>
                      <a:pt x="98" y="10084"/>
                      <a:pt x="264" y="10176"/>
                      <a:pt x="443" y="10176"/>
                    </a:cubicBezTo>
                    <a:cubicBezTo>
                      <a:pt x="523" y="10176"/>
                      <a:pt x="605" y="10157"/>
                      <a:pt x="684" y="10116"/>
                    </a:cubicBezTo>
                    <a:lnTo>
                      <a:pt x="17188" y="1651"/>
                    </a:lnTo>
                    <a:lnTo>
                      <a:pt x="17188" y="0"/>
                    </a:ln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Google Shape;1855;p42"/>
              <p:cNvSpPr/>
              <p:nvPr/>
            </p:nvSpPr>
            <p:spPr>
              <a:xfrm>
                <a:off x="6895943" y="846695"/>
                <a:ext cx="38816" cy="60530"/>
              </a:xfrm>
              <a:custGeom>
                <a:avLst/>
                <a:gdLst/>
                <a:ahLst/>
                <a:cxnLst/>
                <a:rect l="l" t="t" r="r" b="b"/>
                <a:pathLst>
                  <a:path w="1659" h="2584" extrusionOk="0">
                    <a:moveTo>
                      <a:pt x="252" y="0"/>
                    </a:moveTo>
                    <a:cubicBezTo>
                      <a:pt x="174" y="0"/>
                      <a:pt x="101" y="38"/>
                      <a:pt x="56" y="103"/>
                    </a:cubicBezTo>
                    <a:cubicBezTo>
                      <a:pt x="11" y="169"/>
                      <a:pt x="1" y="251"/>
                      <a:pt x="30" y="323"/>
                    </a:cubicBezTo>
                    <a:lnTo>
                      <a:pt x="821" y="2428"/>
                    </a:lnTo>
                    <a:cubicBezTo>
                      <a:pt x="857" y="2522"/>
                      <a:pt x="947" y="2584"/>
                      <a:pt x="1046" y="2584"/>
                    </a:cubicBezTo>
                    <a:lnTo>
                      <a:pt x="1408" y="2584"/>
                    </a:lnTo>
                    <a:cubicBezTo>
                      <a:pt x="1486" y="2584"/>
                      <a:pt x="1559" y="2545"/>
                      <a:pt x="1604" y="2481"/>
                    </a:cubicBezTo>
                    <a:cubicBezTo>
                      <a:pt x="1649" y="2417"/>
                      <a:pt x="1658" y="2334"/>
                      <a:pt x="1630" y="2261"/>
                    </a:cubicBezTo>
                    <a:lnTo>
                      <a:pt x="840" y="155"/>
                    </a:lnTo>
                    <a:cubicBezTo>
                      <a:pt x="804" y="63"/>
                      <a:pt x="714" y="0"/>
                      <a:pt x="61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Google Shape;1856;p42"/>
              <p:cNvSpPr/>
              <p:nvPr/>
            </p:nvSpPr>
            <p:spPr>
              <a:xfrm>
                <a:off x="6898540" y="849460"/>
                <a:ext cx="33716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441" h="2348" extrusionOk="0">
                    <a:moveTo>
                      <a:pt x="144" y="0"/>
                    </a:moveTo>
                    <a:cubicBezTo>
                      <a:pt x="58" y="0"/>
                      <a:pt x="1" y="84"/>
                      <a:pt x="30" y="164"/>
                    </a:cubicBezTo>
                    <a:lnTo>
                      <a:pt x="821" y="2270"/>
                    </a:lnTo>
                    <a:cubicBezTo>
                      <a:pt x="839" y="2317"/>
                      <a:pt x="885" y="2348"/>
                      <a:pt x="935" y="2348"/>
                    </a:cubicBezTo>
                    <a:lnTo>
                      <a:pt x="1298" y="2348"/>
                    </a:lnTo>
                    <a:cubicBezTo>
                      <a:pt x="1382" y="2348"/>
                      <a:pt x="1441" y="2263"/>
                      <a:pt x="1412" y="2184"/>
                    </a:cubicBezTo>
                    <a:lnTo>
                      <a:pt x="621" y="78"/>
                    </a:lnTo>
                    <a:cubicBezTo>
                      <a:pt x="603" y="31"/>
                      <a:pt x="556" y="0"/>
                      <a:pt x="50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Google Shape;1857;p42"/>
              <p:cNvSpPr/>
              <p:nvPr/>
            </p:nvSpPr>
            <p:spPr>
              <a:xfrm>
                <a:off x="6898540" y="849460"/>
                <a:ext cx="26088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115" h="2348" extrusionOk="0">
                    <a:moveTo>
                      <a:pt x="144" y="0"/>
                    </a:moveTo>
                    <a:cubicBezTo>
                      <a:pt x="58" y="0"/>
                      <a:pt x="1" y="84"/>
                      <a:pt x="30" y="164"/>
                    </a:cubicBezTo>
                    <a:lnTo>
                      <a:pt x="821" y="2270"/>
                    </a:lnTo>
                    <a:cubicBezTo>
                      <a:pt x="839" y="2317"/>
                      <a:pt x="885" y="2348"/>
                      <a:pt x="935" y="2348"/>
                    </a:cubicBezTo>
                    <a:lnTo>
                      <a:pt x="971" y="2348"/>
                    </a:lnTo>
                    <a:cubicBezTo>
                      <a:pt x="1056" y="2348"/>
                      <a:pt x="1114" y="2263"/>
                      <a:pt x="1088" y="2184"/>
                    </a:cubicBezTo>
                    <a:lnTo>
                      <a:pt x="295" y="78"/>
                    </a:lnTo>
                    <a:cubicBezTo>
                      <a:pt x="278" y="31"/>
                      <a:pt x="231" y="0"/>
                      <a:pt x="181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Google Shape;1858;p42"/>
              <p:cNvSpPr/>
              <p:nvPr/>
            </p:nvSpPr>
            <p:spPr>
              <a:xfrm>
                <a:off x="6934175" y="846695"/>
                <a:ext cx="38793" cy="60530"/>
              </a:xfrm>
              <a:custGeom>
                <a:avLst/>
                <a:gdLst/>
                <a:ahLst/>
                <a:cxnLst/>
                <a:rect l="l" t="t" r="r" b="b"/>
                <a:pathLst>
                  <a:path w="1658" h="2584" extrusionOk="0">
                    <a:moveTo>
                      <a:pt x="252" y="0"/>
                    </a:moveTo>
                    <a:cubicBezTo>
                      <a:pt x="174" y="0"/>
                      <a:pt x="100" y="38"/>
                      <a:pt x="56" y="103"/>
                    </a:cubicBezTo>
                    <a:cubicBezTo>
                      <a:pt x="11" y="169"/>
                      <a:pt x="1" y="251"/>
                      <a:pt x="28" y="323"/>
                    </a:cubicBezTo>
                    <a:lnTo>
                      <a:pt x="820" y="2428"/>
                    </a:lnTo>
                    <a:cubicBezTo>
                      <a:pt x="856" y="2522"/>
                      <a:pt x="945" y="2584"/>
                      <a:pt x="1044" y="2584"/>
                    </a:cubicBezTo>
                    <a:lnTo>
                      <a:pt x="1407" y="2584"/>
                    </a:lnTo>
                    <a:cubicBezTo>
                      <a:pt x="1485" y="2584"/>
                      <a:pt x="1558" y="2545"/>
                      <a:pt x="1603" y="2481"/>
                    </a:cubicBezTo>
                    <a:cubicBezTo>
                      <a:pt x="1648" y="2417"/>
                      <a:pt x="1658" y="2334"/>
                      <a:pt x="1630" y="2261"/>
                    </a:cubicBezTo>
                    <a:lnTo>
                      <a:pt x="838" y="155"/>
                    </a:lnTo>
                    <a:cubicBezTo>
                      <a:pt x="803" y="63"/>
                      <a:pt x="713" y="0"/>
                      <a:pt x="61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Google Shape;1859;p42"/>
              <p:cNvSpPr/>
              <p:nvPr/>
            </p:nvSpPr>
            <p:spPr>
              <a:xfrm>
                <a:off x="6936725" y="849460"/>
                <a:ext cx="33739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442" h="2348" extrusionOk="0">
                    <a:moveTo>
                      <a:pt x="144" y="0"/>
                    </a:moveTo>
                    <a:cubicBezTo>
                      <a:pt x="58" y="0"/>
                      <a:pt x="0" y="84"/>
                      <a:pt x="30" y="164"/>
                    </a:cubicBezTo>
                    <a:lnTo>
                      <a:pt x="821" y="2270"/>
                    </a:lnTo>
                    <a:cubicBezTo>
                      <a:pt x="838" y="2317"/>
                      <a:pt x="884" y="2348"/>
                      <a:pt x="935" y="2348"/>
                    </a:cubicBezTo>
                    <a:lnTo>
                      <a:pt x="1298" y="2348"/>
                    </a:lnTo>
                    <a:cubicBezTo>
                      <a:pt x="1383" y="2348"/>
                      <a:pt x="1441" y="2263"/>
                      <a:pt x="1411" y="2184"/>
                    </a:cubicBezTo>
                    <a:lnTo>
                      <a:pt x="621" y="78"/>
                    </a:lnTo>
                    <a:cubicBezTo>
                      <a:pt x="603" y="31"/>
                      <a:pt x="557" y="0"/>
                      <a:pt x="50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Google Shape;1860;p42"/>
              <p:cNvSpPr/>
              <p:nvPr/>
            </p:nvSpPr>
            <p:spPr>
              <a:xfrm>
                <a:off x="6936725" y="849460"/>
                <a:ext cx="26088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115" h="2348" extrusionOk="0">
                    <a:moveTo>
                      <a:pt x="144" y="0"/>
                    </a:moveTo>
                    <a:cubicBezTo>
                      <a:pt x="58" y="0"/>
                      <a:pt x="0" y="84"/>
                      <a:pt x="30" y="164"/>
                    </a:cubicBezTo>
                    <a:lnTo>
                      <a:pt x="821" y="2270"/>
                    </a:lnTo>
                    <a:cubicBezTo>
                      <a:pt x="839" y="2317"/>
                      <a:pt x="885" y="2348"/>
                      <a:pt x="935" y="2348"/>
                    </a:cubicBezTo>
                    <a:lnTo>
                      <a:pt x="973" y="2348"/>
                    </a:lnTo>
                    <a:cubicBezTo>
                      <a:pt x="1057" y="2348"/>
                      <a:pt x="1114" y="2263"/>
                      <a:pt x="1087" y="2184"/>
                    </a:cubicBezTo>
                    <a:lnTo>
                      <a:pt x="296" y="78"/>
                    </a:lnTo>
                    <a:cubicBezTo>
                      <a:pt x="277" y="31"/>
                      <a:pt x="231" y="0"/>
                      <a:pt x="181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Google Shape;1861;p42"/>
              <p:cNvSpPr/>
              <p:nvPr/>
            </p:nvSpPr>
            <p:spPr>
              <a:xfrm>
                <a:off x="6972359" y="846695"/>
                <a:ext cx="38793" cy="60530"/>
              </a:xfrm>
              <a:custGeom>
                <a:avLst/>
                <a:gdLst/>
                <a:ahLst/>
                <a:cxnLst/>
                <a:rect l="l" t="t" r="r" b="b"/>
                <a:pathLst>
                  <a:path w="1658" h="2584" extrusionOk="0">
                    <a:moveTo>
                      <a:pt x="252" y="0"/>
                    </a:moveTo>
                    <a:cubicBezTo>
                      <a:pt x="174" y="0"/>
                      <a:pt x="100" y="38"/>
                      <a:pt x="56" y="103"/>
                    </a:cubicBezTo>
                    <a:cubicBezTo>
                      <a:pt x="11" y="169"/>
                      <a:pt x="0" y="251"/>
                      <a:pt x="28" y="323"/>
                    </a:cubicBezTo>
                    <a:lnTo>
                      <a:pt x="821" y="2428"/>
                    </a:lnTo>
                    <a:cubicBezTo>
                      <a:pt x="856" y="2522"/>
                      <a:pt x="945" y="2584"/>
                      <a:pt x="1044" y="2584"/>
                    </a:cubicBezTo>
                    <a:lnTo>
                      <a:pt x="1406" y="2584"/>
                    </a:lnTo>
                    <a:cubicBezTo>
                      <a:pt x="1485" y="2584"/>
                      <a:pt x="1558" y="2545"/>
                      <a:pt x="1603" y="2481"/>
                    </a:cubicBezTo>
                    <a:cubicBezTo>
                      <a:pt x="1647" y="2417"/>
                      <a:pt x="1658" y="2334"/>
                      <a:pt x="1630" y="2261"/>
                    </a:cubicBezTo>
                    <a:lnTo>
                      <a:pt x="839" y="155"/>
                    </a:lnTo>
                    <a:cubicBezTo>
                      <a:pt x="802" y="63"/>
                      <a:pt x="713" y="0"/>
                      <a:pt x="61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Google Shape;1862;p42"/>
              <p:cNvSpPr/>
              <p:nvPr/>
            </p:nvSpPr>
            <p:spPr>
              <a:xfrm>
                <a:off x="6974886" y="849460"/>
                <a:ext cx="33739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442" h="2348" extrusionOk="0">
                    <a:moveTo>
                      <a:pt x="145" y="0"/>
                    </a:moveTo>
                    <a:cubicBezTo>
                      <a:pt x="59" y="0"/>
                      <a:pt x="1" y="84"/>
                      <a:pt x="31" y="164"/>
                    </a:cubicBezTo>
                    <a:lnTo>
                      <a:pt x="821" y="2270"/>
                    </a:lnTo>
                    <a:cubicBezTo>
                      <a:pt x="840" y="2317"/>
                      <a:pt x="886" y="2348"/>
                      <a:pt x="936" y="2348"/>
                    </a:cubicBezTo>
                    <a:lnTo>
                      <a:pt x="1298" y="2348"/>
                    </a:lnTo>
                    <a:cubicBezTo>
                      <a:pt x="1383" y="2348"/>
                      <a:pt x="1442" y="2263"/>
                      <a:pt x="1413" y="2184"/>
                    </a:cubicBezTo>
                    <a:lnTo>
                      <a:pt x="621" y="78"/>
                    </a:lnTo>
                    <a:cubicBezTo>
                      <a:pt x="604" y="31"/>
                      <a:pt x="558" y="0"/>
                      <a:pt x="50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Google Shape;1863;p42"/>
              <p:cNvSpPr/>
              <p:nvPr/>
            </p:nvSpPr>
            <p:spPr>
              <a:xfrm>
                <a:off x="6974886" y="849460"/>
                <a:ext cx="26135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2348" extrusionOk="0">
                    <a:moveTo>
                      <a:pt x="145" y="0"/>
                    </a:moveTo>
                    <a:cubicBezTo>
                      <a:pt x="59" y="0"/>
                      <a:pt x="1" y="84"/>
                      <a:pt x="31" y="164"/>
                    </a:cubicBezTo>
                    <a:lnTo>
                      <a:pt x="821" y="2270"/>
                    </a:lnTo>
                    <a:cubicBezTo>
                      <a:pt x="840" y="2317"/>
                      <a:pt x="886" y="2348"/>
                      <a:pt x="936" y="2348"/>
                    </a:cubicBezTo>
                    <a:lnTo>
                      <a:pt x="973" y="2348"/>
                    </a:lnTo>
                    <a:cubicBezTo>
                      <a:pt x="1057" y="2348"/>
                      <a:pt x="1117" y="2263"/>
                      <a:pt x="1088" y="2184"/>
                    </a:cubicBezTo>
                    <a:lnTo>
                      <a:pt x="296" y="78"/>
                    </a:lnTo>
                    <a:cubicBezTo>
                      <a:pt x="278" y="31"/>
                      <a:pt x="232" y="0"/>
                      <a:pt x="182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Google Shape;1864;p42"/>
              <p:cNvSpPr/>
              <p:nvPr/>
            </p:nvSpPr>
            <p:spPr>
              <a:xfrm>
                <a:off x="7010567" y="846695"/>
                <a:ext cx="38816" cy="60530"/>
              </a:xfrm>
              <a:custGeom>
                <a:avLst/>
                <a:gdLst/>
                <a:ahLst/>
                <a:cxnLst/>
                <a:rect l="l" t="t" r="r" b="b"/>
                <a:pathLst>
                  <a:path w="1659" h="2584" extrusionOk="0">
                    <a:moveTo>
                      <a:pt x="252" y="0"/>
                    </a:moveTo>
                    <a:cubicBezTo>
                      <a:pt x="173" y="0"/>
                      <a:pt x="100" y="38"/>
                      <a:pt x="55" y="103"/>
                    </a:cubicBezTo>
                    <a:cubicBezTo>
                      <a:pt x="11" y="169"/>
                      <a:pt x="1" y="251"/>
                      <a:pt x="29" y="323"/>
                    </a:cubicBezTo>
                    <a:lnTo>
                      <a:pt x="819" y="2428"/>
                    </a:lnTo>
                    <a:cubicBezTo>
                      <a:pt x="854" y="2522"/>
                      <a:pt x="944" y="2584"/>
                      <a:pt x="1043" y="2584"/>
                    </a:cubicBezTo>
                    <a:lnTo>
                      <a:pt x="1407" y="2584"/>
                    </a:lnTo>
                    <a:cubicBezTo>
                      <a:pt x="1485" y="2584"/>
                      <a:pt x="1558" y="2545"/>
                      <a:pt x="1603" y="2481"/>
                    </a:cubicBezTo>
                    <a:cubicBezTo>
                      <a:pt x="1648" y="2417"/>
                      <a:pt x="1658" y="2334"/>
                      <a:pt x="1630" y="2261"/>
                    </a:cubicBezTo>
                    <a:lnTo>
                      <a:pt x="839" y="155"/>
                    </a:lnTo>
                    <a:cubicBezTo>
                      <a:pt x="803" y="63"/>
                      <a:pt x="714" y="0"/>
                      <a:pt x="61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Google Shape;1865;p42"/>
              <p:cNvSpPr/>
              <p:nvPr/>
            </p:nvSpPr>
            <p:spPr>
              <a:xfrm>
                <a:off x="7013094" y="849460"/>
                <a:ext cx="33739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442" h="2348" extrusionOk="0">
                    <a:moveTo>
                      <a:pt x="144" y="0"/>
                    </a:moveTo>
                    <a:cubicBezTo>
                      <a:pt x="58" y="0"/>
                      <a:pt x="1" y="84"/>
                      <a:pt x="29" y="164"/>
                    </a:cubicBezTo>
                    <a:lnTo>
                      <a:pt x="821" y="2270"/>
                    </a:lnTo>
                    <a:cubicBezTo>
                      <a:pt x="839" y="2317"/>
                      <a:pt x="885" y="2348"/>
                      <a:pt x="935" y="2348"/>
                    </a:cubicBezTo>
                    <a:lnTo>
                      <a:pt x="1298" y="2348"/>
                    </a:lnTo>
                    <a:cubicBezTo>
                      <a:pt x="1382" y="2348"/>
                      <a:pt x="1442" y="2263"/>
                      <a:pt x="1412" y="2184"/>
                    </a:cubicBezTo>
                    <a:lnTo>
                      <a:pt x="621" y="78"/>
                    </a:lnTo>
                    <a:cubicBezTo>
                      <a:pt x="603" y="31"/>
                      <a:pt x="557" y="0"/>
                      <a:pt x="50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Google Shape;1866;p42"/>
              <p:cNvSpPr/>
              <p:nvPr/>
            </p:nvSpPr>
            <p:spPr>
              <a:xfrm>
                <a:off x="7013094" y="849460"/>
                <a:ext cx="26112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116" h="2348" extrusionOk="0">
                    <a:moveTo>
                      <a:pt x="144" y="0"/>
                    </a:moveTo>
                    <a:cubicBezTo>
                      <a:pt x="58" y="0"/>
                      <a:pt x="1" y="84"/>
                      <a:pt x="29" y="164"/>
                    </a:cubicBezTo>
                    <a:lnTo>
                      <a:pt x="821" y="2270"/>
                    </a:lnTo>
                    <a:cubicBezTo>
                      <a:pt x="839" y="2317"/>
                      <a:pt x="885" y="2348"/>
                      <a:pt x="935" y="2348"/>
                    </a:cubicBezTo>
                    <a:lnTo>
                      <a:pt x="972" y="2348"/>
                    </a:lnTo>
                    <a:cubicBezTo>
                      <a:pt x="1057" y="2348"/>
                      <a:pt x="1115" y="2263"/>
                      <a:pt x="1085" y="2184"/>
                    </a:cubicBezTo>
                    <a:lnTo>
                      <a:pt x="294" y="78"/>
                    </a:lnTo>
                    <a:cubicBezTo>
                      <a:pt x="275" y="31"/>
                      <a:pt x="229" y="0"/>
                      <a:pt x="180" y="0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Google Shape;1867;p42"/>
              <p:cNvSpPr/>
              <p:nvPr/>
            </p:nvSpPr>
            <p:spPr>
              <a:xfrm>
                <a:off x="7480249" y="816079"/>
                <a:ext cx="164204" cy="25346"/>
              </a:xfrm>
              <a:custGeom>
                <a:avLst/>
                <a:gdLst/>
                <a:ahLst/>
                <a:cxnLst/>
                <a:rect l="l" t="t" r="r" b="b"/>
                <a:pathLst>
                  <a:path w="7018" h="1082" extrusionOk="0">
                    <a:moveTo>
                      <a:pt x="361" y="1"/>
                    </a:moveTo>
                    <a:cubicBezTo>
                      <a:pt x="162" y="1"/>
                      <a:pt x="0" y="163"/>
                      <a:pt x="0" y="361"/>
                    </a:cubicBezTo>
                    <a:lnTo>
                      <a:pt x="0" y="722"/>
                    </a:lnTo>
                    <a:cubicBezTo>
                      <a:pt x="0" y="749"/>
                      <a:pt x="3" y="774"/>
                      <a:pt x="9" y="800"/>
                    </a:cubicBezTo>
                    <a:cubicBezTo>
                      <a:pt x="45" y="962"/>
                      <a:pt x="189" y="1082"/>
                      <a:pt x="360" y="1082"/>
                    </a:cubicBezTo>
                    <a:lnTo>
                      <a:pt x="6477" y="1082"/>
                    </a:lnTo>
                    <a:cubicBezTo>
                      <a:pt x="6626" y="1082"/>
                      <a:pt x="6762" y="1020"/>
                      <a:pt x="6859" y="923"/>
                    </a:cubicBezTo>
                    <a:cubicBezTo>
                      <a:pt x="6957" y="825"/>
                      <a:pt x="7017" y="690"/>
                      <a:pt x="7017" y="541"/>
                    </a:cubicBezTo>
                    <a:cubicBezTo>
                      <a:pt x="7017" y="295"/>
                      <a:pt x="6854" y="88"/>
                      <a:pt x="6629" y="22"/>
                    </a:cubicBezTo>
                    <a:cubicBezTo>
                      <a:pt x="6581" y="9"/>
                      <a:pt x="6530" y="1"/>
                      <a:pt x="647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Google Shape;1868;p42"/>
              <p:cNvSpPr/>
              <p:nvPr/>
            </p:nvSpPr>
            <p:spPr>
              <a:xfrm>
                <a:off x="7480296" y="816079"/>
                <a:ext cx="156365" cy="18740"/>
              </a:xfrm>
              <a:custGeom>
                <a:avLst/>
                <a:gdLst/>
                <a:ahLst/>
                <a:cxnLst/>
                <a:rect l="l" t="t" r="r" b="b"/>
                <a:pathLst>
                  <a:path w="6683" h="800" extrusionOk="0">
                    <a:moveTo>
                      <a:pt x="360" y="1"/>
                    </a:moveTo>
                    <a:cubicBezTo>
                      <a:pt x="161" y="1"/>
                      <a:pt x="0" y="163"/>
                      <a:pt x="0" y="361"/>
                    </a:cubicBezTo>
                    <a:lnTo>
                      <a:pt x="0" y="722"/>
                    </a:lnTo>
                    <a:cubicBezTo>
                      <a:pt x="0" y="749"/>
                      <a:pt x="2" y="774"/>
                      <a:pt x="8" y="800"/>
                    </a:cubicBezTo>
                    <a:lnTo>
                      <a:pt x="6143" y="800"/>
                    </a:lnTo>
                    <a:cubicBezTo>
                      <a:pt x="6292" y="800"/>
                      <a:pt x="6426" y="738"/>
                      <a:pt x="6525" y="641"/>
                    </a:cubicBezTo>
                    <a:cubicBezTo>
                      <a:pt x="6622" y="543"/>
                      <a:pt x="6683" y="408"/>
                      <a:pt x="6683" y="259"/>
                    </a:cubicBezTo>
                    <a:cubicBezTo>
                      <a:pt x="6683" y="174"/>
                      <a:pt x="6663" y="93"/>
                      <a:pt x="6628" y="22"/>
                    </a:cubicBezTo>
                    <a:cubicBezTo>
                      <a:pt x="6580" y="9"/>
                      <a:pt x="6529" y="1"/>
                      <a:pt x="647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Google Shape;1869;p42"/>
              <p:cNvSpPr/>
              <p:nvPr/>
            </p:nvSpPr>
            <p:spPr>
              <a:xfrm>
                <a:off x="6878418" y="775366"/>
                <a:ext cx="173025" cy="40736"/>
              </a:xfrm>
              <a:custGeom>
                <a:avLst/>
                <a:gdLst/>
                <a:ahLst/>
                <a:cxnLst/>
                <a:rect l="l" t="t" r="r" b="b"/>
                <a:pathLst>
                  <a:path w="7395" h="1739" extrusionOk="0">
                    <a:moveTo>
                      <a:pt x="31" y="1"/>
                    </a:moveTo>
                    <a:cubicBezTo>
                      <a:pt x="15" y="1"/>
                      <a:pt x="0" y="15"/>
                      <a:pt x="0" y="31"/>
                    </a:cubicBezTo>
                    <a:lnTo>
                      <a:pt x="0" y="1708"/>
                    </a:lnTo>
                    <a:cubicBezTo>
                      <a:pt x="0" y="1726"/>
                      <a:pt x="15" y="1739"/>
                      <a:pt x="31" y="1739"/>
                    </a:cubicBezTo>
                    <a:lnTo>
                      <a:pt x="7364" y="1739"/>
                    </a:lnTo>
                    <a:cubicBezTo>
                      <a:pt x="7382" y="1739"/>
                      <a:pt x="7394" y="1726"/>
                      <a:pt x="7394" y="1708"/>
                    </a:cubicBezTo>
                    <a:lnTo>
                      <a:pt x="7394" y="31"/>
                    </a:lnTo>
                    <a:cubicBezTo>
                      <a:pt x="7394" y="15"/>
                      <a:pt x="7380" y="1"/>
                      <a:pt x="7364" y="1"/>
                    </a:cubicBezTo>
                    <a:close/>
                  </a:path>
                </a:pathLst>
              </a:custGeom>
              <a:solidFill>
                <a:srgbClr val="8BAAD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Google Shape;1870;p42"/>
              <p:cNvSpPr/>
              <p:nvPr/>
            </p:nvSpPr>
            <p:spPr>
              <a:xfrm>
                <a:off x="6874277" y="775343"/>
                <a:ext cx="173048" cy="40760"/>
              </a:xfrm>
              <a:custGeom>
                <a:avLst/>
                <a:gdLst/>
                <a:ahLst/>
                <a:cxnLst/>
                <a:rect l="l" t="t" r="r" b="b"/>
                <a:pathLst>
                  <a:path w="7396" h="1740" extrusionOk="0">
                    <a:moveTo>
                      <a:pt x="467" y="1"/>
                    </a:moveTo>
                    <a:cubicBezTo>
                      <a:pt x="209" y="1"/>
                      <a:pt x="1" y="210"/>
                      <a:pt x="1" y="467"/>
                    </a:cubicBezTo>
                    <a:lnTo>
                      <a:pt x="1" y="1273"/>
                    </a:lnTo>
                    <a:cubicBezTo>
                      <a:pt x="1" y="1532"/>
                      <a:pt x="209" y="1740"/>
                      <a:pt x="467" y="1740"/>
                    </a:cubicBezTo>
                    <a:lnTo>
                      <a:pt x="6928" y="1740"/>
                    </a:lnTo>
                    <a:cubicBezTo>
                      <a:pt x="7186" y="1740"/>
                      <a:pt x="7395" y="1532"/>
                      <a:pt x="7395" y="1273"/>
                    </a:cubicBezTo>
                    <a:lnTo>
                      <a:pt x="7395" y="467"/>
                    </a:lnTo>
                    <a:cubicBezTo>
                      <a:pt x="7395" y="210"/>
                      <a:pt x="7186" y="1"/>
                      <a:pt x="692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Google Shape;1871;p42"/>
              <p:cNvSpPr/>
              <p:nvPr/>
            </p:nvSpPr>
            <p:spPr>
              <a:xfrm>
                <a:off x="6874277" y="775343"/>
                <a:ext cx="158963" cy="27267"/>
              </a:xfrm>
              <a:custGeom>
                <a:avLst/>
                <a:gdLst/>
                <a:ahLst/>
                <a:cxnLst/>
                <a:rect l="l" t="t" r="r" b="b"/>
                <a:pathLst>
                  <a:path w="6794" h="1164" extrusionOk="0">
                    <a:moveTo>
                      <a:pt x="467" y="1"/>
                    </a:moveTo>
                    <a:cubicBezTo>
                      <a:pt x="209" y="1"/>
                      <a:pt x="1" y="210"/>
                      <a:pt x="1" y="467"/>
                    </a:cubicBezTo>
                    <a:lnTo>
                      <a:pt x="1" y="708"/>
                    </a:lnTo>
                    <a:cubicBezTo>
                      <a:pt x="1" y="959"/>
                      <a:pt x="204" y="1164"/>
                      <a:pt x="455" y="1164"/>
                    </a:cubicBezTo>
                    <a:lnTo>
                      <a:pt x="6326" y="1164"/>
                    </a:lnTo>
                    <a:cubicBezTo>
                      <a:pt x="6584" y="1164"/>
                      <a:pt x="6793" y="954"/>
                      <a:pt x="6793" y="697"/>
                    </a:cubicBezTo>
                    <a:lnTo>
                      <a:pt x="6793" y="514"/>
                    </a:lnTo>
                    <a:cubicBezTo>
                      <a:pt x="6793" y="230"/>
                      <a:pt x="6562" y="1"/>
                      <a:pt x="6279" y="1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872" name="Google Shape;1872;p42"/>
              <p:cNvGrpSpPr/>
              <p:nvPr/>
            </p:nvGrpSpPr>
            <p:grpSpPr>
              <a:xfrm>
                <a:off x="6586020" y="1067968"/>
                <a:ext cx="773287" cy="33310"/>
                <a:chOff x="6586020" y="1067968"/>
                <a:chExt cx="773287" cy="33310"/>
              </a:xfrm>
            </p:grpSpPr>
            <p:sp>
              <p:nvSpPr>
                <p:cNvPr id="1873" name="Google Shape;1873;p42"/>
                <p:cNvSpPr/>
                <p:nvPr/>
              </p:nvSpPr>
              <p:spPr>
                <a:xfrm>
                  <a:off x="6586020" y="1067968"/>
                  <a:ext cx="773287" cy="3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050" h="1422" extrusionOk="0">
                      <a:moveTo>
                        <a:pt x="710" y="1"/>
                      </a:moveTo>
                      <a:cubicBezTo>
                        <a:pt x="319" y="1"/>
                        <a:pt x="1" y="319"/>
                        <a:pt x="1" y="712"/>
                      </a:cubicBezTo>
                      <a:cubicBezTo>
                        <a:pt x="1" y="1103"/>
                        <a:pt x="319" y="1421"/>
                        <a:pt x="710" y="1421"/>
                      </a:cubicBezTo>
                      <a:lnTo>
                        <a:pt x="32339" y="1421"/>
                      </a:lnTo>
                      <a:cubicBezTo>
                        <a:pt x="32731" y="1421"/>
                        <a:pt x="33049" y="1103"/>
                        <a:pt x="33049" y="712"/>
                      </a:cubicBezTo>
                      <a:cubicBezTo>
                        <a:pt x="33049" y="319"/>
                        <a:pt x="32731" y="1"/>
                        <a:pt x="3233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74" name="Google Shape;1874;p42"/>
                <p:cNvSpPr/>
                <p:nvPr/>
              </p:nvSpPr>
              <p:spPr>
                <a:xfrm>
                  <a:off x="6586020" y="1067968"/>
                  <a:ext cx="773287" cy="3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050" h="1422" extrusionOk="0">
                      <a:moveTo>
                        <a:pt x="710" y="1"/>
                      </a:moveTo>
                      <a:cubicBezTo>
                        <a:pt x="319" y="1"/>
                        <a:pt x="1" y="319"/>
                        <a:pt x="1" y="712"/>
                      </a:cubicBezTo>
                      <a:cubicBezTo>
                        <a:pt x="1" y="1103"/>
                        <a:pt x="319" y="1421"/>
                        <a:pt x="710" y="1421"/>
                      </a:cubicBezTo>
                      <a:lnTo>
                        <a:pt x="32339" y="1421"/>
                      </a:lnTo>
                      <a:cubicBezTo>
                        <a:pt x="32731" y="1421"/>
                        <a:pt x="33049" y="1103"/>
                        <a:pt x="33049" y="712"/>
                      </a:cubicBezTo>
                      <a:cubicBezTo>
                        <a:pt x="33049" y="319"/>
                        <a:pt x="32731" y="1"/>
                        <a:pt x="32339" y="1"/>
                      </a:cubicBezTo>
                      <a:close/>
                    </a:path>
                  </a:pathLst>
                </a:custGeom>
                <a:solidFill>
                  <a:srgbClr val="000000">
                    <a:alpha val="2024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875" name="Google Shape;1875;p42"/>
              <p:cNvGrpSpPr/>
              <p:nvPr/>
            </p:nvGrpSpPr>
            <p:grpSpPr>
              <a:xfrm>
                <a:off x="6584452" y="921163"/>
                <a:ext cx="776516" cy="180115"/>
                <a:chOff x="6584452" y="921163"/>
                <a:chExt cx="776516" cy="180115"/>
              </a:xfrm>
            </p:grpSpPr>
            <p:sp>
              <p:nvSpPr>
                <p:cNvPr id="1876" name="Google Shape;1876;p42"/>
                <p:cNvSpPr/>
                <p:nvPr/>
              </p:nvSpPr>
              <p:spPr>
                <a:xfrm>
                  <a:off x="6584452" y="921163"/>
                  <a:ext cx="776516" cy="1801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188" h="7689" extrusionOk="0">
                      <a:moveTo>
                        <a:pt x="8891" y="1"/>
                      </a:moveTo>
                      <a:cubicBezTo>
                        <a:pt x="7501" y="1"/>
                        <a:pt x="6194" y="543"/>
                        <a:pt x="5211" y="1525"/>
                      </a:cubicBezTo>
                      <a:lnTo>
                        <a:pt x="277" y="6459"/>
                      </a:lnTo>
                      <a:cubicBezTo>
                        <a:pt x="0" y="6738"/>
                        <a:pt x="0" y="7187"/>
                        <a:pt x="277" y="7464"/>
                      </a:cubicBezTo>
                      <a:cubicBezTo>
                        <a:pt x="415" y="7602"/>
                        <a:pt x="597" y="7671"/>
                        <a:pt x="779" y="7671"/>
                      </a:cubicBezTo>
                      <a:cubicBezTo>
                        <a:pt x="961" y="7671"/>
                        <a:pt x="1143" y="7602"/>
                        <a:pt x="1281" y="7464"/>
                      </a:cubicBezTo>
                      <a:lnTo>
                        <a:pt x="6215" y="2530"/>
                      </a:lnTo>
                      <a:cubicBezTo>
                        <a:pt x="6929" y="1816"/>
                        <a:pt x="7878" y="1422"/>
                        <a:pt x="8889" y="1422"/>
                      </a:cubicBezTo>
                      <a:lnTo>
                        <a:pt x="24395" y="1422"/>
                      </a:lnTo>
                      <a:cubicBezTo>
                        <a:pt x="25329" y="1422"/>
                        <a:pt x="26209" y="1786"/>
                        <a:pt x="26871" y="2448"/>
                      </a:cubicBezTo>
                      <a:lnTo>
                        <a:pt x="31904" y="7481"/>
                      </a:lnTo>
                      <a:cubicBezTo>
                        <a:pt x="32043" y="7620"/>
                        <a:pt x="32224" y="7688"/>
                        <a:pt x="32406" y="7688"/>
                      </a:cubicBezTo>
                      <a:cubicBezTo>
                        <a:pt x="32588" y="7688"/>
                        <a:pt x="32771" y="7620"/>
                        <a:pt x="32910" y="7479"/>
                      </a:cubicBezTo>
                      <a:cubicBezTo>
                        <a:pt x="33187" y="7203"/>
                        <a:pt x="33187" y="6753"/>
                        <a:pt x="32910" y="6476"/>
                      </a:cubicBezTo>
                      <a:lnTo>
                        <a:pt x="27876" y="1442"/>
                      </a:lnTo>
                      <a:cubicBezTo>
                        <a:pt x="26947" y="512"/>
                        <a:pt x="25711" y="1"/>
                        <a:pt x="24397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77" name="Google Shape;1877;p42"/>
                <p:cNvSpPr/>
                <p:nvPr/>
              </p:nvSpPr>
              <p:spPr>
                <a:xfrm>
                  <a:off x="6584452" y="921163"/>
                  <a:ext cx="776516" cy="1801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188" h="7689" extrusionOk="0">
                      <a:moveTo>
                        <a:pt x="8891" y="1"/>
                      </a:moveTo>
                      <a:cubicBezTo>
                        <a:pt x="7501" y="1"/>
                        <a:pt x="6194" y="543"/>
                        <a:pt x="5211" y="1525"/>
                      </a:cubicBezTo>
                      <a:lnTo>
                        <a:pt x="277" y="6459"/>
                      </a:lnTo>
                      <a:cubicBezTo>
                        <a:pt x="0" y="6738"/>
                        <a:pt x="0" y="7187"/>
                        <a:pt x="277" y="7464"/>
                      </a:cubicBezTo>
                      <a:cubicBezTo>
                        <a:pt x="415" y="7602"/>
                        <a:pt x="597" y="7671"/>
                        <a:pt x="779" y="7671"/>
                      </a:cubicBezTo>
                      <a:cubicBezTo>
                        <a:pt x="961" y="7671"/>
                        <a:pt x="1143" y="7602"/>
                        <a:pt x="1281" y="7464"/>
                      </a:cubicBezTo>
                      <a:lnTo>
                        <a:pt x="6215" y="2530"/>
                      </a:lnTo>
                      <a:cubicBezTo>
                        <a:pt x="6929" y="1816"/>
                        <a:pt x="7878" y="1422"/>
                        <a:pt x="8889" y="1422"/>
                      </a:cubicBezTo>
                      <a:lnTo>
                        <a:pt x="24395" y="1422"/>
                      </a:lnTo>
                      <a:cubicBezTo>
                        <a:pt x="25329" y="1422"/>
                        <a:pt x="26209" y="1786"/>
                        <a:pt x="26871" y="2448"/>
                      </a:cubicBezTo>
                      <a:lnTo>
                        <a:pt x="31904" y="7481"/>
                      </a:lnTo>
                      <a:cubicBezTo>
                        <a:pt x="32043" y="7620"/>
                        <a:pt x="32224" y="7688"/>
                        <a:pt x="32406" y="7688"/>
                      </a:cubicBezTo>
                      <a:cubicBezTo>
                        <a:pt x="32588" y="7688"/>
                        <a:pt x="32771" y="7620"/>
                        <a:pt x="32910" y="7479"/>
                      </a:cubicBezTo>
                      <a:cubicBezTo>
                        <a:pt x="33187" y="7203"/>
                        <a:pt x="33187" y="6753"/>
                        <a:pt x="32910" y="6476"/>
                      </a:cubicBezTo>
                      <a:lnTo>
                        <a:pt x="27876" y="1442"/>
                      </a:lnTo>
                      <a:cubicBezTo>
                        <a:pt x="26947" y="512"/>
                        <a:pt x="25711" y="1"/>
                        <a:pt x="24397" y="1"/>
                      </a:cubicBezTo>
                      <a:close/>
                    </a:path>
                  </a:pathLst>
                </a:custGeom>
                <a:solidFill>
                  <a:srgbClr val="000000">
                    <a:alpha val="12400"/>
                  </a:srgb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878" name="Google Shape;1878;p42"/>
            <p:cNvGrpSpPr/>
            <p:nvPr/>
          </p:nvGrpSpPr>
          <p:grpSpPr>
            <a:xfrm rot="-613752">
              <a:off x="6336212" y="1481729"/>
              <a:ext cx="2802701" cy="2065305"/>
              <a:chOff x="325375" y="3506952"/>
              <a:chExt cx="3087600" cy="1587749"/>
            </a:xfrm>
          </p:grpSpPr>
          <p:sp>
            <p:nvSpPr>
              <p:cNvPr id="1879" name="Google Shape;1879;p42"/>
              <p:cNvSpPr/>
              <p:nvPr/>
            </p:nvSpPr>
            <p:spPr>
              <a:xfrm>
                <a:off x="949553" y="3506952"/>
                <a:ext cx="1838700" cy="147300"/>
              </a:xfrm>
              <a:prstGeom prst="ellipse">
                <a:avLst/>
              </a:pr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Google Shape;1880;p42"/>
              <p:cNvSpPr/>
              <p:nvPr/>
            </p:nvSpPr>
            <p:spPr>
              <a:xfrm>
                <a:off x="714703" y="3941446"/>
                <a:ext cx="2308800" cy="174900"/>
              </a:xfrm>
              <a:prstGeom prst="ellipse">
                <a:avLst/>
              </a:pr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Google Shape;1881;p42"/>
              <p:cNvSpPr/>
              <p:nvPr/>
            </p:nvSpPr>
            <p:spPr>
              <a:xfrm>
                <a:off x="497325" y="4403528"/>
                <a:ext cx="2743800" cy="174900"/>
              </a:xfrm>
              <a:prstGeom prst="ellipse">
                <a:avLst/>
              </a:pr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Google Shape;1882;p42"/>
              <p:cNvSpPr/>
              <p:nvPr/>
            </p:nvSpPr>
            <p:spPr>
              <a:xfrm>
                <a:off x="325375" y="4919802"/>
                <a:ext cx="3087600" cy="174900"/>
              </a:xfrm>
              <a:prstGeom prst="ellipse">
                <a:avLst/>
              </a:pr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883" name="Google Shape;1883;p42"/>
          <p:cNvGrpSpPr/>
          <p:nvPr/>
        </p:nvGrpSpPr>
        <p:grpSpPr>
          <a:xfrm>
            <a:off x="-1255837" y="3708930"/>
            <a:ext cx="11082800" cy="1434570"/>
            <a:chOff x="-1255837" y="3708930"/>
            <a:chExt cx="11082800" cy="1434570"/>
          </a:xfrm>
        </p:grpSpPr>
        <p:grpSp>
          <p:nvGrpSpPr>
            <p:cNvPr id="1884" name="Google Shape;1884;p42"/>
            <p:cNvGrpSpPr/>
            <p:nvPr/>
          </p:nvGrpSpPr>
          <p:grpSpPr>
            <a:xfrm>
              <a:off x="-533412" y="3708930"/>
              <a:ext cx="10360375" cy="1242270"/>
              <a:chOff x="76188" y="3708930"/>
              <a:chExt cx="10360375" cy="1242270"/>
            </a:xfrm>
          </p:grpSpPr>
          <p:grpSp>
            <p:nvGrpSpPr>
              <p:cNvPr id="1885" name="Google Shape;1885;p42"/>
              <p:cNvGrpSpPr/>
              <p:nvPr/>
            </p:nvGrpSpPr>
            <p:grpSpPr>
              <a:xfrm>
                <a:off x="76188" y="4147734"/>
                <a:ext cx="10360375" cy="803466"/>
                <a:chOff x="76200" y="4340034"/>
                <a:chExt cx="10360375" cy="803466"/>
              </a:xfrm>
            </p:grpSpPr>
            <p:sp>
              <p:nvSpPr>
                <p:cNvPr id="1886" name="Google Shape;1886;p42"/>
                <p:cNvSpPr/>
                <p:nvPr/>
              </p:nvSpPr>
              <p:spPr>
                <a:xfrm rot="10800000">
                  <a:off x="2007684" y="4340034"/>
                  <a:ext cx="2007666" cy="803466"/>
                </a:xfrm>
                <a:prstGeom prst="flowChartDocument">
                  <a:avLst/>
                </a:pr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87" name="Google Shape;1887;p42"/>
                <p:cNvSpPr/>
                <p:nvPr/>
              </p:nvSpPr>
              <p:spPr>
                <a:xfrm rot="10800000" flipH="1">
                  <a:off x="76200" y="4340034"/>
                  <a:ext cx="2007666" cy="803466"/>
                </a:xfrm>
                <a:prstGeom prst="flowChartDocument">
                  <a:avLst/>
                </a:pr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88" name="Google Shape;1888;p42"/>
                <p:cNvSpPr/>
                <p:nvPr/>
              </p:nvSpPr>
              <p:spPr>
                <a:xfrm rot="10800000">
                  <a:off x="5184834" y="4340034"/>
                  <a:ext cx="2007666" cy="803466"/>
                </a:xfrm>
                <a:prstGeom prst="flowChartDocument">
                  <a:avLst/>
                </a:pr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89" name="Google Shape;1889;p42"/>
                <p:cNvSpPr/>
                <p:nvPr/>
              </p:nvSpPr>
              <p:spPr>
                <a:xfrm rot="10800000" flipH="1">
                  <a:off x="3177150" y="4340034"/>
                  <a:ext cx="2007666" cy="803466"/>
                </a:xfrm>
                <a:prstGeom prst="flowChartDocument">
                  <a:avLst/>
                </a:pr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90" name="Google Shape;1890;p42"/>
                <p:cNvSpPr/>
                <p:nvPr/>
              </p:nvSpPr>
              <p:spPr>
                <a:xfrm rot="10800000">
                  <a:off x="8428909" y="4340034"/>
                  <a:ext cx="2007666" cy="803466"/>
                </a:xfrm>
                <a:prstGeom prst="flowChartDocument">
                  <a:avLst/>
                </a:pr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91" name="Google Shape;1891;p42"/>
                <p:cNvSpPr/>
                <p:nvPr/>
              </p:nvSpPr>
              <p:spPr>
                <a:xfrm rot="10800000" flipH="1">
                  <a:off x="6421225" y="4340034"/>
                  <a:ext cx="2007666" cy="803466"/>
                </a:xfrm>
                <a:prstGeom prst="flowChartDocument">
                  <a:avLst/>
                </a:pr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892" name="Google Shape;1892;p42"/>
              <p:cNvGrpSpPr/>
              <p:nvPr/>
            </p:nvGrpSpPr>
            <p:grpSpPr>
              <a:xfrm>
                <a:off x="6221512" y="3708930"/>
                <a:ext cx="1307895" cy="575273"/>
                <a:chOff x="2161713" y="3315239"/>
                <a:chExt cx="607984" cy="267420"/>
              </a:xfrm>
            </p:grpSpPr>
            <p:sp>
              <p:nvSpPr>
                <p:cNvPr id="1893" name="Google Shape;1893;p42"/>
                <p:cNvSpPr/>
                <p:nvPr/>
              </p:nvSpPr>
              <p:spPr>
                <a:xfrm>
                  <a:off x="2161713" y="3351361"/>
                  <a:ext cx="191789" cy="2312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97" h="9874" extrusionOk="0">
                      <a:moveTo>
                        <a:pt x="7172" y="1"/>
                      </a:moveTo>
                      <a:lnTo>
                        <a:pt x="7172" y="1"/>
                      </a:lnTo>
                      <a:cubicBezTo>
                        <a:pt x="4099" y="1599"/>
                        <a:pt x="3892" y="4964"/>
                        <a:pt x="3523" y="7464"/>
                      </a:cubicBezTo>
                      <a:cubicBezTo>
                        <a:pt x="3359" y="5580"/>
                        <a:pt x="2090" y="985"/>
                        <a:pt x="0" y="616"/>
                      </a:cubicBezTo>
                      <a:lnTo>
                        <a:pt x="0" y="616"/>
                      </a:lnTo>
                      <a:cubicBezTo>
                        <a:pt x="2705" y="2746"/>
                        <a:pt x="1844" y="9874"/>
                        <a:pt x="1844" y="9874"/>
                      </a:cubicBezTo>
                      <a:lnTo>
                        <a:pt x="7909" y="9874"/>
                      </a:lnTo>
                      <a:cubicBezTo>
                        <a:pt x="8196" y="7044"/>
                        <a:pt x="7172" y="3279"/>
                        <a:pt x="7172" y="3278"/>
                      </a:cubicBezTo>
                      <a:lnTo>
                        <a:pt x="7172" y="3278"/>
                      </a:lnTo>
                      <a:cubicBezTo>
                        <a:pt x="7172" y="3279"/>
                        <a:pt x="7295" y="6966"/>
                        <a:pt x="5819" y="7704"/>
                      </a:cubicBezTo>
                      <a:cubicBezTo>
                        <a:pt x="5123" y="6351"/>
                        <a:pt x="5328" y="2131"/>
                        <a:pt x="7172" y="1"/>
                      </a:cubicBezTo>
                      <a:close/>
                    </a:path>
                  </a:pathLst>
                </a:cu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94" name="Google Shape;1894;p42"/>
                <p:cNvSpPr/>
                <p:nvPr/>
              </p:nvSpPr>
              <p:spPr>
                <a:xfrm>
                  <a:off x="2378304" y="3315239"/>
                  <a:ext cx="217878" cy="2674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312" h="11416" extrusionOk="0">
                      <a:moveTo>
                        <a:pt x="1" y="0"/>
                      </a:moveTo>
                      <a:lnTo>
                        <a:pt x="1" y="0"/>
                      </a:lnTo>
                      <a:cubicBezTo>
                        <a:pt x="5510" y="2559"/>
                        <a:pt x="2346" y="11416"/>
                        <a:pt x="2346" y="11416"/>
                      </a:cubicBezTo>
                      <a:lnTo>
                        <a:pt x="7642" y="11416"/>
                      </a:lnTo>
                      <a:cubicBezTo>
                        <a:pt x="7642" y="11416"/>
                        <a:pt x="5118" y="3709"/>
                        <a:pt x="9312" y="1102"/>
                      </a:cubicBezTo>
                      <a:lnTo>
                        <a:pt x="9312" y="1102"/>
                      </a:lnTo>
                      <a:cubicBezTo>
                        <a:pt x="6368" y="1913"/>
                        <a:pt x="5407" y="4656"/>
                        <a:pt x="5300" y="9241"/>
                      </a:cubicBezTo>
                      <a:cubicBezTo>
                        <a:pt x="4768" y="2950"/>
                        <a:pt x="2098" y="533"/>
                        <a:pt x="1" y="0"/>
                      </a:cubicBezTo>
                      <a:close/>
                    </a:path>
                  </a:pathLst>
                </a:cu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95" name="Google Shape;1895;p42"/>
                <p:cNvSpPr/>
                <p:nvPr/>
              </p:nvSpPr>
              <p:spPr>
                <a:xfrm>
                  <a:off x="2587220" y="3358716"/>
                  <a:ext cx="182477" cy="2239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99" h="9560" extrusionOk="0">
                      <a:moveTo>
                        <a:pt x="7799" y="0"/>
                      </a:moveTo>
                      <a:lnTo>
                        <a:pt x="7799" y="0"/>
                      </a:lnTo>
                      <a:cubicBezTo>
                        <a:pt x="6042" y="447"/>
                        <a:pt x="3806" y="2471"/>
                        <a:pt x="3360" y="7739"/>
                      </a:cubicBezTo>
                      <a:cubicBezTo>
                        <a:pt x="3271" y="3901"/>
                        <a:pt x="2466" y="1603"/>
                        <a:pt x="0" y="923"/>
                      </a:cubicBezTo>
                      <a:lnTo>
                        <a:pt x="0" y="923"/>
                      </a:lnTo>
                      <a:cubicBezTo>
                        <a:pt x="3513" y="3107"/>
                        <a:pt x="1399" y="9560"/>
                        <a:pt x="1399" y="9560"/>
                      </a:cubicBezTo>
                      <a:lnTo>
                        <a:pt x="5835" y="9560"/>
                      </a:lnTo>
                      <a:cubicBezTo>
                        <a:pt x="5835" y="9560"/>
                        <a:pt x="3186" y="2144"/>
                        <a:pt x="7799" y="0"/>
                      </a:cubicBezTo>
                      <a:close/>
                    </a:path>
                  </a:pathLst>
                </a:cu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96" name="Google Shape;1896;p42"/>
                <p:cNvSpPr/>
                <p:nvPr/>
              </p:nvSpPr>
              <p:spPr>
                <a:xfrm>
                  <a:off x="2321682" y="3399054"/>
                  <a:ext cx="152388" cy="183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13" h="7838" extrusionOk="0">
                      <a:moveTo>
                        <a:pt x="6513" y="0"/>
                      </a:moveTo>
                      <a:lnTo>
                        <a:pt x="6513" y="0"/>
                      </a:lnTo>
                      <a:cubicBezTo>
                        <a:pt x="2237" y="1667"/>
                        <a:pt x="2572" y="6951"/>
                        <a:pt x="2572" y="6951"/>
                      </a:cubicBezTo>
                      <a:cubicBezTo>
                        <a:pt x="2572" y="6951"/>
                        <a:pt x="1771" y="2944"/>
                        <a:pt x="3140" y="1174"/>
                      </a:cubicBezTo>
                      <a:lnTo>
                        <a:pt x="3140" y="1174"/>
                      </a:lnTo>
                      <a:cubicBezTo>
                        <a:pt x="1" y="2977"/>
                        <a:pt x="1069" y="7838"/>
                        <a:pt x="1069" y="7838"/>
                      </a:cubicBezTo>
                      <a:lnTo>
                        <a:pt x="1069" y="7837"/>
                      </a:lnTo>
                      <a:lnTo>
                        <a:pt x="5578" y="7837"/>
                      </a:lnTo>
                      <a:cubicBezTo>
                        <a:pt x="5578" y="7837"/>
                        <a:pt x="3707" y="3277"/>
                        <a:pt x="6513" y="0"/>
                      </a:cubicBezTo>
                      <a:close/>
                    </a:path>
                  </a:pathLst>
                </a:cu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97" name="Google Shape;1897;p42"/>
                <p:cNvSpPr/>
                <p:nvPr/>
              </p:nvSpPr>
              <p:spPr>
                <a:xfrm>
                  <a:off x="2514150" y="3328451"/>
                  <a:ext cx="164414" cy="2542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7" h="10852" extrusionOk="0">
                      <a:moveTo>
                        <a:pt x="7027" y="0"/>
                      </a:moveTo>
                      <a:lnTo>
                        <a:pt x="7027" y="0"/>
                      </a:lnTo>
                      <a:cubicBezTo>
                        <a:pt x="3755" y="1988"/>
                        <a:pt x="2954" y="9623"/>
                        <a:pt x="2954" y="9623"/>
                      </a:cubicBezTo>
                      <a:cubicBezTo>
                        <a:pt x="2954" y="9623"/>
                        <a:pt x="1950" y="2100"/>
                        <a:pt x="1" y="1563"/>
                      </a:cubicBezTo>
                      <a:lnTo>
                        <a:pt x="1" y="1563"/>
                      </a:lnTo>
                      <a:cubicBezTo>
                        <a:pt x="2751" y="6649"/>
                        <a:pt x="831" y="10852"/>
                        <a:pt x="831" y="10852"/>
                      </a:cubicBezTo>
                      <a:lnTo>
                        <a:pt x="5468" y="10852"/>
                      </a:lnTo>
                      <a:cubicBezTo>
                        <a:pt x="5468" y="10852"/>
                        <a:pt x="2924" y="5144"/>
                        <a:pt x="7027" y="0"/>
                      </a:cubicBezTo>
                      <a:close/>
                    </a:path>
                  </a:pathLst>
                </a:cu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898" name="Google Shape;1898;p42"/>
              <p:cNvGrpSpPr/>
              <p:nvPr/>
            </p:nvGrpSpPr>
            <p:grpSpPr>
              <a:xfrm>
                <a:off x="2631902" y="3737325"/>
                <a:ext cx="767639" cy="575285"/>
                <a:chOff x="1286413" y="3306853"/>
                <a:chExt cx="450519" cy="337648"/>
              </a:xfrm>
            </p:grpSpPr>
            <p:sp>
              <p:nvSpPr>
                <p:cNvPr id="1899" name="Google Shape;1899;p42"/>
                <p:cNvSpPr/>
                <p:nvPr/>
              </p:nvSpPr>
              <p:spPr>
                <a:xfrm>
                  <a:off x="1357869" y="3306853"/>
                  <a:ext cx="275108" cy="33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58" h="14413" extrusionOk="0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6955" y="3231"/>
                        <a:pt x="2962" y="14412"/>
                        <a:pt x="2962" y="14412"/>
                      </a:cubicBezTo>
                      <a:lnTo>
                        <a:pt x="9648" y="14412"/>
                      </a:lnTo>
                      <a:cubicBezTo>
                        <a:pt x="9648" y="14412"/>
                        <a:pt x="6461" y="4682"/>
                        <a:pt x="11757" y="1391"/>
                      </a:cubicBezTo>
                      <a:lnTo>
                        <a:pt x="11757" y="1391"/>
                      </a:lnTo>
                      <a:cubicBezTo>
                        <a:pt x="8039" y="2415"/>
                        <a:pt x="6825" y="5880"/>
                        <a:pt x="6691" y="11668"/>
                      </a:cubicBezTo>
                      <a:cubicBezTo>
                        <a:pt x="6018" y="3724"/>
                        <a:pt x="2648" y="673"/>
                        <a:pt x="0" y="0"/>
                      </a:cubicBezTo>
                      <a:close/>
                    </a:path>
                  </a:pathLst>
                </a:cu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0" name="Google Shape;1900;p42"/>
                <p:cNvSpPr/>
                <p:nvPr/>
              </p:nvSpPr>
              <p:spPr>
                <a:xfrm>
                  <a:off x="1286413" y="3412664"/>
                  <a:ext cx="192374" cy="2318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22" h="9896" extrusionOk="0">
                      <a:moveTo>
                        <a:pt x="8222" y="1"/>
                      </a:moveTo>
                      <a:lnTo>
                        <a:pt x="8222" y="1"/>
                      </a:lnTo>
                      <a:cubicBezTo>
                        <a:pt x="2825" y="2105"/>
                        <a:pt x="3247" y="8774"/>
                        <a:pt x="3247" y="8774"/>
                      </a:cubicBezTo>
                      <a:cubicBezTo>
                        <a:pt x="3247" y="8774"/>
                        <a:pt x="2235" y="3716"/>
                        <a:pt x="3963" y="1482"/>
                      </a:cubicBezTo>
                      <a:lnTo>
                        <a:pt x="3963" y="1482"/>
                      </a:lnTo>
                      <a:cubicBezTo>
                        <a:pt x="1" y="3758"/>
                        <a:pt x="1350" y="9895"/>
                        <a:pt x="1350" y="9895"/>
                      </a:cubicBezTo>
                      <a:lnTo>
                        <a:pt x="1350" y="9894"/>
                      </a:lnTo>
                      <a:lnTo>
                        <a:pt x="7041" y="9894"/>
                      </a:lnTo>
                      <a:cubicBezTo>
                        <a:pt x="7041" y="9894"/>
                        <a:pt x="4682" y="4138"/>
                        <a:pt x="8222" y="1"/>
                      </a:cubicBezTo>
                      <a:close/>
                    </a:path>
                  </a:pathLst>
                </a:cu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1" name="Google Shape;1901;p42"/>
                <p:cNvSpPr/>
                <p:nvPr/>
              </p:nvSpPr>
              <p:spPr>
                <a:xfrm>
                  <a:off x="1529349" y="3323555"/>
                  <a:ext cx="207583" cy="3209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72" h="13701" extrusionOk="0">
                      <a:moveTo>
                        <a:pt x="8872" y="0"/>
                      </a:moveTo>
                      <a:lnTo>
                        <a:pt x="8872" y="0"/>
                      </a:lnTo>
                      <a:cubicBezTo>
                        <a:pt x="4741" y="2510"/>
                        <a:pt x="3730" y="12147"/>
                        <a:pt x="3730" y="12147"/>
                      </a:cubicBezTo>
                      <a:cubicBezTo>
                        <a:pt x="3730" y="12147"/>
                        <a:pt x="2463" y="2651"/>
                        <a:pt x="1" y="1973"/>
                      </a:cubicBezTo>
                      <a:lnTo>
                        <a:pt x="1" y="1973"/>
                      </a:lnTo>
                      <a:cubicBezTo>
                        <a:pt x="3473" y="8392"/>
                        <a:pt x="1049" y="13699"/>
                        <a:pt x="1049" y="13699"/>
                      </a:cubicBezTo>
                      <a:lnTo>
                        <a:pt x="6905" y="13700"/>
                      </a:lnTo>
                      <a:cubicBezTo>
                        <a:pt x="6905" y="13700"/>
                        <a:pt x="3693" y="6494"/>
                        <a:pt x="8872" y="0"/>
                      </a:cubicBezTo>
                      <a:close/>
                    </a:path>
                  </a:pathLst>
                </a:cu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902" name="Google Shape;1902;p42"/>
            <p:cNvGrpSpPr/>
            <p:nvPr/>
          </p:nvGrpSpPr>
          <p:grpSpPr>
            <a:xfrm>
              <a:off x="-1255837" y="3946300"/>
              <a:ext cx="10436575" cy="1197200"/>
              <a:chOff x="-646237" y="3946300"/>
              <a:chExt cx="10436575" cy="1197200"/>
            </a:xfrm>
          </p:grpSpPr>
          <p:grpSp>
            <p:nvGrpSpPr>
              <p:cNvPr id="1903" name="Google Shape;1903;p42"/>
              <p:cNvGrpSpPr/>
              <p:nvPr/>
            </p:nvGrpSpPr>
            <p:grpSpPr>
              <a:xfrm>
                <a:off x="-646237" y="4340034"/>
                <a:ext cx="10436575" cy="803466"/>
                <a:chOff x="0" y="4340034"/>
                <a:chExt cx="10436575" cy="803466"/>
              </a:xfrm>
            </p:grpSpPr>
            <p:sp>
              <p:nvSpPr>
                <p:cNvPr id="1904" name="Google Shape;1904;p42"/>
                <p:cNvSpPr/>
                <p:nvPr/>
              </p:nvSpPr>
              <p:spPr>
                <a:xfrm rot="10800000">
                  <a:off x="2007684" y="4340034"/>
                  <a:ext cx="2007666" cy="803466"/>
                </a:xfrm>
                <a:prstGeom prst="flowChartDocument">
                  <a:avLst/>
                </a:prstGeom>
                <a:solidFill>
                  <a:srgbClr val="B4B73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5" name="Google Shape;1905;p42"/>
                <p:cNvSpPr/>
                <p:nvPr/>
              </p:nvSpPr>
              <p:spPr>
                <a:xfrm rot="10800000" flipH="1">
                  <a:off x="0" y="4340034"/>
                  <a:ext cx="2007666" cy="803466"/>
                </a:xfrm>
                <a:prstGeom prst="flowChartDocument">
                  <a:avLst/>
                </a:prstGeom>
                <a:solidFill>
                  <a:srgbClr val="B4B73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6" name="Google Shape;1906;p42"/>
                <p:cNvSpPr/>
                <p:nvPr/>
              </p:nvSpPr>
              <p:spPr>
                <a:xfrm rot="10800000">
                  <a:off x="5184834" y="4340034"/>
                  <a:ext cx="2007666" cy="803466"/>
                </a:xfrm>
                <a:prstGeom prst="flowChartDocument">
                  <a:avLst/>
                </a:prstGeom>
                <a:solidFill>
                  <a:srgbClr val="B4B73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7" name="Google Shape;1907;p42"/>
                <p:cNvSpPr/>
                <p:nvPr/>
              </p:nvSpPr>
              <p:spPr>
                <a:xfrm rot="10800000" flipH="1">
                  <a:off x="3177150" y="4340034"/>
                  <a:ext cx="2007666" cy="803466"/>
                </a:xfrm>
                <a:prstGeom prst="flowChartDocument">
                  <a:avLst/>
                </a:prstGeom>
                <a:solidFill>
                  <a:srgbClr val="B4B73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8" name="Google Shape;1908;p42"/>
                <p:cNvSpPr/>
                <p:nvPr/>
              </p:nvSpPr>
              <p:spPr>
                <a:xfrm rot="10800000">
                  <a:off x="8428909" y="4340034"/>
                  <a:ext cx="2007666" cy="803466"/>
                </a:xfrm>
                <a:prstGeom prst="flowChartDocument">
                  <a:avLst/>
                </a:prstGeom>
                <a:solidFill>
                  <a:srgbClr val="B4B73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9" name="Google Shape;1909;p42"/>
                <p:cNvSpPr/>
                <p:nvPr/>
              </p:nvSpPr>
              <p:spPr>
                <a:xfrm rot="10800000" flipH="1">
                  <a:off x="6421225" y="4340034"/>
                  <a:ext cx="2007666" cy="803466"/>
                </a:xfrm>
                <a:prstGeom prst="flowChartDocument">
                  <a:avLst/>
                </a:prstGeom>
                <a:solidFill>
                  <a:srgbClr val="B4B73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910" name="Google Shape;1910;p42"/>
              <p:cNvGrpSpPr/>
              <p:nvPr/>
            </p:nvGrpSpPr>
            <p:grpSpPr>
              <a:xfrm>
                <a:off x="3964812" y="4033230"/>
                <a:ext cx="1307895" cy="575273"/>
                <a:chOff x="2161713" y="3315239"/>
                <a:chExt cx="607984" cy="267420"/>
              </a:xfrm>
            </p:grpSpPr>
            <p:sp>
              <p:nvSpPr>
                <p:cNvPr id="1911" name="Google Shape;1911;p42"/>
                <p:cNvSpPr/>
                <p:nvPr/>
              </p:nvSpPr>
              <p:spPr>
                <a:xfrm>
                  <a:off x="2161713" y="3351361"/>
                  <a:ext cx="191789" cy="2312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97" h="9874" extrusionOk="0">
                      <a:moveTo>
                        <a:pt x="7172" y="1"/>
                      </a:moveTo>
                      <a:lnTo>
                        <a:pt x="7172" y="1"/>
                      </a:lnTo>
                      <a:cubicBezTo>
                        <a:pt x="4099" y="1599"/>
                        <a:pt x="3892" y="4964"/>
                        <a:pt x="3523" y="7464"/>
                      </a:cubicBezTo>
                      <a:cubicBezTo>
                        <a:pt x="3359" y="5580"/>
                        <a:pt x="2090" y="985"/>
                        <a:pt x="0" y="616"/>
                      </a:cubicBezTo>
                      <a:lnTo>
                        <a:pt x="0" y="616"/>
                      </a:lnTo>
                      <a:cubicBezTo>
                        <a:pt x="2705" y="2746"/>
                        <a:pt x="1844" y="9874"/>
                        <a:pt x="1844" y="9874"/>
                      </a:cubicBezTo>
                      <a:lnTo>
                        <a:pt x="7909" y="9874"/>
                      </a:lnTo>
                      <a:cubicBezTo>
                        <a:pt x="8196" y="7044"/>
                        <a:pt x="7172" y="3279"/>
                        <a:pt x="7172" y="3278"/>
                      </a:cubicBezTo>
                      <a:lnTo>
                        <a:pt x="7172" y="3278"/>
                      </a:lnTo>
                      <a:cubicBezTo>
                        <a:pt x="7172" y="3279"/>
                        <a:pt x="7295" y="6966"/>
                        <a:pt x="5819" y="7704"/>
                      </a:cubicBezTo>
                      <a:cubicBezTo>
                        <a:pt x="5123" y="6351"/>
                        <a:pt x="5328" y="2131"/>
                        <a:pt x="7172" y="1"/>
                      </a:cubicBezTo>
                      <a:close/>
                    </a:path>
                  </a:pathLst>
                </a:custGeom>
                <a:solidFill>
                  <a:srgbClr val="B4B73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12" name="Google Shape;1912;p42"/>
                <p:cNvSpPr/>
                <p:nvPr/>
              </p:nvSpPr>
              <p:spPr>
                <a:xfrm>
                  <a:off x="2378304" y="3315239"/>
                  <a:ext cx="217878" cy="2674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312" h="11416" extrusionOk="0">
                      <a:moveTo>
                        <a:pt x="1" y="0"/>
                      </a:moveTo>
                      <a:lnTo>
                        <a:pt x="1" y="0"/>
                      </a:lnTo>
                      <a:cubicBezTo>
                        <a:pt x="5510" y="2559"/>
                        <a:pt x="2346" y="11416"/>
                        <a:pt x="2346" y="11416"/>
                      </a:cubicBezTo>
                      <a:lnTo>
                        <a:pt x="7642" y="11416"/>
                      </a:lnTo>
                      <a:cubicBezTo>
                        <a:pt x="7642" y="11416"/>
                        <a:pt x="5118" y="3709"/>
                        <a:pt x="9312" y="1102"/>
                      </a:cubicBezTo>
                      <a:lnTo>
                        <a:pt x="9312" y="1102"/>
                      </a:lnTo>
                      <a:cubicBezTo>
                        <a:pt x="6368" y="1913"/>
                        <a:pt x="5407" y="4656"/>
                        <a:pt x="5300" y="9241"/>
                      </a:cubicBezTo>
                      <a:cubicBezTo>
                        <a:pt x="4768" y="2950"/>
                        <a:pt x="2098" y="533"/>
                        <a:pt x="1" y="0"/>
                      </a:cubicBezTo>
                      <a:close/>
                    </a:path>
                  </a:pathLst>
                </a:custGeom>
                <a:solidFill>
                  <a:srgbClr val="B4B73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13" name="Google Shape;1913;p42"/>
                <p:cNvSpPr/>
                <p:nvPr/>
              </p:nvSpPr>
              <p:spPr>
                <a:xfrm>
                  <a:off x="2587220" y="3358716"/>
                  <a:ext cx="182477" cy="2239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99" h="9560" extrusionOk="0">
                      <a:moveTo>
                        <a:pt x="7799" y="0"/>
                      </a:moveTo>
                      <a:lnTo>
                        <a:pt x="7799" y="0"/>
                      </a:lnTo>
                      <a:cubicBezTo>
                        <a:pt x="6042" y="447"/>
                        <a:pt x="3806" y="2471"/>
                        <a:pt x="3360" y="7739"/>
                      </a:cubicBezTo>
                      <a:cubicBezTo>
                        <a:pt x="3271" y="3901"/>
                        <a:pt x="2466" y="1603"/>
                        <a:pt x="0" y="923"/>
                      </a:cubicBezTo>
                      <a:lnTo>
                        <a:pt x="0" y="923"/>
                      </a:lnTo>
                      <a:cubicBezTo>
                        <a:pt x="3513" y="3107"/>
                        <a:pt x="1399" y="9560"/>
                        <a:pt x="1399" y="9560"/>
                      </a:cubicBezTo>
                      <a:lnTo>
                        <a:pt x="5835" y="9560"/>
                      </a:lnTo>
                      <a:cubicBezTo>
                        <a:pt x="5835" y="9560"/>
                        <a:pt x="3186" y="2144"/>
                        <a:pt x="7799" y="0"/>
                      </a:cubicBezTo>
                      <a:close/>
                    </a:path>
                  </a:pathLst>
                </a:custGeom>
                <a:solidFill>
                  <a:srgbClr val="B4B73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14" name="Google Shape;1914;p42"/>
                <p:cNvSpPr/>
                <p:nvPr/>
              </p:nvSpPr>
              <p:spPr>
                <a:xfrm>
                  <a:off x="2321682" y="3399054"/>
                  <a:ext cx="152388" cy="183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13" h="7838" extrusionOk="0">
                      <a:moveTo>
                        <a:pt x="6513" y="0"/>
                      </a:moveTo>
                      <a:lnTo>
                        <a:pt x="6513" y="0"/>
                      </a:lnTo>
                      <a:cubicBezTo>
                        <a:pt x="2237" y="1667"/>
                        <a:pt x="2572" y="6951"/>
                        <a:pt x="2572" y="6951"/>
                      </a:cubicBezTo>
                      <a:cubicBezTo>
                        <a:pt x="2572" y="6951"/>
                        <a:pt x="1771" y="2944"/>
                        <a:pt x="3140" y="1174"/>
                      </a:cubicBezTo>
                      <a:lnTo>
                        <a:pt x="3140" y="1174"/>
                      </a:lnTo>
                      <a:cubicBezTo>
                        <a:pt x="1" y="2977"/>
                        <a:pt x="1069" y="7838"/>
                        <a:pt x="1069" y="7838"/>
                      </a:cubicBezTo>
                      <a:lnTo>
                        <a:pt x="1069" y="7837"/>
                      </a:lnTo>
                      <a:lnTo>
                        <a:pt x="5578" y="7837"/>
                      </a:lnTo>
                      <a:cubicBezTo>
                        <a:pt x="5578" y="7837"/>
                        <a:pt x="3707" y="3277"/>
                        <a:pt x="6513" y="0"/>
                      </a:cubicBezTo>
                      <a:close/>
                    </a:path>
                  </a:pathLst>
                </a:custGeom>
                <a:solidFill>
                  <a:srgbClr val="B4B73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15" name="Google Shape;1915;p42"/>
                <p:cNvSpPr/>
                <p:nvPr/>
              </p:nvSpPr>
              <p:spPr>
                <a:xfrm>
                  <a:off x="2514150" y="3328451"/>
                  <a:ext cx="164414" cy="2542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7" h="10852" extrusionOk="0">
                      <a:moveTo>
                        <a:pt x="7027" y="0"/>
                      </a:moveTo>
                      <a:lnTo>
                        <a:pt x="7027" y="0"/>
                      </a:lnTo>
                      <a:cubicBezTo>
                        <a:pt x="3755" y="1988"/>
                        <a:pt x="2954" y="9623"/>
                        <a:pt x="2954" y="9623"/>
                      </a:cubicBezTo>
                      <a:cubicBezTo>
                        <a:pt x="2954" y="9623"/>
                        <a:pt x="1950" y="2100"/>
                        <a:pt x="1" y="1563"/>
                      </a:cubicBezTo>
                      <a:lnTo>
                        <a:pt x="1" y="1563"/>
                      </a:lnTo>
                      <a:cubicBezTo>
                        <a:pt x="2751" y="6649"/>
                        <a:pt x="831" y="10852"/>
                        <a:pt x="831" y="10852"/>
                      </a:cubicBezTo>
                      <a:lnTo>
                        <a:pt x="5468" y="10852"/>
                      </a:lnTo>
                      <a:cubicBezTo>
                        <a:pt x="5468" y="10852"/>
                        <a:pt x="2924" y="5144"/>
                        <a:pt x="7027" y="0"/>
                      </a:cubicBezTo>
                      <a:close/>
                    </a:path>
                  </a:pathLst>
                </a:custGeom>
                <a:solidFill>
                  <a:srgbClr val="B4B73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916" name="Google Shape;1916;p42"/>
              <p:cNvGrpSpPr/>
              <p:nvPr/>
            </p:nvGrpSpPr>
            <p:grpSpPr>
              <a:xfrm>
                <a:off x="218815" y="3946300"/>
                <a:ext cx="767639" cy="575285"/>
                <a:chOff x="1286413" y="3306853"/>
                <a:chExt cx="450519" cy="337648"/>
              </a:xfrm>
            </p:grpSpPr>
            <p:sp>
              <p:nvSpPr>
                <p:cNvPr id="1917" name="Google Shape;1917;p42"/>
                <p:cNvSpPr/>
                <p:nvPr/>
              </p:nvSpPr>
              <p:spPr>
                <a:xfrm>
                  <a:off x="1357869" y="3306853"/>
                  <a:ext cx="275108" cy="33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58" h="14413" extrusionOk="0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6955" y="3231"/>
                        <a:pt x="2962" y="14412"/>
                        <a:pt x="2962" y="14412"/>
                      </a:cubicBezTo>
                      <a:lnTo>
                        <a:pt x="9648" y="14412"/>
                      </a:lnTo>
                      <a:cubicBezTo>
                        <a:pt x="9648" y="14412"/>
                        <a:pt x="6461" y="4682"/>
                        <a:pt x="11757" y="1391"/>
                      </a:cubicBezTo>
                      <a:lnTo>
                        <a:pt x="11757" y="1391"/>
                      </a:lnTo>
                      <a:cubicBezTo>
                        <a:pt x="8039" y="2415"/>
                        <a:pt x="6825" y="5880"/>
                        <a:pt x="6691" y="11668"/>
                      </a:cubicBezTo>
                      <a:cubicBezTo>
                        <a:pt x="6018" y="3724"/>
                        <a:pt x="2648" y="673"/>
                        <a:pt x="0" y="0"/>
                      </a:cubicBezTo>
                      <a:close/>
                    </a:path>
                  </a:pathLst>
                </a:custGeom>
                <a:solidFill>
                  <a:srgbClr val="B4B73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18" name="Google Shape;1918;p42"/>
                <p:cNvSpPr/>
                <p:nvPr/>
              </p:nvSpPr>
              <p:spPr>
                <a:xfrm>
                  <a:off x="1286413" y="3412664"/>
                  <a:ext cx="192374" cy="2318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22" h="9896" extrusionOk="0">
                      <a:moveTo>
                        <a:pt x="8222" y="1"/>
                      </a:moveTo>
                      <a:lnTo>
                        <a:pt x="8222" y="1"/>
                      </a:lnTo>
                      <a:cubicBezTo>
                        <a:pt x="2825" y="2105"/>
                        <a:pt x="3247" y="8774"/>
                        <a:pt x="3247" y="8774"/>
                      </a:cubicBezTo>
                      <a:cubicBezTo>
                        <a:pt x="3247" y="8774"/>
                        <a:pt x="2235" y="3716"/>
                        <a:pt x="3963" y="1482"/>
                      </a:cubicBezTo>
                      <a:lnTo>
                        <a:pt x="3963" y="1482"/>
                      </a:lnTo>
                      <a:cubicBezTo>
                        <a:pt x="1" y="3758"/>
                        <a:pt x="1350" y="9895"/>
                        <a:pt x="1350" y="9895"/>
                      </a:cubicBezTo>
                      <a:lnTo>
                        <a:pt x="1350" y="9894"/>
                      </a:lnTo>
                      <a:lnTo>
                        <a:pt x="7041" y="9894"/>
                      </a:lnTo>
                      <a:cubicBezTo>
                        <a:pt x="7041" y="9894"/>
                        <a:pt x="4682" y="4138"/>
                        <a:pt x="8222" y="1"/>
                      </a:cubicBezTo>
                      <a:close/>
                    </a:path>
                  </a:pathLst>
                </a:custGeom>
                <a:solidFill>
                  <a:srgbClr val="B4B73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19" name="Google Shape;1919;p42"/>
                <p:cNvSpPr/>
                <p:nvPr/>
              </p:nvSpPr>
              <p:spPr>
                <a:xfrm>
                  <a:off x="1529349" y="3323555"/>
                  <a:ext cx="207583" cy="3209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72" h="13701" extrusionOk="0">
                      <a:moveTo>
                        <a:pt x="8872" y="0"/>
                      </a:moveTo>
                      <a:lnTo>
                        <a:pt x="8872" y="0"/>
                      </a:lnTo>
                      <a:cubicBezTo>
                        <a:pt x="4741" y="2510"/>
                        <a:pt x="3730" y="12147"/>
                        <a:pt x="3730" y="12147"/>
                      </a:cubicBezTo>
                      <a:cubicBezTo>
                        <a:pt x="3730" y="12147"/>
                        <a:pt x="2463" y="2651"/>
                        <a:pt x="1" y="1973"/>
                      </a:cubicBezTo>
                      <a:lnTo>
                        <a:pt x="1" y="1973"/>
                      </a:lnTo>
                      <a:cubicBezTo>
                        <a:pt x="3473" y="8392"/>
                        <a:pt x="1049" y="13699"/>
                        <a:pt x="1049" y="13699"/>
                      </a:cubicBezTo>
                      <a:lnTo>
                        <a:pt x="6905" y="13700"/>
                      </a:lnTo>
                      <a:cubicBezTo>
                        <a:pt x="6905" y="13700"/>
                        <a:pt x="3693" y="6494"/>
                        <a:pt x="8872" y="0"/>
                      </a:cubicBezTo>
                      <a:close/>
                    </a:path>
                  </a:pathLst>
                </a:custGeom>
                <a:solidFill>
                  <a:srgbClr val="B4B73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920" name="Google Shape;1920;p42"/>
              <p:cNvGrpSpPr/>
              <p:nvPr/>
            </p:nvGrpSpPr>
            <p:grpSpPr>
              <a:xfrm>
                <a:off x="8251040" y="3946300"/>
                <a:ext cx="767639" cy="575285"/>
                <a:chOff x="1286413" y="3306853"/>
                <a:chExt cx="450519" cy="337648"/>
              </a:xfrm>
            </p:grpSpPr>
            <p:sp>
              <p:nvSpPr>
                <p:cNvPr id="1921" name="Google Shape;1921;p42"/>
                <p:cNvSpPr/>
                <p:nvPr/>
              </p:nvSpPr>
              <p:spPr>
                <a:xfrm>
                  <a:off x="1357869" y="3306853"/>
                  <a:ext cx="275108" cy="33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58" h="14413" extrusionOk="0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6955" y="3231"/>
                        <a:pt x="2962" y="14412"/>
                        <a:pt x="2962" y="14412"/>
                      </a:cubicBezTo>
                      <a:lnTo>
                        <a:pt x="9648" y="14412"/>
                      </a:lnTo>
                      <a:cubicBezTo>
                        <a:pt x="9648" y="14412"/>
                        <a:pt x="6461" y="4682"/>
                        <a:pt x="11757" y="1391"/>
                      </a:cubicBezTo>
                      <a:lnTo>
                        <a:pt x="11757" y="1391"/>
                      </a:lnTo>
                      <a:cubicBezTo>
                        <a:pt x="8039" y="2415"/>
                        <a:pt x="6825" y="5880"/>
                        <a:pt x="6691" y="11668"/>
                      </a:cubicBezTo>
                      <a:cubicBezTo>
                        <a:pt x="6018" y="3724"/>
                        <a:pt x="2648" y="673"/>
                        <a:pt x="0" y="0"/>
                      </a:cubicBezTo>
                      <a:close/>
                    </a:path>
                  </a:pathLst>
                </a:custGeom>
                <a:solidFill>
                  <a:srgbClr val="B4B73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22" name="Google Shape;1922;p42"/>
                <p:cNvSpPr/>
                <p:nvPr/>
              </p:nvSpPr>
              <p:spPr>
                <a:xfrm>
                  <a:off x="1286413" y="3412664"/>
                  <a:ext cx="192374" cy="2318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22" h="9896" extrusionOk="0">
                      <a:moveTo>
                        <a:pt x="8222" y="1"/>
                      </a:moveTo>
                      <a:lnTo>
                        <a:pt x="8222" y="1"/>
                      </a:lnTo>
                      <a:cubicBezTo>
                        <a:pt x="2825" y="2105"/>
                        <a:pt x="3247" y="8774"/>
                        <a:pt x="3247" y="8774"/>
                      </a:cubicBezTo>
                      <a:cubicBezTo>
                        <a:pt x="3247" y="8774"/>
                        <a:pt x="2235" y="3716"/>
                        <a:pt x="3963" y="1482"/>
                      </a:cubicBezTo>
                      <a:lnTo>
                        <a:pt x="3963" y="1482"/>
                      </a:lnTo>
                      <a:cubicBezTo>
                        <a:pt x="1" y="3758"/>
                        <a:pt x="1350" y="9895"/>
                        <a:pt x="1350" y="9895"/>
                      </a:cubicBezTo>
                      <a:lnTo>
                        <a:pt x="1350" y="9894"/>
                      </a:lnTo>
                      <a:lnTo>
                        <a:pt x="7041" y="9894"/>
                      </a:lnTo>
                      <a:cubicBezTo>
                        <a:pt x="7041" y="9894"/>
                        <a:pt x="4682" y="4138"/>
                        <a:pt x="8222" y="1"/>
                      </a:cubicBezTo>
                      <a:close/>
                    </a:path>
                  </a:pathLst>
                </a:custGeom>
                <a:solidFill>
                  <a:srgbClr val="B4B73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23" name="Google Shape;1923;p42"/>
                <p:cNvSpPr/>
                <p:nvPr/>
              </p:nvSpPr>
              <p:spPr>
                <a:xfrm>
                  <a:off x="1529349" y="3323555"/>
                  <a:ext cx="207583" cy="3209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72" h="13701" extrusionOk="0">
                      <a:moveTo>
                        <a:pt x="8872" y="0"/>
                      </a:moveTo>
                      <a:lnTo>
                        <a:pt x="8872" y="0"/>
                      </a:lnTo>
                      <a:cubicBezTo>
                        <a:pt x="4741" y="2510"/>
                        <a:pt x="3730" y="12147"/>
                        <a:pt x="3730" y="12147"/>
                      </a:cubicBezTo>
                      <a:cubicBezTo>
                        <a:pt x="3730" y="12147"/>
                        <a:pt x="2463" y="2651"/>
                        <a:pt x="1" y="1973"/>
                      </a:cubicBezTo>
                      <a:lnTo>
                        <a:pt x="1" y="1973"/>
                      </a:lnTo>
                      <a:cubicBezTo>
                        <a:pt x="3473" y="8392"/>
                        <a:pt x="1049" y="13699"/>
                        <a:pt x="1049" y="13699"/>
                      </a:cubicBezTo>
                      <a:lnTo>
                        <a:pt x="6905" y="13700"/>
                      </a:lnTo>
                      <a:cubicBezTo>
                        <a:pt x="6905" y="13700"/>
                        <a:pt x="3693" y="6494"/>
                        <a:pt x="8872" y="0"/>
                      </a:cubicBezTo>
                      <a:close/>
                    </a:path>
                  </a:pathLst>
                </a:custGeom>
                <a:solidFill>
                  <a:srgbClr val="B4B73D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sp>
        <p:nvSpPr>
          <p:cNvPr id="1924" name="Google Shape;1924;p42"/>
          <p:cNvSpPr txBox="1">
            <a:spLocks noGrp="1"/>
          </p:cNvSpPr>
          <p:nvPr>
            <p:ph type="title"/>
          </p:nvPr>
        </p:nvSpPr>
        <p:spPr>
          <a:xfrm>
            <a:off x="720000" y="1515602"/>
            <a:ext cx="669600" cy="66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/>
              <a:t>01</a:t>
            </a:r>
            <a:endParaRPr dirty="0"/>
          </a:p>
        </p:txBody>
      </p:sp>
      <p:sp>
        <p:nvSpPr>
          <p:cNvPr id="1925" name="Google Shape;1925;p42"/>
          <p:cNvSpPr txBox="1">
            <a:spLocks noGrp="1"/>
          </p:cNvSpPr>
          <p:nvPr>
            <p:ph type="subTitle" idx="1"/>
          </p:nvPr>
        </p:nvSpPr>
        <p:spPr>
          <a:xfrm>
            <a:off x="1549349" y="1706376"/>
            <a:ext cx="2642259" cy="57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dirty="0"/>
              <a:t>Drone controllers require training and are hard to use</a:t>
            </a:r>
            <a:endParaRPr dirty="0"/>
          </a:p>
        </p:txBody>
      </p:sp>
      <p:sp>
        <p:nvSpPr>
          <p:cNvPr id="1926" name="Google Shape;1926;p42"/>
          <p:cNvSpPr txBox="1">
            <a:spLocks noGrp="1"/>
          </p:cNvSpPr>
          <p:nvPr>
            <p:ph type="title" idx="2"/>
          </p:nvPr>
        </p:nvSpPr>
        <p:spPr>
          <a:xfrm>
            <a:off x="4572050" y="1515602"/>
            <a:ext cx="669600" cy="66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02</a:t>
            </a:r>
            <a:endParaRPr/>
          </a:p>
        </p:txBody>
      </p:sp>
      <p:sp>
        <p:nvSpPr>
          <p:cNvPr id="1927" name="Google Shape;1927;p42"/>
          <p:cNvSpPr txBox="1">
            <a:spLocks noGrp="1"/>
          </p:cNvSpPr>
          <p:nvPr>
            <p:ph type="subTitle" idx="3"/>
          </p:nvPr>
        </p:nvSpPr>
        <p:spPr>
          <a:xfrm>
            <a:off x="5394150" y="1706361"/>
            <a:ext cx="2336400" cy="57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New users struggle to operate drones safely</a:t>
            </a:r>
            <a:endParaRPr dirty="0"/>
          </a:p>
        </p:txBody>
      </p:sp>
      <p:sp>
        <p:nvSpPr>
          <p:cNvPr id="1928" name="Google Shape;1928;p42"/>
          <p:cNvSpPr txBox="1">
            <a:spLocks noGrp="1"/>
          </p:cNvSpPr>
          <p:nvPr>
            <p:ph type="title" idx="4"/>
          </p:nvPr>
        </p:nvSpPr>
        <p:spPr>
          <a:xfrm>
            <a:off x="720000" y="2735452"/>
            <a:ext cx="669600" cy="66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03</a:t>
            </a:r>
            <a:endParaRPr/>
          </a:p>
        </p:txBody>
      </p:sp>
      <p:sp>
        <p:nvSpPr>
          <p:cNvPr id="1929" name="Google Shape;1929;p42"/>
          <p:cNvSpPr txBox="1">
            <a:spLocks noGrp="1"/>
          </p:cNvSpPr>
          <p:nvPr>
            <p:ph type="subTitle" idx="5"/>
          </p:nvPr>
        </p:nvSpPr>
        <p:spPr>
          <a:xfrm>
            <a:off x="1542000" y="2926025"/>
            <a:ext cx="2336400" cy="57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Gesture recognition is noisy and inconsistent</a:t>
            </a:r>
            <a:endParaRPr dirty="0"/>
          </a:p>
        </p:txBody>
      </p:sp>
      <p:sp>
        <p:nvSpPr>
          <p:cNvPr id="1930" name="Google Shape;1930;p42"/>
          <p:cNvSpPr txBox="1">
            <a:spLocks noGrp="1"/>
          </p:cNvSpPr>
          <p:nvPr>
            <p:ph type="title" idx="6"/>
          </p:nvPr>
        </p:nvSpPr>
        <p:spPr>
          <a:xfrm>
            <a:off x="4572150" y="2735452"/>
            <a:ext cx="669600" cy="66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04</a:t>
            </a:r>
            <a:endParaRPr/>
          </a:p>
        </p:txBody>
      </p:sp>
      <p:sp>
        <p:nvSpPr>
          <p:cNvPr id="1931" name="Google Shape;1931;p42"/>
          <p:cNvSpPr txBox="1">
            <a:spLocks noGrp="1"/>
          </p:cNvSpPr>
          <p:nvPr>
            <p:ph type="subTitle" idx="7"/>
          </p:nvPr>
        </p:nvSpPr>
        <p:spPr>
          <a:xfrm>
            <a:off x="5399050" y="2928720"/>
            <a:ext cx="2336400" cy="57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Wrong commands can lead to crashes</a:t>
            </a:r>
            <a:endParaRPr dirty="0"/>
          </a:p>
        </p:txBody>
      </p:sp>
      <p:sp>
        <p:nvSpPr>
          <p:cNvPr id="1932" name="Google Shape;1932;p42"/>
          <p:cNvSpPr txBox="1">
            <a:spLocks noGrp="1"/>
          </p:cNvSpPr>
          <p:nvPr>
            <p:ph type="title" idx="8"/>
          </p:nvPr>
        </p:nvSpPr>
        <p:spPr>
          <a:xfrm>
            <a:off x="720000" y="544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PROBLEM</a:t>
            </a:r>
            <a:endParaRPr dirty="0"/>
          </a:p>
        </p:txBody>
      </p:sp>
      <p:sp>
        <p:nvSpPr>
          <p:cNvPr id="1933" name="Google Shape;1933;p42"/>
          <p:cNvSpPr txBox="1">
            <a:spLocks noGrp="1"/>
          </p:cNvSpPr>
          <p:nvPr>
            <p:ph type="subTitle" idx="9"/>
          </p:nvPr>
        </p:nvSpPr>
        <p:spPr>
          <a:xfrm>
            <a:off x="1544449" y="1424425"/>
            <a:ext cx="2559717" cy="43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b="1" dirty="0"/>
              <a:t>Complex Control</a:t>
            </a:r>
            <a:endParaRPr dirty="0"/>
          </a:p>
        </p:txBody>
      </p:sp>
      <p:sp>
        <p:nvSpPr>
          <p:cNvPr id="1934" name="Google Shape;1934;p42"/>
          <p:cNvSpPr txBox="1">
            <a:spLocks noGrp="1"/>
          </p:cNvSpPr>
          <p:nvPr>
            <p:ph type="subTitle" idx="13"/>
          </p:nvPr>
        </p:nvSpPr>
        <p:spPr>
          <a:xfrm>
            <a:off x="5394149" y="1424413"/>
            <a:ext cx="3029851" cy="43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SzPts val="1100"/>
            </a:pPr>
            <a:r>
              <a:rPr lang="en-US" dirty="0"/>
              <a:t>High Learning Curve</a:t>
            </a:r>
            <a:endParaRPr dirty="0"/>
          </a:p>
        </p:txBody>
      </p:sp>
      <p:sp>
        <p:nvSpPr>
          <p:cNvPr id="1935" name="Google Shape;1935;p42"/>
          <p:cNvSpPr txBox="1">
            <a:spLocks noGrp="1"/>
          </p:cNvSpPr>
          <p:nvPr>
            <p:ph type="subTitle" idx="14"/>
          </p:nvPr>
        </p:nvSpPr>
        <p:spPr>
          <a:xfrm>
            <a:off x="1546900" y="2644063"/>
            <a:ext cx="2867950" cy="43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SzPts val="1100"/>
            </a:pPr>
            <a:r>
              <a:rPr lang="en-US" dirty="0"/>
              <a:t>Unstable Gestures</a:t>
            </a:r>
            <a:endParaRPr dirty="0"/>
          </a:p>
        </p:txBody>
      </p:sp>
      <p:sp>
        <p:nvSpPr>
          <p:cNvPr id="1936" name="Google Shape;1936;p42"/>
          <p:cNvSpPr txBox="1">
            <a:spLocks noGrp="1"/>
          </p:cNvSpPr>
          <p:nvPr>
            <p:ph type="subTitle" idx="15"/>
          </p:nvPr>
        </p:nvSpPr>
        <p:spPr>
          <a:xfrm>
            <a:off x="5394150" y="2641775"/>
            <a:ext cx="2514300" cy="43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SzPts val="1100"/>
            </a:pPr>
            <a:r>
              <a:rPr lang="en-US" dirty="0"/>
              <a:t>Safety Risk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8" name="Google Shape;2518;p47"/>
          <p:cNvSpPr txBox="1">
            <a:spLocks noGrp="1"/>
          </p:cNvSpPr>
          <p:nvPr>
            <p:ph type="subTitle" idx="1"/>
          </p:nvPr>
        </p:nvSpPr>
        <p:spPr>
          <a:xfrm>
            <a:off x="720000" y="2744288"/>
            <a:ext cx="2613900" cy="44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Gesture Control</a:t>
            </a:r>
            <a:endParaRPr dirty="0"/>
          </a:p>
        </p:txBody>
      </p:sp>
      <p:sp>
        <p:nvSpPr>
          <p:cNvPr id="2519" name="Google Shape;2519;p47"/>
          <p:cNvSpPr txBox="1">
            <a:spLocks noGrp="1"/>
          </p:cNvSpPr>
          <p:nvPr>
            <p:ph type="subTitle" idx="2"/>
          </p:nvPr>
        </p:nvSpPr>
        <p:spPr>
          <a:xfrm>
            <a:off x="4131252" y="2744288"/>
            <a:ext cx="2613900" cy="44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AI + Safety Layer</a:t>
            </a:r>
            <a:endParaRPr dirty="0"/>
          </a:p>
        </p:txBody>
      </p:sp>
      <p:sp>
        <p:nvSpPr>
          <p:cNvPr id="2520" name="Google Shape;2520;p47"/>
          <p:cNvSpPr txBox="1">
            <a:spLocks noGrp="1"/>
          </p:cNvSpPr>
          <p:nvPr>
            <p:ph type="subTitle" idx="3"/>
          </p:nvPr>
        </p:nvSpPr>
        <p:spPr>
          <a:xfrm>
            <a:off x="720000" y="3084897"/>
            <a:ext cx="2613900" cy="8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Hand gestures replace traditional controllers</a:t>
            </a:r>
            <a:endParaRPr dirty="0"/>
          </a:p>
        </p:txBody>
      </p:sp>
      <p:sp>
        <p:nvSpPr>
          <p:cNvPr id="2521" name="Google Shape;2521;p47"/>
          <p:cNvSpPr txBox="1">
            <a:spLocks noGrp="1"/>
          </p:cNvSpPr>
          <p:nvPr>
            <p:ph type="subTitle" idx="4"/>
          </p:nvPr>
        </p:nvSpPr>
        <p:spPr>
          <a:xfrm>
            <a:off x="4131252" y="3084897"/>
            <a:ext cx="2613900" cy="8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Filters unstable commands before execution</a:t>
            </a:r>
            <a:endParaRPr dirty="0"/>
          </a:p>
        </p:txBody>
      </p:sp>
      <p:sp>
        <p:nvSpPr>
          <p:cNvPr id="2522" name="Google Shape;2522;p47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SOLUTION</a:t>
            </a:r>
            <a:endParaRPr dirty="0"/>
          </a:p>
        </p:txBody>
      </p:sp>
      <p:grpSp>
        <p:nvGrpSpPr>
          <p:cNvPr id="2523" name="Google Shape;2523;p47"/>
          <p:cNvGrpSpPr/>
          <p:nvPr/>
        </p:nvGrpSpPr>
        <p:grpSpPr>
          <a:xfrm>
            <a:off x="834925" y="1646861"/>
            <a:ext cx="760424" cy="914207"/>
            <a:chOff x="5628211" y="3992482"/>
            <a:chExt cx="311241" cy="374184"/>
          </a:xfrm>
        </p:grpSpPr>
        <p:sp>
          <p:nvSpPr>
            <p:cNvPr id="2524" name="Google Shape;2524;p47"/>
            <p:cNvSpPr/>
            <p:nvPr/>
          </p:nvSpPr>
          <p:spPr>
            <a:xfrm>
              <a:off x="5628211" y="4102260"/>
              <a:ext cx="311241" cy="264351"/>
            </a:xfrm>
            <a:custGeom>
              <a:avLst/>
              <a:gdLst/>
              <a:ahLst/>
              <a:cxnLst/>
              <a:rect l="l" t="t" r="r" b="b"/>
              <a:pathLst>
                <a:path w="11284" h="9584" extrusionOk="0">
                  <a:moveTo>
                    <a:pt x="758" y="1"/>
                  </a:moveTo>
                  <a:cubicBezTo>
                    <a:pt x="342" y="1"/>
                    <a:pt x="1" y="339"/>
                    <a:pt x="1" y="758"/>
                  </a:cubicBezTo>
                  <a:lnTo>
                    <a:pt x="1" y="7879"/>
                  </a:lnTo>
                  <a:cubicBezTo>
                    <a:pt x="1" y="8023"/>
                    <a:pt x="37" y="8164"/>
                    <a:pt x="109" y="8287"/>
                  </a:cubicBezTo>
                  <a:lnTo>
                    <a:pt x="610" y="9167"/>
                  </a:lnTo>
                  <a:cubicBezTo>
                    <a:pt x="757" y="9424"/>
                    <a:pt x="1029" y="9584"/>
                    <a:pt x="1325" y="9584"/>
                  </a:cubicBezTo>
                  <a:lnTo>
                    <a:pt x="2647" y="9584"/>
                  </a:lnTo>
                  <a:cubicBezTo>
                    <a:pt x="2822" y="9584"/>
                    <a:pt x="2986" y="9503"/>
                    <a:pt x="3093" y="9365"/>
                  </a:cubicBezTo>
                  <a:lnTo>
                    <a:pt x="3651" y="8646"/>
                  </a:lnTo>
                  <a:cubicBezTo>
                    <a:pt x="3726" y="8551"/>
                    <a:pt x="3840" y="8493"/>
                    <a:pt x="3961" y="8493"/>
                  </a:cubicBezTo>
                  <a:lnTo>
                    <a:pt x="7350" y="8493"/>
                  </a:lnTo>
                  <a:cubicBezTo>
                    <a:pt x="7470" y="8493"/>
                    <a:pt x="7585" y="8548"/>
                    <a:pt x="7658" y="8643"/>
                  </a:cubicBezTo>
                  <a:lnTo>
                    <a:pt x="8218" y="9364"/>
                  </a:lnTo>
                  <a:cubicBezTo>
                    <a:pt x="8325" y="9500"/>
                    <a:pt x="8489" y="9581"/>
                    <a:pt x="8662" y="9581"/>
                  </a:cubicBezTo>
                  <a:lnTo>
                    <a:pt x="9957" y="9581"/>
                  </a:lnTo>
                  <a:cubicBezTo>
                    <a:pt x="10252" y="9581"/>
                    <a:pt x="10523" y="9424"/>
                    <a:pt x="10670" y="9167"/>
                  </a:cubicBezTo>
                  <a:lnTo>
                    <a:pt x="11169" y="8288"/>
                  </a:lnTo>
                  <a:cubicBezTo>
                    <a:pt x="11241" y="8164"/>
                    <a:pt x="11278" y="8024"/>
                    <a:pt x="11278" y="7881"/>
                  </a:cubicBezTo>
                  <a:lnTo>
                    <a:pt x="11278" y="755"/>
                  </a:lnTo>
                  <a:cubicBezTo>
                    <a:pt x="11284" y="339"/>
                    <a:pt x="10942" y="1"/>
                    <a:pt x="105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5" name="Google Shape;2525;p47"/>
            <p:cNvSpPr/>
            <p:nvPr/>
          </p:nvSpPr>
          <p:spPr>
            <a:xfrm>
              <a:off x="5880867" y="4102260"/>
              <a:ext cx="58585" cy="264406"/>
            </a:xfrm>
            <a:custGeom>
              <a:avLst/>
              <a:gdLst/>
              <a:ahLst/>
              <a:cxnLst/>
              <a:rect l="l" t="t" r="r" b="b"/>
              <a:pathLst>
                <a:path w="2124" h="9586" extrusionOk="0">
                  <a:moveTo>
                    <a:pt x="556" y="1"/>
                  </a:moveTo>
                  <a:cubicBezTo>
                    <a:pt x="967" y="1"/>
                    <a:pt x="1300" y="341"/>
                    <a:pt x="1300" y="758"/>
                  </a:cubicBezTo>
                  <a:lnTo>
                    <a:pt x="1300" y="7885"/>
                  </a:lnTo>
                  <a:cubicBezTo>
                    <a:pt x="1300" y="8029"/>
                    <a:pt x="1263" y="8167"/>
                    <a:pt x="1195" y="8291"/>
                  </a:cubicBezTo>
                  <a:lnTo>
                    <a:pt x="702" y="9170"/>
                  </a:lnTo>
                  <a:cubicBezTo>
                    <a:pt x="559" y="9427"/>
                    <a:pt x="290" y="9585"/>
                    <a:pt x="0" y="9585"/>
                  </a:cubicBezTo>
                  <a:lnTo>
                    <a:pt x="822" y="9585"/>
                  </a:lnTo>
                  <a:cubicBezTo>
                    <a:pt x="1113" y="9585"/>
                    <a:pt x="1382" y="9427"/>
                    <a:pt x="1524" y="9170"/>
                  </a:cubicBezTo>
                  <a:lnTo>
                    <a:pt x="2017" y="8291"/>
                  </a:lnTo>
                  <a:cubicBezTo>
                    <a:pt x="2087" y="8167"/>
                    <a:pt x="2124" y="8029"/>
                    <a:pt x="2124" y="7885"/>
                  </a:cubicBezTo>
                  <a:lnTo>
                    <a:pt x="2124" y="758"/>
                  </a:lnTo>
                  <a:cubicBezTo>
                    <a:pt x="2124" y="339"/>
                    <a:pt x="1784" y="1"/>
                    <a:pt x="136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6" name="Google Shape;2526;p47"/>
            <p:cNvSpPr/>
            <p:nvPr/>
          </p:nvSpPr>
          <p:spPr>
            <a:xfrm>
              <a:off x="5677970" y="4336546"/>
              <a:ext cx="59413" cy="30065"/>
            </a:xfrm>
            <a:custGeom>
              <a:avLst/>
              <a:gdLst/>
              <a:ahLst/>
              <a:cxnLst/>
              <a:rect l="l" t="t" r="r" b="b"/>
              <a:pathLst>
                <a:path w="2154" h="1090" extrusionOk="0">
                  <a:moveTo>
                    <a:pt x="1315" y="1"/>
                  </a:moveTo>
                  <a:cubicBezTo>
                    <a:pt x="1194" y="1"/>
                    <a:pt x="1081" y="58"/>
                    <a:pt x="1005" y="153"/>
                  </a:cubicBezTo>
                  <a:lnTo>
                    <a:pt x="446" y="871"/>
                  </a:lnTo>
                  <a:cubicBezTo>
                    <a:pt x="341" y="1009"/>
                    <a:pt x="175" y="1090"/>
                    <a:pt x="1" y="1090"/>
                  </a:cubicBezTo>
                  <a:lnTo>
                    <a:pt x="840" y="1090"/>
                  </a:lnTo>
                  <a:cubicBezTo>
                    <a:pt x="1015" y="1090"/>
                    <a:pt x="1179" y="1009"/>
                    <a:pt x="1286" y="871"/>
                  </a:cubicBezTo>
                  <a:lnTo>
                    <a:pt x="1844" y="153"/>
                  </a:lnTo>
                  <a:cubicBezTo>
                    <a:pt x="1918" y="58"/>
                    <a:pt x="2032" y="1"/>
                    <a:pt x="21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7" name="Google Shape;2527;p47"/>
            <p:cNvSpPr/>
            <p:nvPr/>
          </p:nvSpPr>
          <p:spPr>
            <a:xfrm>
              <a:off x="5663710" y="4148102"/>
              <a:ext cx="91795" cy="91795"/>
            </a:xfrm>
            <a:custGeom>
              <a:avLst/>
              <a:gdLst/>
              <a:ahLst/>
              <a:cxnLst/>
              <a:rect l="l" t="t" r="r" b="b"/>
              <a:pathLst>
                <a:path w="3328" h="3328" extrusionOk="0">
                  <a:moveTo>
                    <a:pt x="1664" y="1"/>
                  </a:moveTo>
                  <a:cubicBezTo>
                    <a:pt x="990" y="1"/>
                    <a:pt x="406" y="401"/>
                    <a:pt x="147" y="981"/>
                  </a:cubicBezTo>
                  <a:cubicBezTo>
                    <a:pt x="53" y="1189"/>
                    <a:pt x="0" y="1421"/>
                    <a:pt x="0" y="1664"/>
                  </a:cubicBezTo>
                  <a:cubicBezTo>
                    <a:pt x="0" y="1907"/>
                    <a:pt x="53" y="2139"/>
                    <a:pt x="147" y="2347"/>
                  </a:cubicBezTo>
                  <a:cubicBezTo>
                    <a:pt x="406" y="2924"/>
                    <a:pt x="990" y="3327"/>
                    <a:pt x="1664" y="3327"/>
                  </a:cubicBezTo>
                  <a:cubicBezTo>
                    <a:pt x="2338" y="3327"/>
                    <a:pt x="2920" y="2926"/>
                    <a:pt x="3181" y="2347"/>
                  </a:cubicBezTo>
                  <a:cubicBezTo>
                    <a:pt x="3273" y="2137"/>
                    <a:pt x="3327" y="1907"/>
                    <a:pt x="3327" y="1664"/>
                  </a:cubicBezTo>
                  <a:cubicBezTo>
                    <a:pt x="3327" y="1421"/>
                    <a:pt x="3274" y="1189"/>
                    <a:pt x="3181" y="981"/>
                  </a:cubicBezTo>
                  <a:cubicBezTo>
                    <a:pt x="2920" y="404"/>
                    <a:pt x="2338" y="1"/>
                    <a:pt x="166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8" name="Google Shape;2528;p47"/>
            <p:cNvSpPr/>
            <p:nvPr/>
          </p:nvSpPr>
          <p:spPr>
            <a:xfrm>
              <a:off x="5664069" y="4175464"/>
              <a:ext cx="90995" cy="37429"/>
            </a:xfrm>
            <a:custGeom>
              <a:avLst/>
              <a:gdLst/>
              <a:ahLst/>
              <a:cxnLst/>
              <a:rect l="l" t="t" r="r" b="b"/>
              <a:pathLst>
                <a:path w="3299" h="1357" extrusionOk="0">
                  <a:moveTo>
                    <a:pt x="146" y="1"/>
                  </a:moveTo>
                  <a:cubicBezTo>
                    <a:pt x="52" y="209"/>
                    <a:pt x="1" y="437"/>
                    <a:pt x="1" y="679"/>
                  </a:cubicBezTo>
                  <a:cubicBezTo>
                    <a:pt x="1" y="921"/>
                    <a:pt x="52" y="1150"/>
                    <a:pt x="146" y="1356"/>
                  </a:cubicBezTo>
                  <a:lnTo>
                    <a:pt x="3154" y="1356"/>
                  </a:lnTo>
                  <a:cubicBezTo>
                    <a:pt x="3248" y="1150"/>
                    <a:pt x="3298" y="921"/>
                    <a:pt x="3298" y="679"/>
                  </a:cubicBezTo>
                  <a:cubicBezTo>
                    <a:pt x="3298" y="437"/>
                    <a:pt x="3248" y="209"/>
                    <a:pt x="315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9" name="Google Shape;2529;p47"/>
            <p:cNvSpPr/>
            <p:nvPr/>
          </p:nvSpPr>
          <p:spPr>
            <a:xfrm>
              <a:off x="5713497" y="4181449"/>
              <a:ext cx="25100" cy="25100"/>
            </a:xfrm>
            <a:custGeom>
              <a:avLst/>
              <a:gdLst/>
              <a:ahLst/>
              <a:cxnLst/>
              <a:rect l="l" t="t" r="r" b="b"/>
              <a:pathLst>
                <a:path w="910" h="910" extrusionOk="0">
                  <a:moveTo>
                    <a:pt x="455" y="1"/>
                  </a:moveTo>
                  <a:cubicBezTo>
                    <a:pt x="205" y="1"/>
                    <a:pt x="1" y="204"/>
                    <a:pt x="1" y="455"/>
                  </a:cubicBezTo>
                  <a:cubicBezTo>
                    <a:pt x="1" y="706"/>
                    <a:pt x="205" y="909"/>
                    <a:pt x="455" y="909"/>
                  </a:cubicBezTo>
                  <a:cubicBezTo>
                    <a:pt x="706" y="909"/>
                    <a:pt x="910" y="706"/>
                    <a:pt x="910" y="455"/>
                  </a:cubicBezTo>
                  <a:cubicBezTo>
                    <a:pt x="910" y="204"/>
                    <a:pt x="706" y="1"/>
                    <a:pt x="4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0" name="Google Shape;2530;p47"/>
            <p:cNvSpPr/>
            <p:nvPr/>
          </p:nvSpPr>
          <p:spPr>
            <a:xfrm>
              <a:off x="5812352" y="4148102"/>
              <a:ext cx="91767" cy="91795"/>
            </a:xfrm>
            <a:custGeom>
              <a:avLst/>
              <a:gdLst/>
              <a:ahLst/>
              <a:cxnLst/>
              <a:rect l="l" t="t" r="r" b="b"/>
              <a:pathLst>
                <a:path w="3327" h="3328" extrusionOk="0">
                  <a:moveTo>
                    <a:pt x="1664" y="1"/>
                  </a:moveTo>
                  <a:cubicBezTo>
                    <a:pt x="1420" y="1"/>
                    <a:pt x="1189" y="52"/>
                    <a:pt x="981" y="147"/>
                  </a:cubicBezTo>
                  <a:cubicBezTo>
                    <a:pt x="403" y="407"/>
                    <a:pt x="0" y="990"/>
                    <a:pt x="0" y="1664"/>
                  </a:cubicBezTo>
                  <a:cubicBezTo>
                    <a:pt x="0" y="2338"/>
                    <a:pt x="402" y="2920"/>
                    <a:pt x="981" y="3181"/>
                  </a:cubicBezTo>
                  <a:cubicBezTo>
                    <a:pt x="1189" y="3275"/>
                    <a:pt x="1420" y="3327"/>
                    <a:pt x="1664" y="3327"/>
                  </a:cubicBezTo>
                  <a:cubicBezTo>
                    <a:pt x="1907" y="3327"/>
                    <a:pt x="2138" y="3275"/>
                    <a:pt x="2346" y="3181"/>
                  </a:cubicBezTo>
                  <a:cubicBezTo>
                    <a:pt x="2924" y="2920"/>
                    <a:pt x="3327" y="2338"/>
                    <a:pt x="3327" y="1664"/>
                  </a:cubicBezTo>
                  <a:cubicBezTo>
                    <a:pt x="3327" y="990"/>
                    <a:pt x="2925" y="407"/>
                    <a:pt x="2346" y="147"/>
                  </a:cubicBezTo>
                  <a:cubicBezTo>
                    <a:pt x="2138" y="53"/>
                    <a:pt x="1907" y="1"/>
                    <a:pt x="166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1" name="Google Shape;2531;p47"/>
            <p:cNvSpPr/>
            <p:nvPr/>
          </p:nvSpPr>
          <p:spPr>
            <a:xfrm>
              <a:off x="5839797" y="4148516"/>
              <a:ext cx="37402" cy="90967"/>
            </a:xfrm>
            <a:custGeom>
              <a:avLst/>
              <a:gdLst/>
              <a:ahLst/>
              <a:cxnLst/>
              <a:rect l="l" t="t" r="r" b="b"/>
              <a:pathLst>
                <a:path w="1356" h="3298" extrusionOk="0">
                  <a:moveTo>
                    <a:pt x="677" y="0"/>
                  </a:moveTo>
                  <a:cubicBezTo>
                    <a:pt x="438" y="0"/>
                    <a:pt x="207" y="52"/>
                    <a:pt x="0" y="145"/>
                  </a:cubicBezTo>
                  <a:lnTo>
                    <a:pt x="0" y="3153"/>
                  </a:lnTo>
                  <a:cubicBezTo>
                    <a:pt x="207" y="3246"/>
                    <a:pt x="435" y="3298"/>
                    <a:pt x="677" y="3298"/>
                  </a:cubicBezTo>
                  <a:cubicBezTo>
                    <a:pt x="919" y="3298"/>
                    <a:pt x="1149" y="3246"/>
                    <a:pt x="1356" y="3153"/>
                  </a:cubicBezTo>
                  <a:lnTo>
                    <a:pt x="1356" y="144"/>
                  </a:lnTo>
                  <a:cubicBezTo>
                    <a:pt x="1149" y="52"/>
                    <a:pt x="919" y="0"/>
                    <a:pt x="67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2" name="Google Shape;2532;p47"/>
            <p:cNvSpPr/>
            <p:nvPr/>
          </p:nvSpPr>
          <p:spPr>
            <a:xfrm>
              <a:off x="5845699" y="4164955"/>
              <a:ext cx="25072" cy="25100"/>
            </a:xfrm>
            <a:custGeom>
              <a:avLst/>
              <a:gdLst/>
              <a:ahLst/>
              <a:cxnLst/>
              <a:rect l="l" t="t" r="r" b="b"/>
              <a:pathLst>
                <a:path w="909" h="910" extrusionOk="0">
                  <a:moveTo>
                    <a:pt x="455" y="1"/>
                  </a:moveTo>
                  <a:cubicBezTo>
                    <a:pt x="204" y="1"/>
                    <a:pt x="0" y="204"/>
                    <a:pt x="0" y="455"/>
                  </a:cubicBezTo>
                  <a:cubicBezTo>
                    <a:pt x="0" y="706"/>
                    <a:pt x="204" y="909"/>
                    <a:pt x="455" y="909"/>
                  </a:cubicBezTo>
                  <a:cubicBezTo>
                    <a:pt x="705" y="909"/>
                    <a:pt x="909" y="706"/>
                    <a:pt x="909" y="455"/>
                  </a:cubicBezTo>
                  <a:cubicBezTo>
                    <a:pt x="909" y="204"/>
                    <a:pt x="705" y="1"/>
                    <a:pt x="4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3" name="Google Shape;2533;p47"/>
            <p:cNvSpPr/>
            <p:nvPr/>
          </p:nvSpPr>
          <p:spPr>
            <a:xfrm>
              <a:off x="5824433" y="4275230"/>
              <a:ext cx="27389" cy="27389"/>
            </a:xfrm>
            <a:custGeom>
              <a:avLst/>
              <a:gdLst/>
              <a:ahLst/>
              <a:cxnLst/>
              <a:rect l="l" t="t" r="r" b="b"/>
              <a:pathLst>
                <a:path w="993" h="993" extrusionOk="0">
                  <a:moveTo>
                    <a:pt x="497" y="1"/>
                  </a:moveTo>
                  <a:cubicBezTo>
                    <a:pt x="222" y="1"/>
                    <a:pt x="0" y="222"/>
                    <a:pt x="0" y="496"/>
                  </a:cubicBezTo>
                  <a:cubicBezTo>
                    <a:pt x="0" y="771"/>
                    <a:pt x="222" y="993"/>
                    <a:pt x="497" y="993"/>
                  </a:cubicBezTo>
                  <a:cubicBezTo>
                    <a:pt x="771" y="993"/>
                    <a:pt x="992" y="771"/>
                    <a:pt x="992" y="496"/>
                  </a:cubicBezTo>
                  <a:cubicBezTo>
                    <a:pt x="992" y="222"/>
                    <a:pt x="771" y="1"/>
                    <a:pt x="49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4" name="Google Shape;2534;p47"/>
            <p:cNvSpPr/>
            <p:nvPr/>
          </p:nvSpPr>
          <p:spPr>
            <a:xfrm>
              <a:off x="5870744" y="4275230"/>
              <a:ext cx="27445" cy="27389"/>
            </a:xfrm>
            <a:custGeom>
              <a:avLst/>
              <a:gdLst/>
              <a:ahLst/>
              <a:cxnLst/>
              <a:rect l="l" t="t" r="r" b="b"/>
              <a:pathLst>
                <a:path w="995" h="993" extrusionOk="0">
                  <a:moveTo>
                    <a:pt x="498" y="1"/>
                  </a:moveTo>
                  <a:cubicBezTo>
                    <a:pt x="224" y="1"/>
                    <a:pt x="1" y="222"/>
                    <a:pt x="1" y="496"/>
                  </a:cubicBezTo>
                  <a:cubicBezTo>
                    <a:pt x="1" y="771"/>
                    <a:pt x="224" y="993"/>
                    <a:pt x="498" y="993"/>
                  </a:cubicBezTo>
                  <a:cubicBezTo>
                    <a:pt x="772" y="993"/>
                    <a:pt x="994" y="771"/>
                    <a:pt x="994" y="496"/>
                  </a:cubicBezTo>
                  <a:cubicBezTo>
                    <a:pt x="994" y="222"/>
                    <a:pt x="772" y="1"/>
                    <a:pt x="49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5" name="Google Shape;2535;p47"/>
            <p:cNvSpPr/>
            <p:nvPr/>
          </p:nvSpPr>
          <p:spPr>
            <a:xfrm>
              <a:off x="5662690" y="4275809"/>
              <a:ext cx="93698" cy="11005"/>
            </a:xfrm>
            <a:custGeom>
              <a:avLst/>
              <a:gdLst/>
              <a:ahLst/>
              <a:cxnLst/>
              <a:rect l="l" t="t" r="r" b="b"/>
              <a:pathLst>
                <a:path w="3397" h="399" extrusionOk="0">
                  <a:moveTo>
                    <a:pt x="203" y="0"/>
                  </a:moveTo>
                  <a:cubicBezTo>
                    <a:pt x="92" y="0"/>
                    <a:pt x="1" y="92"/>
                    <a:pt x="4" y="205"/>
                  </a:cubicBezTo>
                  <a:cubicBezTo>
                    <a:pt x="8" y="315"/>
                    <a:pt x="103" y="399"/>
                    <a:pt x="213" y="399"/>
                  </a:cubicBezTo>
                  <a:lnTo>
                    <a:pt x="3196" y="399"/>
                  </a:lnTo>
                  <a:cubicBezTo>
                    <a:pt x="3307" y="399"/>
                    <a:pt x="3396" y="308"/>
                    <a:pt x="3395" y="194"/>
                  </a:cubicBezTo>
                  <a:cubicBezTo>
                    <a:pt x="3391" y="84"/>
                    <a:pt x="3295" y="0"/>
                    <a:pt x="318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6" name="Google Shape;2536;p47"/>
            <p:cNvSpPr/>
            <p:nvPr/>
          </p:nvSpPr>
          <p:spPr>
            <a:xfrm>
              <a:off x="5662690" y="4297020"/>
              <a:ext cx="93698" cy="11033"/>
            </a:xfrm>
            <a:custGeom>
              <a:avLst/>
              <a:gdLst/>
              <a:ahLst/>
              <a:cxnLst/>
              <a:rect l="l" t="t" r="r" b="b"/>
              <a:pathLst>
                <a:path w="3397" h="400" extrusionOk="0">
                  <a:moveTo>
                    <a:pt x="203" y="1"/>
                  </a:moveTo>
                  <a:cubicBezTo>
                    <a:pt x="92" y="1"/>
                    <a:pt x="1" y="93"/>
                    <a:pt x="4" y="206"/>
                  </a:cubicBezTo>
                  <a:cubicBezTo>
                    <a:pt x="8" y="316"/>
                    <a:pt x="103" y="399"/>
                    <a:pt x="213" y="399"/>
                  </a:cubicBezTo>
                  <a:lnTo>
                    <a:pt x="3196" y="399"/>
                  </a:lnTo>
                  <a:cubicBezTo>
                    <a:pt x="3307" y="399"/>
                    <a:pt x="3396" y="308"/>
                    <a:pt x="3395" y="194"/>
                  </a:cubicBezTo>
                  <a:cubicBezTo>
                    <a:pt x="3391" y="84"/>
                    <a:pt x="3295" y="1"/>
                    <a:pt x="318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7" name="Google Shape;2537;p47"/>
            <p:cNvSpPr/>
            <p:nvPr/>
          </p:nvSpPr>
          <p:spPr>
            <a:xfrm>
              <a:off x="5778260" y="4115003"/>
              <a:ext cx="11061" cy="31803"/>
            </a:xfrm>
            <a:custGeom>
              <a:avLst/>
              <a:gdLst/>
              <a:ahLst/>
              <a:cxnLst/>
              <a:rect l="l" t="t" r="r" b="b"/>
              <a:pathLst>
                <a:path w="401" h="1153" extrusionOk="0">
                  <a:moveTo>
                    <a:pt x="201" y="0"/>
                  </a:moveTo>
                  <a:cubicBezTo>
                    <a:pt x="199" y="0"/>
                    <a:pt x="197" y="0"/>
                    <a:pt x="196" y="0"/>
                  </a:cubicBezTo>
                  <a:cubicBezTo>
                    <a:pt x="86" y="5"/>
                    <a:pt x="1" y="100"/>
                    <a:pt x="1" y="210"/>
                  </a:cubicBezTo>
                  <a:lnTo>
                    <a:pt x="1" y="943"/>
                  </a:lnTo>
                  <a:cubicBezTo>
                    <a:pt x="1" y="1053"/>
                    <a:pt x="87" y="1149"/>
                    <a:pt x="196" y="1152"/>
                  </a:cubicBezTo>
                  <a:cubicBezTo>
                    <a:pt x="197" y="1152"/>
                    <a:pt x="199" y="1152"/>
                    <a:pt x="201" y="1152"/>
                  </a:cubicBezTo>
                  <a:cubicBezTo>
                    <a:pt x="313" y="1152"/>
                    <a:pt x="401" y="1063"/>
                    <a:pt x="401" y="953"/>
                  </a:cubicBezTo>
                  <a:lnTo>
                    <a:pt x="401" y="200"/>
                  </a:lnTo>
                  <a:cubicBezTo>
                    <a:pt x="401" y="90"/>
                    <a:pt x="310" y="0"/>
                    <a:pt x="2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8" name="Google Shape;2538;p47"/>
            <p:cNvSpPr/>
            <p:nvPr/>
          </p:nvSpPr>
          <p:spPr>
            <a:xfrm>
              <a:off x="5778260" y="3992482"/>
              <a:ext cx="11061" cy="98607"/>
            </a:xfrm>
            <a:custGeom>
              <a:avLst/>
              <a:gdLst/>
              <a:ahLst/>
              <a:cxnLst/>
              <a:rect l="l" t="t" r="r" b="b"/>
              <a:pathLst>
                <a:path w="401" h="3575" extrusionOk="0">
                  <a:moveTo>
                    <a:pt x="203" y="0"/>
                  </a:moveTo>
                  <a:cubicBezTo>
                    <a:pt x="201" y="0"/>
                    <a:pt x="198" y="0"/>
                    <a:pt x="196" y="0"/>
                  </a:cubicBezTo>
                  <a:cubicBezTo>
                    <a:pt x="86" y="3"/>
                    <a:pt x="1" y="98"/>
                    <a:pt x="1" y="208"/>
                  </a:cubicBezTo>
                  <a:lnTo>
                    <a:pt x="1" y="3365"/>
                  </a:lnTo>
                  <a:cubicBezTo>
                    <a:pt x="1" y="3475"/>
                    <a:pt x="87" y="3570"/>
                    <a:pt x="196" y="3575"/>
                  </a:cubicBezTo>
                  <a:cubicBezTo>
                    <a:pt x="197" y="3575"/>
                    <a:pt x="197" y="3575"/>
                    <a:pt x="198" y="3575"/>
                  </a:cubicBezTo>
                  <a:cubicBezTo>
                    <a:pt x="311" y="3575"/>
                    <a:pt x="401" y="3486"/>
                    <a:pt x="401" y="3374"/>
                  </a:cubicBezTo>
                  <a:lnTo>
                    <a:pt x="401" y="200"/>
                  </a:lnTo>
                  <a:cubicBezTo>
                    <a:pt x="401" y="91"/>
                    <a:pt x="311" y="0"/>
                    <a:pt x="2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9" name="Google Shape;2539;p47"/>
            <p:cNvSpPr/>
            <p:nvPr/>
          </p:nvSpPr>
          <p:spPr>
            <a:xfrm>
              <a:off x="5765462" y="4064886"/>
              <a:ext cx="36436" cy="11061"/>
            </a:xfrm>
            <a:custGeom>
              <a:avLst/>
              <a:gdLst/>
              <a:ahLst/>
              <a:cxnLst/>
              <a:rect l="l" t="t" r="r" b="b"/>
              <a:pathLst>
                <a:path w="1321" h="401" extrusionOk="0">
                  <a:moveTo>
                    <a:pt x="204" y="0"/>
                  </a:moveTo>
                  <a:cubicBezTo>
                    <a:pt x="92" y="0"/>
                    <a:pt x="0" y="94"/>
                    <a:pt x="5" y="205"/>
                  </a:cubicBezTo>
                  <a:cubicBezTo>
                    <a:pt x="7" y="315"/>
                    <a:pt x="103" y="400"/>
                    <a:pt x="213" y="400"/>
                  </a:cubicBezTo>
                  <a:lnTo>
                    <a:pt x="1118" y="400"/>
                  </a:lnTo>
                  <a:cubicBezTo>
                    <a:pt x="1230" y="400"/>
                    <a:pt x="1321" y="308"/>
                    <a:pt x="1318" y="195"/>
                  </a:cubicBezTo>
                  <a:cubicBezTo>
                    <a:pt x="1313" y="85"/>
                    <a:pt x="1218" y="0"/>
                    <a:pt x="11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0" name="Google Shape;2540;p47"/>
            <p:cNvSpPr/>
            <p:nvPr/>
          </p:nvSpPr>
          <p:spPr>
            <a:xfrm>
              <a:off x="5746816" y="4086124"/>
              <a:ext cx="74776" cy="34478"/>
            </a:xfrm>
            <a:custGeom>
              <a:avLst/>
              <a:gdLst/>
              <a:ahLst/>
              <a:cxnLst/>
              <a:rect l="l" t="t" r="r" b="b"/>
              <a:pathLst>
                <a:path w="2711" h="1250" extrusionOk="0">
                  <a:moveTo>
                    <a:pt x="229" y="1"/>
                  </a:moveTo>
                  <a:cubicBezTo>
                    <a:pt x="103" y="1"/>
                    <a:pt x="1" y="103"/>
                    <a:pt x="1" y="231"/>
                  </a:cubicBezTo>
                  <a:lnTo>
                    <a:pt x="1" y="1019"/>
                  </a:lnTo>
                  <a:cubicBezTo>
                    <a:pt x="1" y="1147"/>
                    <a:pt x="103" y="1250"/>
                    <a:pt x="229" y="1250"/>
                  </a:cubicBezTo>
                  <a:lnTo>
                    <a:pt x="2479" y="1250"/>
                  </a:lnTo>
                  <a:cubicBezTo>
                    <a:pt x="2605" y="1250"/>
                    <a:pt x="2707" y="1147"/>
                    <a:pt x="2710" y="1019"/>
                  </a:cubicBezTo>
                  <a:lnTo>
                    <a:pt x="2710" y="231"/>
                  </a:lnTo>
                  <a:cubicBezTo>
                    <a:pt x="2710" y="103"/>
                    <a:pt x="2606" y="1"/>
                    <a:pt x="248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41" name="Google Shape;2541;p47"/>
          <p:cNvGrpSpPr/>
          <p:nvPr/>
        </p:nvGrpSpPr>
        <p:grpSpPr>
          <a:xfrm>
            <a:off x="4246177" y="1875817"/>
            <a:ext cx="917981" cy="456295"/>
            <a:chOff x="4791055" y="4028725"/>
            <a:chExt cx="375729" cy="186761"/>
          </a:xfrm>
        </p:grpSpPr>
        <p:sp>
          <p:nvSpPr>
            <p:cNvPr id="2542" name="Google Shape;2542;p47"/>
            <p:cNvSpPr/>
            <p:nvPr/>
          </p:nvSpPr>
          <p:spPr>
            <a:xfrm>
              <a:off x="4915121" y="4128298"/>
              <a:ext cx="127624" cy="10978"/>
            </a:xfrm>
            <a:custGeom>
              <a:avLst/>
              <a:gdLst/>
              <a:ahLst/>
              <a:cxnLst/>
              <a:rect l="l" t="t" r="r" b="b"/>
              <a:pathLst>
                <a:path w="4627" h="398" extrusionOk="0">
                  <a:moveTo>
                    <a:pt x="213" y="0"/>
                  </a:moveTo>
                  <a:cubicBezTo>
                    <a:pt x="93" y="0"/>
                    <a:pt x="0" y="103"/>
                    <a:pt x="15" y="223"/>
                  </a:cubicBezTo>
                  <a:cubicBezTo>
                    <a:pt x="28" y="324"/>
                    <a:pt x="118" y="398"/>
                    <a:pt x="220" y="398"/>
                  </a:cubicBezTo>
                  <a:lnTo>
                    <a:pt x="4414" y="398"/>
                  </a:lnTo>
                  <a:cubicBezTo>
                    <a:pt x="4532" y="398"/>
                    <a:pt x="4627" y="295"/>
                    <a:pt x="4612" y="175"/>
                  </a:cubicBezTo>
                  <a:cubicBezTo>
                    <a:pt x="4599" y="74"/>
                    <a:pt x="4510" y="0"/>
                    <a:pt x="440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47"/>
            <p:cNvSpPr/>
            <p:nvPr/>
          </p:nvSpPr>
          <p:spPr>
            <a:xfrm>
              <a:off x="5077665" y="4028725"/>
              <a:ext cx="27114" cy="19804"/>
            </a:xfrm>
            <a:custGeom>
              <a:avLst/>
              <a:gdLst/>
              <a:ahLst/>
              <a:cxnLst/>
              <a:rect l="l" t="t" r="r" b="b"/>
              <a:pathLst>
                <a:path w="983" h="718" extrusionOk="0">
                  <a:moveTo>
                    <a:pt x="213" y="1"/>
                  </a:moveTo>
                  <a:cubicBezTo>
                    <a:pt x="95" y="1"/>
                    <a:pt x="0" y="96"/>
                    <a:pt x="0" y="213"/>
                  </a:cubicBezTo>
                  <a:lnTo>
                    <a:pt x="0" y="718"/>
                  </a:lnTo>
                  <a:lnTo>
                    <a:pt x="982" y="718"/>
                  </a:lnTo>
                  <a:lnTo>
                    <a:pt x="982" y="213"/>
                  </a:lnTo>
                  <a:cubicBezTo>
                    <a:pt x="982" y="96"/>
                    <a:pt x="887" y="1"/>
                    <a:pt x="7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4" name="Google Shape;2544;p47"/>
            <p:cNvSpPr/>
            <p:nvPr/>
          </p:nvSpPr>
          <p:spPr>
            <a:xfrm>
              <a:off x="5034967" y="4090951"/>
              <a:ext cx="78527" cy="10978"/>
            </a:xfrm>
            <a:custGeom>
              <a:avLst/>
              <a:gdLst/>
              <a:ahLst/>
              <a:cxnLst/>
              <a:rect l="l" t="t" r="r" b="b"/>
              <a:pathLst>
                <a:path w="2847" h="398" extrusionOk="0">
                  <a:moveTo>
                    <a:pt x="213" y="0"/>
                  </a:moveTo>
                  <a:cubicBezTo>
                    <a:pt x="93" y="0"/>
                    <a:pt x="1" y="103"/>
                    <a:pt x="15" y="225"/>
                  </a:cubicBezTo>
                  <a:cubicBezTo>
                    <a:pt x="28" y="324"/>
                    <a:pt x="118" y="397"/>
                    <a:pt x="220" y="397"/>
                  </a:cubicBezTo>
                  <a:lnTo>
                    <a:pt x="2634" y="397"/>
                  </a:lnTo>
                  <a:cubicBezTo>
                    <a:pt x="2754" y="397"/>
                    <a:pt x="2847" y="295"/>
                    <a:pt x="2832" y="175"/>
                  </a:cubicBezTo>
                  <a:cubicBezTo>
                    <a:pt x="2819" y="74"/>
                    <a:pt x="2729" y="0"/>
                    <a:pt x="26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5" name="Google Shape;2545;p47"/>
            <p:cNvSpPr/>
            <p:nvPr/>
          </p:nvSpPr>
          <p:spPr>
            <a:xfrm>
              <a:off x="5085691" y="4074098"/>
              <a:ext cx="10978" cy="34892"/>
            </a:xfrm>
            <a:custGeom>
              <a:avLst/>
              <a:gdLst/>
              <a:ahLst/>
              <a:cxnLst/>
              <a:rect l="l" t="t" r="r" b="b"/>
              <a:pathLst>
                <a:path w="398" h="1265" extrusionOk="0">
                  <a:moveTo>
                    <a:pt x="200" y="0"/>
                  </a:moveTo>
                  <a:cubicBezTo>
                    <a:pt x="192" y="0"/>
                    <a:pt x="184" y="1"/>
                    <a:pt x="175" y="2"/>
                  </a:cubicBezTo>
                  <a:cubicBezTo>
                    <a:pt x="74" y="15"/>
                    <a:pt x="1" y="104"/>
                    <a:pt x="1" y="207"/>
                  </a:cubicBezTo>
                  <a:lnTo>
                    <a:pt x="1" y="1058"/>
                  </a:lnTo>
                  <a:cubicBezTo>
                    <a:pt x="1" y="1161"/>
                    <a:pt x="74" y="1253"/>
                    <a:pt x="175" y="1263"/>
                  </a:cubicBezTo>
                  <a:cubicBezTo>
                    <a:pt x="184" y="1264"/>
                    <a:pt x="192" y="1265"/>
                    <a:pt x="200" y="1265"/>
                  </a:cubicBezTo>
                  <a:cubicBezTo>
                    <a:pt x="309" y="1265"/>
                    <a:pt x="398" y="1176"/>
                    <a:pt x="398" y="1066"/>
                  </a:cubicBezTo>
                  <a:lnTo>
                    <a:pt x="398" y="199"/>
                  </a:lnTo>
                  <a:cubicBezTo>
                    <a:pt x="398" y="89"/>
                    <a:pt x="309" y="0"/>
                    <a:pt x="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2546;p47"/>
            <p:cNvSpPr/>
            <p:nvPr/>
          </p:nvSpPr>
          <p:spPr>
            <a:xfrm>
              <a:off x="5070328" y="4060941"/>
              <a:ext cx="41760" cy="21266"/>
            </a:xfrm>
            <a:custGeom>
              <a:avLst/>
              <a:gdLst/>
              <a:ahLst/>
              <a:cxnLst/>
              <a:rect l="l" t="t" r="r" b="b"/>
              <a:pathLst>
                <a:path w="1514" h="771" extrusionOk="0">
                  <a:moveTo>
                    <a:pt x="1" y="1"/>
                  </a:moveTo>
                  <a:lnTo>
                    <a:pt x="1" y="558"/>
                  </a:lnTo>
                  <a:cubicBezTo>
                    <a:pt x="1" y="675"/>
                    <a:pt x="96" y="770"/>
                    <a:pt x="213" y="770"/>
                  </a:cubicBezTo>
                  <a:lnTo>
                    <a:pt x="1301" y="770"/>
                  </a:lnTo>
                  <a:cubicBezTo>
                    <a:pt x="1418" y="770"/>
                    <a:pt x="1513" y="675"/>
                    <a:pt x="1513" y="558"/>
                  </a:cubicBezTo>
                  <a:lnTo>
                    <a:pt x="151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7" name="Google Shape;2547;p47"/>
            <p:cNvSpPr/>
            <p:nvPr/>
          </p:nvSpPr>
          <p:spPr>
            <a:xfrm>
              <a:off x="5057888" y="4045578"/>
              <a:ext cx="66694" cy="21266"/>
            </a:xfrm>
            <a:custGeom>
              <a:avLst/>
              <a:gdLst/>
              <a:ahLst/>
              <a:cxnLst/>
              <a:rect l="l" t="t" r="r" b="b"/>
              <a:pathLst>
                <a:path w="2418" h="771" extrusionOk="0">
                  <a:moveTo>
                    <a:pt x="1" y="1"/>
                  </a:moveTo>
                  <a:lnTo>
                    <a:pt x="1" y="558"/>
                  </a:lnTo>
                  <a:cubicBezTo>
                    <a:pt x="1" y="675"/>
                    <a:pt x="96" y="770"/>
                    <a:pt x="213" y="770"/>
                  </a:cubicBezTo>
                  <a:lnTo>
                    <a:pt x="2205" y="770"/>
                  </a:lnTo>
                  <a:cubicBezTo>
                    <a:pt x="2322" y="770"/>
                    <a:pt x="2416" y="675"/>
                    <a:pt x="2417" y="558"/>
                  </a:cubicBezTo>
                  <a:lnTo>
                    <a:pt x="241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8" name="Google Shape;2548;p47"/>
            <p:cNvSpPr/>
            <p:nvPr/>
          </p:nvSpPr>
          <p:spPr>
            <a:xfrm>
              <a:off x="5109192" y="4045578"/>
              <a:ext cx="15391" cy="21266"/>
            </a:xfrm>
            <a:custGeom>
              <a:avLst/>
              <a:gdLst/>
              <a:ahLst/>
              <a:cxnLst/>
              <a:rect l="l" t="t" r="r" b="b"/>
              <a:pathLst>
                <a:path w="558" h="771" extrusionOk="0">
                  <a:moveTo>
                    <a:pt x="0" y="1"/>
                  </a:moveTo>
                  <a:lnTo>
                    <a:pt x="0" y="770"/>
                  </a:lnTo>
                  <a:lnTo>
                    <a:pt x="345" y="770"/>
                  </a:lnTo>
                  <a:cubicBezTo>
                    <a:pt x="462" y="770"/>
                    <a:pt x="556" y="675"/>
                    <a:pt x="557" y="558"/>
                  </a:cubicBezTo>
                  <a:lnTo>
                    <a:pt x="55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9" name="Google Shape;2549;p47"/>
            <p:cNvSpPr/>
            <p:nvPr/>
          </p:nvSpPr>
          <p:spPr>
            <a:xfrm>
              <a:off x="5016018" y="4039731"/>
              <a:ext cx="150766" cy="10978"/>
            </a:xfrm>
            <a:custGeom>
              <a:avLst/>
              <a:gdLst/>
              <a:ahLst/>
              <a:cxnLst/>
              <a:rect l="l" t="t" r="r" b="b"/>
              <a:pathLst>
                <a:path w="5466" h="398" extrusionOk="0">
                  <a:moveTo>
                    <a:pt x="213" y="0"/>
                  </a:moveTo>
                  <a:cubicBezTo>
                    <a:pt x="94" y="0"/>
                    <a:pt x="0" y="103"/>
                    <a:pt x="15" y="223"/>
                  </a:cubicBezTo>
                  <a:cubicBezTo>
                    <a:pt x="28" y="324"/>
                    <a:pt x="117" y="398"/>
                    <a:pt x="220" y="398"/>
                  </a:cubicBezTo>
                  <a:lnTo>
                    <a:pt x="5253" y="398"/>
                  </a:lnTo>
                  <a:cubicBezTo>
                    <a:pt x="5370" y="398"/>
                    <a:pt x="5465" y="295"/>
                    <a:pt x="5451" y="173"/>
                  </a:cubicBezTo>
                  <a:cubicBezTo>
                    <a:pt x="5437" y="74"/>
                    <a:pt x="5348" y="0"/>
                    <a:pt x="524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0" name="Google Shape;2550;p47"/>
            <p:cNvSpPr/>
            <p:nvPr/>
          </p:nvSpPr>
          <p:spPr>
            <a:xfrm>
              <a:off x="4853584" y="4028725"/>
              <a:ext cx="27169" cy="19804"/>
            </a:xfrm>
            <a:custGeom>
              <a:avLst/>
              <a:gdLst/>
              <a:ahLst/>
              <a:cxnLst/>
              <a:rect l="l" t="t" r="r" b="b"/>
              <a:pathLst>
                <a:path w="985" h="718" extrusionOk="0">
                  <a:moveTo>
                    <a:pt x="215" y="1"/>
                  </a:moveTo>
                  <a:cubicBezTo>
                    <a:pt x="97" y="1"/>
                    <a:pt x="1" y="96"/>
                    <a:pt x="1" y="213"/>
                  </a:cubicBezTo>
                  <a:lnTo>
                    <a:pt x="1" y="718"/>
                  </a:lnTo>
                  <a:lnTo>
                    <a:pt x="984" y="718"/>
                  </a:lnTo>
                  <a:lnTo>
                    <a:pt x="984" y="213"/>
                  </a:lnTo>
                  <a:cubicBezTo>
                    <a:pt x="984" y="96"/>
                    <a:pt x="887" y="1"/>
                    <a:pt x="7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1" name="Google Shape;2551;p47"/>
            <p:cNvSpPr/>
            <p:nvPr/>
          </p:nvSpPr>
          <p:spPr>
            <a:xfrm>
              <a:off x="4844372" y="4090951"/>
              <a:ext cx="78527" cy="10978"/>
            </a:xfrm>
            <a:custGeom>
              <a:avLst/>
              <a:gdLst/>
              <a:ahLst/>
              <a:cxnLst/>
              <a:rect l="l" t="t" r="r" b="b"/>
              <a:pathLst>
                <a:path w="2847" h="398" extrusionOk="0">
                  <a:moveTo>
                    <a:pt x="213" y="0"/>
                  </a:moveTo>
                  <a:cubicBezTo>
                    <a:pt x="93" y="0"/>
                    <a:pt x="1" y="103"/>
                    <a:pt x="15" y="225"/>
                  </a:cubicBezTo>
                  <a:cubicBezTo>
                    <a:pt x="28" y="324"/>
                    <a:pt x="118" y="397"/>
                    <a:pt x="220" y="397"/>
                  </a:cubicBezTo>
                  <a:lnTo>
                    <a:pt x="2634" y="397"/>
                  </a:lnTo>
                  <a:cubicBezTo>
                    <a:pt x="2751" y="397"/>
                    <a:pt x="2847" y="295"/>
                    <a:pt x="2832" y="175"/>
                  </a:cubicBezTo>
                  <a:cubicBezTo>
                    <a:pt x="2819" y="74"/>
                    <a:pt x="2729" y="0"/>
                    <a:pt x="26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2" name="Google Shape;2552;p47"/>
            <p:cNvSpPr/>
            <p:nvPr/>
          </p:nvSpPr>
          <p:spPr>
            <a:xfrm>
              <a:off x="4861639" y="4074098"/>
              <a:ext cx="11033" cy="34892"/>
            </a:xfrm>
            <a:custGeom>
              <a:avLst/>
              <a:gdLst/>
              <a:ahLst/>
              <a:cxnLst/>
              <a:rect l="l" t="t" r="r" b="b"/>
              <a:pathLst>
                <a:path w="400" h="1265" extrusionOk="0">
                  <a:moveTo>
                    <a:pt x="200" y="0"/>
                  </a:moveTo>
                  <a:cubicBezTo>
                    <a:pt x="192" y="0"/>
                    <a:pt x="183" y="1"/>
                    <a:pt x="175" y="2"/>
                  </a:cubicBezTo>
                  <a:cubicBezTo>
                    <a:pt x="74" y="15"/>
                    <a:pt x="0" y="104"/>
                    <a:pt x="0" y="207"/>
                  </a:cubicBezTo>
                  <a:lnTo>
                    <a:pt x="0" y="1058"/>
                  </a:lnTo>
                  <a:cubicBezTo>
                    <a:pt x="0" y="1161"/>
                    <a:pt x="74" y="1253"/>
                    <a:pt x="175" y="1263"/>
                  </a:cubicBezTo>
                  <a:cubicBezTo>
                    <a:pt x="183" y="1264"/>
                    <a:pt x="192" y="1265"/>
                    <a:pt x="200" y="1265"/>
                  </a:cubicBezTo>
                  <a:cubicBezTo>
                    <a:pt x="310" y="1265"/>
                    <a:pt x="399" y="1176"/>
                    <a:pt x="399" y="1066"/>
                  </a:cubicBezTo>
                  <a:lnTo>
                    <a:pt x="399" y="199"/>
                  </a:lnTo>
                  <a:cubicBezTo>
                    <a:pt x="399" y="89"/>
                    <a:pt x="310" y="0"/>
                    <a:pt x="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3" name="Google Shape;2553;p47"/>
            <p:cNvSpPr/>
            <p:nvPr/>
          </p:nvSpPr>
          <p:spPr>
            <a:xfrm>
              <a:off x="4846275" y="4060941"/>
              <a:ext cx="41787" cy="21266"/>
            </a:xfrm>
            <a:custGeom>
              <a:avLst/>
              <a:gdLst/>
              <a:ahLst/>
              <a:cxnLst/>
              <a:rect l="l" t="t" r="r" b="b"/>
              <a:pathLst>
                <a:path w="1515" h="771" extrusionOk="0">
                  <a:moveTo>
                    <a:pt x="0" y="1"/>
                  </a:moveTo>
                  <a:lnTo>
                    <a:pt x="0" y="558"/>
                  </a:lnTo>
                  <a:cubicBezTo>
                    <a:pt x="0" y="675"/>
                    <a:pt x="96" y="770"/>
                    <a:pt x="213" y="770"/>
                  </a:cubicBezTo>
                  <a:lnTo>
                    <a:pt x="1302" y="770"/>
                  </a:lnTo>
                  <a:cubicBezTo>
                    <a:pt x="1419" y="770"/>
                    <a:pt x="1514" y="675"/>
                    <a:pt x="1514" y="558"/>
                  </a:cubicBezTo>
                  <a:lnTo>
                    <a:pt x="151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4" name="Google Shape;2554;p47"/>
            <p:cNvSpPr/>
            <p:nvPr/>
          </p:nvSpPr>
          <p:spPr>
            <a:xfrm>
              <a:off x="4833835" y="4045578"/>
              <a:ext cx="66639" cy="21266"/>
            </a:xfrm>
            <a:custGeom>
              <a:avLst/>
              <a:gdLst/>
              <a:ahLst/>
              <a:cxnLst/>
              <a:rect l="l" t="t" r="r" b="b"/>
              <a:pathLst>
                <a:path w="2416" h="771" extrusionOk="0">
                  <a:moveTo>
                    <a:pt x="0" y="1"/>
                  </a:moveTo>
                  <a:lnTo>
                    <a:pt x="0" y="558"/>
                  </a:lnTo>
                  <a:cubicBezTo>
                    <a:pt x="0" y="675"/>
                    <a:pt x="94" y="770"/>
                    <a:pt x="213" y="770"/>
                  </a:cubicBezTo>
                  <a:lnTo>
                    <a:pt x="2203" y="770"/>
                  </a:lnTo>
                  <a:cubicBezTo>
                    <a:pt x="2320" y="770"/>
                    <a:pt x="2415" y="675"/>
                    <a:pt x="2415" y="558"/>
                  </a:cubicBezTo>
                  <a:lnTo>
                    <a:pt x="2415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5" name="Google Shape;2555;p47"/>
            <p:cNvSpPr/>
            <p:nvPr/>
          </p:nvSpPr>
          <p:spPr>
            <a:xfrm>
              <a:off x="4833835" y="4045578"/>
              <a:ext cx="15391" cy="21266"/>
            </a:xfrm>
            <a:custGeom>
              <a:avLst/>
              <a:gdLst/>
              <a:ahLst/>
              <a:cxnLst/>
              <a:rect l="l" t="t" r="r" b="b"/>
              <a:pathLst>
                <a:path w="558" h="771" extrusionOk="0">
                  <a:moveTo>
                    <a:pt x="0" y="1"/>
                  </a:moveTo>
                  <a:lnTo>
                    <a:pt x="0" y="558"/>
                  </a:lnTo>
                  <a:cubicBezTo>
                    <a:pt x="0" y="675"/>
                    <a:pt x="94" y="770"/>
                    <a:pt x="213" y="770"/>
                  </a:cubicBezTo>
                  <a:lnTo>
                    <a:pt x="557" y="770"/>
                  </a:lnTo>
                  <a:lnTo>
                    <a:pt x="55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6" name="Google Shape;2556;p47"/>
            <p:cNvSpPr/>
            <p:nvPr/>
          </p:nvSpPr>
          <p:spPr>
            <a:xfrm>
              <a:off x="4791055" y="4039731"/>
              <a:ext cx="150766" cy="10978"/>
            </a:xfrm>
            <a:custGeom>
              <a:avLst/>
              <a:gdLst/>
              <a:ahLst/>
              <a:cxnLst/>
              <a:rect l="l" t="t" r="r" b="b"/>
              <a:pathLst>
                <a:path w="5466" h="398" extrusionOk="0">
                  <a:moveTo>
                    <a:pt x="213" y="0"/>
                  </a:moveTo>
                  <a:cubicBezTo>
                    <a:pt x="94" y="0"/>
                    <a:pt x="1" y="103"/>
                    <a:pt x="15" y="223"/>
                  </a:cubicBezTo>
                  <a:cubicBezTo>
                    <a:pt x="28" y="324"/>
                    <a:pt x="118" y="398"/>
                    <a:pt x="220" y="398"/>
                  </a:cubicBezTo>
                  <a:lnTo>
                    <a:pt x="5253" y="398"/>
                  </a:lnTo>
                  <a:cubicBezTo>
                    <a:pt x="5372" y="398"/>
                    <a:pt x="5466" y="295"/>
                    <a:pt x="5451" y="173"/>
                  </a:cubicBezTo>
                  <a:cubicBezTo>
                    <a:pt x="5438" y="74"/>
                    <a:pt x="5348" y="0"/>
                    <a:pt x="524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7" name="Google Shape;2557;p47"/>
            <p:cNvSpPr/>
            <p:nvPr/>
          </p:nvSpPr>
          <p:spPr>
            <a:xfrm>
              <a:off x="4910156" y="4113652"/>
              <a:ext cx="18204" cy="44270"/>
            </a:xfrm>
            <a:custGeom>
              <a:avLst/>
              <a:gdLst/>
              <a:ahLst/>
              <a:cxnLst/>
              <a:rect l="l" t="t" r="r" b="b"/>
              <a:pathLst>
                <a:path w="660" h="1605" extrusionOk="0">
                  <a:moveTo>
                    <a:pt x="444" y="0"/>
                  </a:moveTo>
                  <a:cubicBezTo>
                    <a:pt x="349" y="0"/>
                    <a:pt x="266" y="68"/>
                    <a:pt x="248" y="164"/>
                  </a:cubicBezTo>
                  <a:lnTo>
                    <a:pt x="21" y="1368"/>
                  </a:lnTo>
                  <a:cubicBezTo>
                    <a:pt x="0" y="1477"/>
                    <a:pt x="72" y="1581"/>
                    <a:pt x="180" y="1601"/>
                  </a:cubicBezTo>
                  <a:cubicBezTo>
                    <a:pt x="193" y="1603"/>
                    <a:pt x="204" y="1604"/>
                    <a:pt x="217" y="1604"/>
                  </a:cubicBezTo>
                  <a:cubicBezTo>
                    <a:pt x="311" y="1604"/>
                    <a:pt x="394" y="1538"/>
                    <a:pt x="413" y="1442"/>
                  </a:cubicBezTo>
                  <a:lnTo>
                    <a:pt x="640" y="237"/>
                  </a:lnTo>
                  <a:cubicBezTo>
                    <a:pt x="660" y="128"/>
                    <a:pt x="588" y="24"/>
                    <a:pt x="481" y="4"/>
                  </a:cubicBezTo>
                  <a:cubicBezTo>
                    <a:pt x="468" y="2"/>
                    <a:pt x="456" y="0"/>
                    <a:pt x="4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8" name="Google Shape;2558;p47"/>
            <p:cNvSpPr/>
            <p:nvPr/>
          </p:nvSpPr>
          <p:spPr>
            <a:xfrm>
              <a:off x="5029506" y="4113652"/>
              <a:ext cx="20521" cy="56517"/>
            </a:xfrm>
            <a:custGeom>
              <a:avLst/>
              <a:gdLst/>
              <a:ahLst/>
              <a:cxnLst/>
              <a:rect l="l" t="t" r="r" b="b"/>
              <a:pathLst>
                <a:path w="744" h="2049" extrusionOk="0">
                  <a:moveTo>
                    <a:pt x="217" y="0"/>
                  </a:moveTo>
                  <a:cubicBezTo>
                    <a:pt x="204" y="0"/>
                    <a:pt x="192" y="2"/>
                    <a:pt x="180" y="4"/>
                  </a:cubicBezTo>
                  <a:cubicBezTo>
                    <a:pt x="71" y="24"/>
                    <a:pt x="1" y="128"/>
                    <a:pt x="21" y="237"/>
                  </a:cubicBezTo>
                  <a:lnTo>
                    <a:pt x="332" y="1886"/>
                  </a:lnTo>
                  <a:cubicBezTo>
                    <a:pt x="351" y="1982"/>
                    <a:pt x="435" y="2048"/>
                    <a:pt x="528" y="2048"/>
                  </a:cubicBezTo>
                  <a:cubicBezTo>
                    <a:pt x="539" y="2048"/>
                    <a:pt x="552" y="2047"/>
                    <a:pt x="565" y="2044"/>
                  </a:cubicBezTo>
                  <a:cubicBezTo>
                    <a:pt x="673" y="2025"/>
                    <a:pt x="744" y="1919"/>
                    <a:pt x="725" y="1812"/>
                  </a:cubicBezTo>
                  <a:lnTo>
                    <a:pt x="413" y="164"/>
                  </a:lnTo>
                  <a:cubicBezTo>
                    <a:pt x="394" y="68"/>
                    <a:pt x="311" y="0"/>
                    <a:pt x="2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9" name="Google Shape;2559;p47"/>
            <p:cNvSpPr/>
            <p:nvPr/>
          </p:nvSpPr>
          <p:spPr>
            <a:xfrm>
              <a:off x="4899344" y="4167300"/>
              <a:ext cx="28327" cy="48187"/>
            </a:xfrm>
            <a:custGeom>
              <a:avLst/>
              <a:gdLst/>
              <a:ahLst/>
              <a:cxnLst/>
              <a:rect l="l" t="t" r="r" b="b"/>
              <a:pathLst>
                <a:path w="1027" h="1747" extrusionOk="0">
                  <a:moveTo>
                    <a:pt x="469" y="1"/>
                  </a:moveTo>
                  <a:cubicBezTo>
                    <a:pt x="375" y="1"/>
                    <a:pt x="290" y="67"/>
                    <a:pt x="272" y="163"/>
                  </a:cubicBezTo>
                  <a:lnTo>
                    <a:pt x="17" y="1510"/>
                  </a:lnTo>
                  <a:cubicBezTo>
                    <a:pt x="1" y="1597"/>
                    <a:pt x="43" y="1686"/>
                    <a:pt x="128" y="1729"/>
                  </a:cubicBezTo>
                  <a:cubicBezTo>
                    <a:pt x="156" y="1740"/>
                    <a:pt x="187" y="1746"/>
                    <a:pt x="216" y="1746"/>
                  </a:cubicBezTo>
                  <a:lnTo>
                    <a:pt x="814" y="1746"/>
                  </a:lnTo>
                  <a:cubicBezTo>
                    <a:pt x="933" y="1746"/>
                    <a:pt x="1027" y="1642"/>
                    <a:pt x="1013" y="1520"/>
                  </a:cubicBezTo>
                  <a:cubicBezTo>
                    <a:pt x="1000" y="1421"/>
                    <a:pt x="911" y="1347"/>
                    <a:pt x="808" y="1347"/>
                  </a:cubicBezTo>
                  <a:lnTo>
                    <a:pt x="455" y="1347"/>
                  </a:lnTo>
                  <a:lnTo>
                    <a:pt x="663" y="237"/>
                  </a:lnTo>
                  <a:cubicBezTo>
                    <a:pt x="684" y="128"/>
                    <a:pt x="612" y="24"/>
                    <a:pt x="505" y="4"/>
                  </a:cubicBezTo>
                  <a:cubicBezTo>
                    <a:pt x="493" y="2"/>
                    <a:pt x="481" y="1"/>
                    <a:pt x="4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0" name="Google Shape;2560;p47"/>
            <p:cNvSpPr/>
            <p:nvPr/>
          </p:nvSpPr>
          <p:spPr>
            <a:xfrm>
              <a:off x="5029395" y="4179767"/>
              <a:ext cx="29100" cy="35719"/>
            </a:xfrm>
            <a:custGeom>
              <a:avLst/>
              <a:gdLst/>
              <a:ahLst/>
              <a:cxnLst/>
              <a:rect l="l" t="t" r="r" b="b"/>
              <a:pathLst>
                <a:path w="1055" h="1295" extrusionOk="0">
                  <a:moveTo>
                    <a:pt x="676" y="0"/>
                  </a:moveTo>
                  <a:cubicBezTo>
                    <a:pt x="546" y="0"/>
                    <a:pt x="454" y="117"/>
                    <a:pt x="477" y="237"/>
                  </a:cubicBezTo>
                  <a:lnTo>
                    <a:pt x="601" y="897"/>
                  </a:lnTo>
                  <a:lnTo>
                    <a:pt x="241" y="897"/>
                  </a:lnTo>
                  <a:cubicBezTo>
                    <a:pt x="106" y="897"/>
                    <a:pt x="0" y="1035"/>
                    <a:pt x="57" y="1177"/>
                  </a:cubicBezTo>
                  <a:cubicBezTo>
                    <a:pt x="87" y="1249"/>
                    <a:pt x="160" y="1294"/>
                    <a:pt x="239" y="1294"/>
                  </a:cubicBezTo>
                  <a:lnTo>
                    <a:pt x="842" y="1294"/>
                  </a:lnTo>
                  <a:cubicBezTo>
                    <a:pt x="865" y="1294"/>
                    <a:pt x="887" y="1291"/>
                    <a:pt x="907" y="1285"/>
                  </a:cubicBezTo>
                  <a:cubicBezTo>
                    <a:pt x="1007" y="1249"/>
                    <a:pt x="1054" y="1152"/>
                    <a:pt x="1038" y="1060"/>
                  </a:cubicBezTo>
                  <a:lnTo>
                    <a:pt x="869" y="160"/>
                  </a:lnTo>
                  <a:cubicBezTo>
                    <a:pt x="855" y="84"/>
                    <a:pt x="796" y="19"/>
                    <a:pt x="718" y="4"/>
                  </a:cubicBezTo>
                  <a:cubicBezTo>
                    <a:pt x="704" y="2"/>
                    <a:pt x="689" y="0"/>
                    <a:pt x="6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1" name="Google Shape;2561;p47"/>
            <p:cNvSpPr/>
            <p:nvPr/>
          </p:nvSpPr>
          <p:spPr>
            <a:xfrm>
              <a:off x="4901771" y="4076360"/>
              <a:ext cx="154379" cy="43222"/>
            </a:xfrm>
            <a:custGeom>
              <a:avLst/>
              <a:gdLst/>
              <a:ahLst/>
              <a:cxnLst/>
              <a:rect l="l" t="t" r="r" b="b"/>
              <a:pathLst>
                <a:path w="5597" h="1567" extrusionOk="0">
                  <a:moveTo>
                    <a:pt x="999" y="0"/>
                  </a:moveTo>
                  <a:cubicBezTo>
                    <a:pt x="814" y="0"/>
                    <a:pt x="643" y="110"/>
                    <a:pt x="574" y="282"/>
                  </a:cubicBezTo>
                  <a:cubicBezTo>
                    <a:pt x="515" y="428"/>
                    <a:pt x="405" y="604"/>
                    <a:pt x="207" y="729"/>
                  </a:cubicBezTo>
                  <a:cubicBezTo>
                    <a:pt x="77" y="812"/>
                    <a:pt x="1" y="956"/>
                    <a:pt x="1" y="1110"/>
                  </a:cubicBezTo>
                  <a:cubicBezTo>
                    <a:pt x="1" y="1362"/>
                    <a:pt x="203" y="1567"/>
                    <a:pt x="456" y="1567"/>
                  </a:cubicBezTo>
                  <a:lnTo>
                    <a:pt x="5140" y="1567"/>
                  </a:lnTo>
                  <a:cubicBezTo>
                    <a:pt x="5392" y="1567"/>
                    <a:pt x="5596" y="1363"/>
                    <a:pt x="5596" y="1110"/>
                  </a:cubicBezTo>
                  <a:cubicBezTo>
                    <a:pt x="5596" y="956"/>
                    <a:pt x="5520" y="812"/>
                    <a:pt x="5389" y="729"/>
                  </a:cubicBezTo>
                  <a:cubicBezTo>
                    <a:pt x="5190" y="603"/>
                    <a:pt x="5082" y="428"/>
                    <a:pt x="5023" y="285"/>
                  </a:cubicBezTo>
                  <a:cubicBezTo>
                    <a:pt x="4954" y="112"/>
                    <a:pt x="4786" y="0"/>
                    <a:pt x="45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2" name="Google Shape;2562;p47"/>
            <p:cNvSpPr/>
            <p:nvPr/>
          </p:nvSpPr>
          <p:spPr>
            <a:xfrm>
              <a:off x="5012984" y="4076305"/>
              <a:ext cx="43305" cy="43194"/>
            </a:xfrm>
            <a:custGeom>
              <a:avLst/>
              <a:gdLst/>
              <a:ahLst/>
              <a:cxnLst/>
              <a:rect l="l" t="t" r="r" b="b"/>
              <a:pathLst>
                <a:path w="1570" h="1566" extrusionOk="0">
                  <a:moveTo>
                    <a:pt x="0" y="1"/>
                  </a:moveTo>
                  <a:cubicBezTo>
                    <a:pt x="188" y="1"/>
                    <a:pt x="356" y="111"/>
                    <a:pt x="425" y="282"/>
                  </a:cubicBezTo>
                  <a:cubicBezTo>
                    <a:pt x="485" y="429"/>
                    <a:pt x="594" y="603"/>
                    <a:pt x="792" y="729"/>
                  </a:cubicBezTo>
                  <a:cubicBezTo>
                    <a:pt x="856" y="770"/>
                    <a:pt x="909" y="826"/>
                    <a:pt x="944" y="892"/>
                  </a:cubicBezTo>
                  <a:cubicBezTo>
                    <a:pt x="981" y="958"/>
                    <a:pt x="998" y="1034"/>
                    <a:pt x="998" y="1110"/>
                  </a:cubicBezTo>
                  <a:cubicBezTo>
                    <a:pt x="998" y="1364"/>
                    <a:pt x="793" y="1566"/>
                    <a:pt x="543" y="1566"/>
                  </a:cubicBezTo>
                  <a:lnTo>
                    <a:pt x="1091" y="1566"/>
                  </a:lnTo>
                  <a:cubicBezTo>
                    <a:pt x="1283" y="1566"/>
                    <a:pt x="1460" y="1449"/>
                    <a:pt x="1524" y="1268"/>
                  </a:cubicBezTo>
                  <a:cubicBezTo>
                    <a:pt x="1570" y="1140"/>
                    <a:pt x="1555" y="1005"/>
                    <a:pt x="1497" y="892"/>
                  </a:cubicBezTo>
                  <a:cubicBezTo>
                    <a:pt x="1463" y="829"/>
                    <a:pt x="1412" y="770"/>
                    <a:pt x="1346" y="729"/>
                  </a:cubicBezTo>
                  <a:cubicBezTo>
                    <a:pt x="1148" y="605"/>
                    <a:pt x="1038" y="429"/>
                    <a:pt x="979" y="282"/>
                  </a:cubicBezTo>
                  <a:cubicBezTo>
                    <a:pt x="909" y="111"/>
                    <a:pt x="739" y="1"/>
                    <a:pt x="554" y="1"/>
                  </a:cubicBezTo>
                  <a:close/>
                </a:path>
              </a:pathLst>
            </a:custGeom>
            <a:solidFill>
              <a:srgbClr val="FFFFFF">
                <a:alpha val="1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3" name="Google Shape;2563;p47"/>
            <p:cNvSpPr/>
            <p:nvPr/>
          </p:nvSpPr>
          <p:spPr>
            <a:xfrm>
              <a:off x="4925658" y="4098261"/>
              <a:ext cx="12109" cy="11033"/>
            </a:xfrm>
            <a:custGeom>
              <a:avLst/>
              <a:gdLst/>
              <a:ahLst/>
              <a:cxnLst/>
              <a:rect l="l" t="t" r="r" b="b"/>
              <a:pathLst>
                <a:path w="439" h="400" extrusionOk="0">
                  <a:moveTo>
                    <a:pt x="213" y="1"/>
                  </a:moveTo>
                  <a:cubicBezTo>
                    <a:pt x="95" y="1"/>
                    <a:pt x="1" y="103"/>
                    <a:pt x="15" y="225"/>
                  </a:cubicBezTo>
                  <a:cubicBezTo>
                    <a:pt x="29" y="326"/>
                    <a:pt x="118" y="399"/>
                    <a:pt x="221" y="399"/>
                  </a:cubicBezTo>
                  <a:lnTo>
                    <a:pt x="226" y="399"/>
                  </a:lnTo>
                  <a:cubicBezTo>
                    <a:pt x="345" y="399"/>
                    <a:pt x="439" y="297"/>
                    <a:pt x="424" y="175"/>
                  </a:cubicBezTo>
                  <a:cubicBezTo>
                    <a:pt x="411" y="74"/>
                    <a:pt x="322" y="1"/>
                    <a:pt x="21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4" name="Google Shape;2564;p47"/>
            <p:cNvSpPr/>
            <p:nvPr/>
          </p:nvSpPr>
          <p:spPr>
            <a:xfrm>
              <a:off x="4939338" y="4098261"/>
              <a:ext cx="12054" cy="11033"/>
            </a:xfrm>
            <a:custGeom>
              <a:avLst/>
              <a:gdLst/>
              <a:ahLst/>
              <a:cxnLst/>
              <a:rect l="l" t="t" r="r" b="b"/>
              <a:pathLst>
                <a:path w="437" h="400" extrusionOk="0">
                  <a:moveTo>
                    <a:pt x="213" y="1"/>
                  </a:moveTo>
                  <a:cubicBezTo>
                    <a:pt x="92" y="1"/>
                    <a:pt x="0" y="103"/>
                    <a:pt x="15" y="225"/>
                  </a:cubicBezTo>
                  <a:cubicBezTo>
                    <a:pt x="27" y="326"/>
                    <a:pt x="117" y="399"/>
                    <a:pt x="220" y="399"/>
                  </a:cubicBezTo>
                  <a:lnTo>
                    <a:pt x="224" y="399"/>
                  </a:lnTo>
                  <a:cubicBezTo>
                    <a:pt x="345" y="399"/>
                    <a:pt x="437" y="297"/>
                    <a:pt x="422" y="175"/>
                  </a:cubicBezTo>
                  <a:cubicBezTo>
                    <a:pt x="409" y="74"/>
                    <a:pt x="320" y="1"/>
                    <a:pt x="21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" name="Google Shape;3993;p63"/>
          <p:cNvSpPr/>
          <p:nvPr/>
        </p:nvSpPr>
        <p:spPr>
          <a:xfrm>
            <a:off x="3054025" y="1511250"/>
            <a:ext cx="3036000" cy="3036000"/>
          </a:xfrm>
          <a:prstGeom prst="ellips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4" name="Google Shape;3994;p63"/>
          <p:cNvSpPr/>
          <p:nvPr/>
        </p:nvSpPr>
        <p:spPr>
          <a:xfrm>
            <a:off x="2979625" y="1706850"/>
            <a:ext cx="908100" cy="9081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5" name="Google Shape;3995;p63"/>
          <p:cNvSpPr/>
          <p:nvPr/>
        </p:nvSpPr>
        <p:spPr>
          <a:xfrm>
            <a:off x="5258125" y="1706850"/>
            <a:ext cx="908100" cy="9081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6" name="Google Shape;3996;p63"/>
          <p:cNvSpPr/>
          <p:nvPr/>
        </p:nvSpPr>
        <p:spPr>
          <a:xfrm>
            <a:off x="2979625" y="3443538"/>
            <a:ext cx="908100" cy="908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7" name="Google Shape;3997;p63"/>
          <p:cNvSpPr/>
          <p:nvPr/>
        </p:nvSpPr>
        <p:spPr>
          <a:xfrm>
            <a:off x="5258125" y="3443538"/>
            <a:ext cx="908100" cy="908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8" name="Google Shape;3998;p63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System Architecture</a:t>
            </a:r>
            <a:endParaRPr lang="en-US" dirty="0"/>
          </a:p>
        </p:txBody>
      </p:sp>
      <p:grpSp>
        <p:nvGrpSpPr>
          <p:cNvPr id="3999" name="Google Shape;3999;p63"/>
          <p:cNvGrpSpPr/>
          <p:nvPr/>
        </p:nvGrpSpPr>
        <p:grpSpPr>
          <a:xfrm>
            <a:off x="5393272" y="1900482"/>
            <a:ext cx="663064" cy="568473"/>
            <a:chOff x="1539961" y="4018547"/>
            <a:chExt cx="375674" cy="322081"/>
          </a:xfrm>
        </p:grpSpPr>
        <p:sp>
          <p:nvSpPr>
            <p:cNvPr id="4000" name="Google Shape;4000;p63"/>
            <p:cNvSpPr/>
            <p:nvPr/>
          </p:nvSpPr>
          <p:spPr>
            <a:xfrm>
              <a:off x="1670564" y="4237442"/>
              <a:ext cx="115736" cy="84265"/>
            </a:xfrm>
            <a:custGeom>
              <a:avLst/>
              <a:gdLst/>
              <a:ahLst/>
              <a:cxnLst/>
              <a:rect l="l" t="t" r="r" b="b"/>
              <a:pathLst>
                <a:path w="4196" h="3055" extrusionOk="0">
                  <a:moveTo>
                    <a:pt x="215" y="0"/>
                  </a:moveTo>
                  <a:cubicBezTo>
                    <a:pt x="96" y="0"/>
                    <a:pt x="1" y="97"/>
                    <a:pt x="1" y="214"/>
                  </a:cubicBezTo>
                  <a:lnTo>
                    <a:pt x="1" y="3055"/>
                  </a:lnTo>
                  <a:lnTo>
                    <a:pt x="4195" y="3055"/>
                  </a:lnTo>
                  <a:lnTo>
                    <a:pt x="4195" y="214"/>
                  </a:lnTo>
                  <a:cubicBezTo>
                    <a:pt x="4195" y="96"/>
                    <a:pt x="4098" y="0"/>
                    <a:pt x="398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1" name="Google Shape;4001;p63"/>
            <p:cNvSpPr/>
            <p:nvPr/>
          </p:nvSpPr>
          <p:spPr>
            <a:xfrm>
              <a:off x="1770909" y="4237469"/>
              <a:ext cx="15446" cy="84237"/>
            </a:xfrm>
            <a:custGeom>
              <a:avLst/>
              <a:gdLst/>
              <a:ahLst/>
              <a:cxnLst/>
              <a:rect l="l" t="t" r="r" b="b"/>
              <a:pathLst>
                <a:path w="560" h="3054" extrusionOk="0">
                  <a:moveTo>
                    <a:pt x="0" y="1"/>
                  </a:moveTo>
                  <a:lnTo>
                    <a:pt x="0" y="3054"/>
                  </a:lnTo>
                  <a:lnTo>
                    <a:pt x="557" y="3054"/>
                  </a:lnTo>
                  <a:lnTo>
                    <a:pt x="560" y="215"/>
                  </a:lnTo>
                  <a:cubicBezTo>
                    <a:pt x="560" y="96"/>
                    <a:pt x="462" y="1"/>
                    <a:pt x="345" y="1"/>
                  </a:cubicBezTo>
                  <a:close/>
                </a:path>
              </a:pathLst>
            </a:custGeom>
            <a:solidFill>
              <a:srgbClr val="000000">
                <a:alpha val="202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2" name="Google Shape;4002;p63"/>
            <p:cNvSpPr/>
            <p:nvPr/>
          </p:nvSpPr>
          <p:spPr>
            <a:xfrm>
              <a:off x="1601001" y="4319445"/>
              <a:ext cx="253400" cy="15446"/>
            </a:xfrm>
            <a:custGeom>
              <a:avLst/>
              <a:gdLst/>
              <a:ahLst/>
              <a:cxnLst/>
              <a:rect l="l" t="t" r="r" b="b"/>
              <a:pathLst>
                <a:path w="9187" h="560" extrusionOk="0">
                  <a:moveTo>
                    <a:pt x="135" y="1"/>
                  </a:moveTo>
                  <a:cubicBezTo>
                    <a:pt x="61" y="1"/>
                    <a:pt x="1" y="61"/>
                    <a:pt x="1" y="136"/>
                  </a:cubicBezTo>
                  <a:lnTo>
                    <a:pt x="1" y="423"/>
                  </a:lnTo>
                  <a:cubicBezTo>
                    <a:pt x="1" y="499"/>
                    <a:pt x="61" y="559"/>
                    <a:pt x="135" y="559"/>
                  </a:cubicBezTo>
                  <a:lnTo>
                    <a:pt x="9052" y="559"/>
                  </a:lnTo>
                  <a:cubicBezTo>
                    <a:pt x="9126" y="559"/>
                    <a:pt x="9186" y="499"/>
                    <a:pt x="9186" y="423"/>
                  </a:cubicBezTo>
                  <a:lnTo>
                    <a:pt x="9186" y="136"/>
                  </a:lnTo>
                  <a:cubicBezTo>
                    <a:pt x="9186" y="61"/>
                    <a:pt x="9126" y="1"/>
                    <a:pt x="905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3" name="Google Shape;4003;p63"/>
            <p:cNvSpPr/>
            <p:nvPr/>
          </p:nvSpPr>
          <p:spPr>
            <a:xfrm>
              <a:off x="1826571" y="4018547"/>
              <a:ext cx="27114" cy="19804"/>
            </a:xfrm>
            <a:custGeom>
              <a:avLst/>
              <a:gdLst/>
              <a:ahLst/>
              <a:cxnLst/>
              <a:rect l="l" t="t" r="r" b="b"/>
              <a:pathLst>
                <a:path w="983" h="718" extrusionOk="0">
                  <a:moveTo>
                    <a:pt x="213" y="1"/>
                  </a:moveTo>
                  <a:cubicBezTo>
                    <a:pt x="94" y="1"/>
                    <a:pt x="0" y="96"/>
                    <a:pt x="0" y="213"/>
                  </a:cubicBezTo>
                  <a:lnTo>
                    <a:pt x="0" y="717"/>
                  </a:lnTo>
                  <a:lnTo>
                    <a:pt x="982" y="717"/>
                  </a:lnTo>
                  <a:lnTo>
                    <a:pt x="982" y="213"/>
                  </a:lnTo>
                  <a:cubicBezTo>
                    <a:pt x="982" y="96"/>
                    <a:pt x="887" y="1"/>
                    <a:pt x="7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4" name="Google Shape;4004;p63"/>
            <p:cNvSpPr/>
            <p:nvPr/>
          </p:nvSpPr>
          <p:spPr>
            <a:xfrm>
              <a:off x="1783845" y="4080801"/>
              <a:ext cx="78555" cy="10978"/>
            </a:xfrm>
            <a:custGeom>
              <a:avLst/>
              <a:gdLst/>
              <a:ahLst/>
              <a:cxnLst/>
              <a:rect l="l" t="t" r="r" b="b"/>
              <a:pathLst>
                <a:path w="2848" h="398" extrusionOk="0">
                  <a:moveTo>
                    <a:pt x="213" y="0"/>
                  </a:moveTo>
                  <a:cubicBezTo>
                    <a:pt x="94" y="0"/>
                    <a:pt x="0" y="103"/>
                    <a:pt x="15" y="223"/>
                  </a:cubicBezTo>
                  <a:cubicBezTo>
                    <a:pt x="28" y="324"/>
                    <a:pt x="117" y="398"/>
                    <a:pt x="220" y="398"/>
                  </a:cubicBezTo>
                  <a:lnTo>
                    <a:pt x="2635" y="398"/>
                  </a:lnTo>
                  <a:cubicBezTo>
                    <a:pt x="2752" y="398"/>
                    <a:pt x="2848" y="294"/>
                    <a:pt x="2833" y="175"/>
                  </a:cubicBezTo>
                  <a:cubicBezTo>
                    <a:pt x="2820" y="74"/>
                    <a:pt x="2730" y="0"/>
                    <a:pt x="26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5" name="Google Shape;4005;p63"/>
            <p:cNvSpPr/>
            <p:nvPr/>
          </p:nvSpPr>
          <p:spPr>
            <a:xfrm>
              <a:off x="1834570" y="4063948"/>
              <a:ext cx="11005" cy="34919"/>
            </a:xfrm>
            <a:custGeom>
              <a:avLst/>
              <a:gdLst/>
              <a:ahLst/>
              <a:cxnLst/>
              <a:rect l="l" t="t" r="r" b="b"/>
              <a:pathLst>
                <a:path w="399" h="1266" extrusionOk="0">
                  <a:moveTo>
                    <a:pt x="200" y="0"/>
                  </a:moveTo>
                  <a:cubicBezTo>
                    <a:pt x="192" y="0"/>
                    <a:pt x="183" y="1"/>
                    <a:pt x="175" y="2"/>
                  </a:cubicBezTo>
                  <a:cubicBezTo>
                    <a:pt x="74" y="14"/>
                    <a:pt x="0" y="104"/>
                    <a:pt x="0" y="207"/>
                  </a:cubicBezTo>
                  <a:lnTo>
                    <a:pt x="0" y="1058"/>
                  </a:lnTo>
                  <a:cubicBezTo>
                    <a:pt x="0" y="1160"/>
                    <a:pt x="74" y="1250"/>
                    <a:pt x="175" y="1264"/>
                  </a:cubicBezTo>
                  <a:cubicBezTo>
                    <a:pt x="183" y="1265"/>
                    <a:pt x="191" y="1265"/>
                    <a:pt x="199" y="1265"/>
                  </a:cubicBezTo>
                  <a:cubicBezTo>
                    <a:pt x="310" y="1265"/>
                    <a:pt x="399" y="1175"/>
                    <a:pt x="399" y="1066"/>
                  </a:cubicBezTo>
                  <a:lnTo>
                    <a:pt x="399" y="200"/>
                  </a:lnTo>
                  <a:cubicBezTo>
                    <a:pt x="399" y="88"/>
                    <a:pt x="310" y="0"/>
                    <a:pt x="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6" name="Google Shape;4006;p63"/>
            <p:cNvSpPr/>
            <p:nvPr/>
          </p:nvSpPr>
          <p:spPr>
            <a:xfrm>
              <a:off x="1819206" y="4050736"/>
              <a:ext cx="41787" cy="21239"/>
            </a:xfrm>
            <a:custGeom>
              <a:avLst/>
              <a:gdLst/>
              <a:ahLst/>
              <a:cxnLst/>
              <a:rect l="l" t="t" r="r" b="b"/>
              <a:pathLst>
                <a:path w="1515" h="770" extrusionOk="0">
                  <a:moveTo>
                    <a:pt x="0" y="0"/>
                  </a:moveTo>
                  <a:lnTo>
                    <a:pt x="0" y="557"/>
                  </a:lnTo>
                  <a:cubicBezTo>
                    <a:pt x="0" y="674"/>
                    <a:pt x="96" y="770"/>
                    <a:pt x="213" y="770"/>
                  </a:cubicBezTo>
                  <a:lnTo>
                    <a:pt x="1302" y="770"/>
                  </a:lnTo>
                  <a:cubicBezTo>
                    <a:pt x="1419" y="770"/>
                    <a:pt x="1514" y="674"/>
                    <a:pt x="1514" y="557"/>
                  </a:cubicBezTo>
                  <a:lnTo>
                    <a:pt x="151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7" name="Google Shape;4007;p63"/>
            <p:cNvSpPr/>
            <p:nvPr/>
          </p:nvSpPr>
          <p:spPr>
            <a:xfrm>
              <a:off x="1806766" y="4035373"/>
              <a:ext cx="66639" cy="21239"/>
            </a:xfrm>
            <a:custGeom>
              <a:avLst/>
              <a:gdLst/>
              <a:ahLst/>
              <a:cxnLst/>
              <a:rect l="l" t="t" r="r" b="b"/>
              <a:pathLst>
                <a:path w="2416" h="770" extrusionOk="0">
                  <a:moveTo>
                    <a:pt x="0" y="0"/>
                  </a:moveTo>
                  <a:lnTo>
                    <a:pt x="0" y="557"/>
                  </a:lnTo>
                  <a:cubicBezTo>
                    <a:pt x="0" y="674"/>
                    <a:pt x="95" y="770"/>
                    <a:pt x="213" y="770"/>
                  </a:cubicBezTo>
                  <a:lnTo>
                    <a:pt x="2203" y="770"/>
                  </a:lnTo>
                  <a:cubicBezTo>
                    <a:pt x="2320" y="770"/>
                    <a:pt x="2415" y="674"/>
                    <a:pt x="2415" y="557"/>
                  </a:cubicBezTo>
                  <a:lnTo>
                    <a:pt x="241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8" name="Google Shape;4008;p63"/>
            <p:cNvSpPr/>
            <p:nvPr/>
          </p:nvSpPr>
          <p:spPr>
            <a:xfrm>
              <a:off x="1858015" y="4035373"/>
              <a:ext cx="15391" cy="21239"/>
            </a:xfrm>
            <a:custGeom>
              <a:avLst/>
              <a:gdLst/>
              <a:ahLst/>
              <a:cxnLst/>
              <a:rect l="l" t="t" r="r" b="b"/>
              <a:pathLst>
                <a:path w="558" h="770" extrusionOk="0">
                  <a:moveTo>
                    <a:pt x="0" y="0"/>
                  </a:moveTo>
                  <a:lnTo>
                    <a:pt x="0" y="770"/>
                  </a:lnTo>
                  <a:lnTo>
                    <a:pt x="345" y="770"/>
                  </a:lnTo>
                  <a:cubicBezTo>
                    <a:pt x="462" y="770"/>
                    <a:pt x="557" y="674"/>
                    <a:pt x="557" y="557"/>
                  </a:cubicBezTo>
                  <a:lnTo>
                    <a:pt x="557" y="0"/>
                  </a:lnTo>
                  <a:close/>
                </a:path>
              </a:pathLst>
            </a:custGeom>
            <a:solidFill>
              <a:srgbClr val="EC9836">
                <a:alpha val="339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9" name="Google Shape;4009;p63"/>
            <p:cNvSpPr/>
            <p:nvPr/>
          </p:nvSpPr>
          <p:spPr>
            <a:xfrm>
              <a:off x="1764924" y="4029497"/>
              <a:ext cx="150711" cy="10978"/>
            </a:xfrm>
            <a:custGeom>
              <a:avLst/>
              <a:gdLst/>
              <a:ahLst/>
              <a:cxnLst/>
              <a:rect l="l" t="t" r="r" b="b"/>
              <a:pathLst>
                <a:path w="5464" h="398" extrusionOk="0">
                  <a:moveTo>
                    <a:pt x="213" y="1"/>
                  </a:moveTo>
                  <a:cubicBezTo>
                    <a:pt x="93" y="1"/>
                    <a:pt x="0" y="103"/>
                    <a:pt x="15" y="225"/>
                  </a:cubicBezTo>
                  <a:cubicBezTo>
                    <a:pt x="27" y="325"/>
                    <a:pt x="118" y="398"/>
                    <a:pt x="220" y="398"/>
                  </a:cubicBezTo>
                  <a:lnTo>
                    <a:pt x="5251" y="398"/>
                  </a:lnTo>
                  <a:cubicBezTo>
                    <a:pt x="5368" y="398"/>
                    <a:pt x="5464" y="295"/>
                    <a:pt x="5449" y="175"/>
                  </a:cubicBezTo>
                  <a:cubicBezTo>
                    <a:pt x="5437" y="74"/>
                    <a:pt x="5347" y="1"/>
                    <a:pt x="524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0" name="Google Shape;4010;p63"/>
            <p:cNvSpPr/>
            <p:nvPr/>
          </p:nvSpPr>
          <p:spPr>
            <a:xfrm>
              <a:off x="1602490" y="4018547"/>
              <a:ext cx="27114" cy="19804"/>
            </a:xfrm>
            <a:custGeom>
              <a:avLst/>
              <a:gdLst/>
              <a:ahLst/>
              <a:cxnLst/>
              <a:rect l="l" t="t" r="r" b="b"/>
              <a:pathLst>
                <a:path w="983" h="718" extrusionOk="0">
                  <a:moveTo>
                    <a:pt x="213" y="1"/>
                  </a:moveTo>
                  <a:cubicBezTo>
                    <a:pt x="96" y="1"/>
                    <a:pt x="1" y="96"/>
                    <a:pt x="1" y="213"/>
                  </a:cubicBezTo>
                  <a:lnTo>
                    <a:pt x="1" y="717"/>
                  </a:lnTo>
                  <a:lnTo>
                    <a:pt x="983" y="717"/>
                  </a:lnTo>
                  <a:lnTo>
                    <a:pt x="983" y="213"/>
                  </a:lnTo>
                  <a:cubicBezTo>
                    <a:pt x="983" y="96"/>
                    <a:pt x="887" y="1"/>
                    <a:pt x="7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1" name="Google Shape;4011;p63"/>
            <p:cNvSpPr/>
            <p:nvPr/>
          </p:nvSpPr>
          <p:spPr>
            <a:xfrm>
              <a:off x="1593250" y="4080801"/>
              <a:ext cx="78555" cy="10978"/>
            </a:xfrm>
            <a:custGeom>
              <a:avLst/>
              <a:gdLst/>
              <a:ahLst/>
              <a:cxnLst/>
              <a:rect l="l" t="t" r="r" b="b"/>
              <a:pathLst>
                <a:path w="2848" h="398" extrusionOk="0">
                  <a:moveTo>
                    <a:pt x="213" y="0"/>
                  </a:moveTo>
                  <a:cubicBezTo>
                    <a:pt x="94" y="0"/>
                    <a:pt x="0" y="103"/>
                    <a:pt x="15" y="223"/>
                  </a:cubicBezTo>
                  <a:cubicBezTo>
                    <a:pt x="28" y="324"/>
                    <a:pt x="117" y="398"/>
                    <a:pt x="220" y="398"/>
                  </a:cubicBezTo>
                  <a:lnTo>
                    <a:pt x="2635" y="398"/>
                  </a:lnTo>
                  <a:cubicBezTo>
                    <a:pt x="2752" y="398"/>
                    <a:pt x="2848" y="294"/>
                    <a:pt x="2833" y="175"/>
                  </a:cubicBezTo>
                  <a:cubicBezTo>
                    <a:pt x="2820" y="74"/>
                    <a:pt x="2730" y="0"/>
                    <a:pt x="26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2" name="Google Shape;4012;p63"/>
            <p:cNvSpPr/>
            <p:nvPr/>
          </p:nvSpPr>
          <p:spPr>
            <a:xfrm>
              <a:off x="1610544" y="4063948"/>
              <a:ext cx="10978" cy="34919"/>
            </a:xfrm>
            <a:custGeom>
              <a:avLst/>
              <a:gdLst/>
              <a:ahLst/>
              <a:cxnLst/>
              <a:rect l="l" t="t" r="r" b="b"/>
              <a:pathLst>
                <a:path w="398" h="1266" extrusionOk="0">
                  <a:moveTo>
                    <a:pt x="200" y="0"/>
                  </a:moveTo>
                  <a:cubicBezTo>
                    <a:pt x="192" y="0"/>
                    <a:pt x="183" y="1"/>
                    <a:pt x="175" y="2"/>
                  </a:cubicBezTo>
                  <a:cubicBezTo>
                    <a:pt x="74" y="14"/>
                    <a:pt x="0" y="104"/>
                    <a:pt x="0" y="207"/>
                  </a:cubicBezTo>
                  <a:lnTo>
                    <a:pt x="0" y="1058"/>
                  </a:lnTo>
                  <a:cubicBezTo>
                    <a:pt x="0" y="1160"/>
                    <a:pt x="74" y="1250"/>
                    <a:pt x="175" y="1264"/>
                  </a:cubicBezTo>
                  <a:cubicBezTo>
                    <a:pt x="183" y="1265"/>
                    <a:pt x="191" y="1265"/>
                    <a:pt x="200" y="1265"/>
                  </a:cubicBezTo>
                  <a:cubicBezTo>
                    <a:pt x="309" y="1265"/>
                    <a:pt x="398" y="1176"/>
                    <a:pt x="398" y="1066"/>
                  </a:cubicBezTo>
                  <a:lnTo>
                    <a:pt x="398" y="200"/>
                  </a:lnTo>
                  <a:cubicBezTo>
                    <a:pt x="398" y="88"/>
                    <a:pt x="309" y="0"/>
                    <a:pt x="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3" name="Google Shape;4013;p63"/>
            <p:cNvSpPr/>
            <p:nvPr/>
          </p:nvSpPr>
          <p:spPr>
            <a:xfrm>
              <a:off x="1595181" y="4050736"/>
              <a:ext cx="41732" cy="21239"/>
            </a:xfrm>
            <a:custGeom>
              <a:avLst/>
              <a:gdLst/>
              <a:ahLst/>
              <a:cxnLst/>
              <a:rect l="l" t="t" r="r" b="b"/>
              <a:pathLst>
                <a:path w="1513" h="770" extrusionOk="0">
                  <a:moveTo>
                    <a:pt x="1" y="0"/>
                  </a:moveTo>
                  <a:lnTo>
                    <a:pt x="1" y="557"/>
                  </a:lnTo>
                  <a:cubicBezTo>
                    <a:pt x="1" y="674"/>
                    <a:pt x="96" y="770"/>
                    <a:pt x="213" y="770"/>
                  </a:cubicBezTo>
                  <a:lnTo>
                    <a:pt x="1300" y="770"/>
                  </a:lnTo>
                  <a:cubicBezTo>
                    <a:pt x="1418" y="770"/>
                    <a:pt x="1513" y="674"/>
                    <a:pt x="1513" y="557"/>
                  </a:cubicBezTo>
                  <a:lnTo>
                    <a:pt x="151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4" name="Google Shape;4014;p63"/>
            <p:cNvSpPr/>
            <p:nvPr/>
          </p:nvSpPr>
          <p:spPr>
            <a:xfrm>
              <a:off x="1582686" y="4035373"/>
              <a:ext cx="66694" cy="21239"/>
            </a:xfrm>
            <a:custGeom>
              <a:avLst/>
              <a:gdLst/>
              <a:ahLst/>
              <a:cxnLst/>
              <a:rect l="l" t="t" r="r" b="b"/>
              <a:pathLst>
                <a:path w="2418" h="770" extrusionOk="0">
                  <a:moveTo>
                    <a:pt x="1" y="0"/>
                  </a:moveTo>
                  <a:lnTo>
                    <a:pt x="1" y="557"/>
                  </a:lnTo>
                  <a:cubicBezTo>
                    <a:pt x="1" y="674"/>
                    <a:pt x="96" y="770"/>
                    <a:pt x="213" y="770"/>
                  </a:cubicBezTo>
                  <a:lnTo>
                    <a:pt x="2205" y="770"/>
                  </a:lnTo>
                  <a:cubicBezTo>
                    <a:pt x="2322" y="770"/>
                    <a:pt x="2417" y="674"/>
                    <a:pt x="2417" y="557"/>
                  </a:cubicBezTo>
                  <a:lnTo>
                    <a:pt x="241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5" name="Google Shape;4015;p63"/>
            <p:cNvSpPr/>
            <p:nvPr/>
          </p:nvSpPr>
          <p:spPr>
            <a:xfrm>
              <a:off x="1582686" y="4035373"/>
              <a:ext cx="15391" cy="21239"/>
            </a:xfrm>
            <a:custGeom>
              <a:avLst/>
              <a:gdLst/>
              <a:ahLst/>
              <a:cxnLst/>
              <a:rect l="l" t="t" r="r" b="b"/>
              <a:pathLst>
                <a:path w="558" h="770" extrusionOk="0">
                  <a:moveTo>
                    <a:pt x="1" y="0"/>
                  </a:moveTo>
                  <a:lnTo>
                    <a:pt x="1" y="557"/>
                  </a:lnTo>
                  <a:cubicBezTo>
                    <a:pt x="1" y="674"/>
                    <a:pt x="96" y="770"/>
                    <a:pt x="213" y="770"/>
                  </a:cubicBezTo>
                  <a:lnTo>
                    <a:pt x="558" y="770"/>
                  </a:lnTo>
                  <a:lnTo>
                    <a:pt x="558" y="0"/>
                  </a:lnTo>
                  <a:close/>
                </a:path>
              </a:pathLst>
            </a:custGeom>
            <a:solidFill>
              <a:srgbClr val="EC9836">
                <a:alpha val="339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6" name="Google Shape;4016;p63"/>
            <p:cNvSpPr/>
            <p:nvPr/>
          </p:nvSpPr>
          <p:spPr>
            <a:xfrm>
              <a:off x="1539961" y="4029497"/>
              <a:ext cx="150738" cy="10978"/>
            </a:xfrm>
            <a:custGeom>
              <a:avLst/>
              <a:gdLst/>
              <a:ahLst/>
              <a:cxnLst/>
              <a:rect l="l" t="t" r="r" b="b"/>
              <a:pathLst>
                <a:path w="5465" h="398" extrusionOk="0">
                  <a:moveTo>
                    <a:pt x="213" y="1"/>
                  </a:moveTo>
                  <a:cubicBezTo>
                    <a:pt x="93" y="1"/>
                    <a:pt x="1" y="103"/>
                    <a:pt x="15" y="225"/>
                  </a:cubicBezTo>
                  <a:cubicBezTo>
                    <a:pt x="27" y="325"/>
                    <a:pt x="118" y="398"/>
                    <a:pt x="220" y="398"/>
                  </a:cubicBezTo>
                  <a:lnTo>
                    <a:pt x="5252" y="398"/>
                  </a:lnTo>
                  <a:cubicBezTo>
                    <a:pt x="5372" y="398"/>
                    <a:pt x="5464" y="295"/>
                    <a:pt x="5449" y="175"/>
                  </a:cubicBezTo>
                  <a:cubicBezTo>
                    <a:pt x="5438" y="74"/>
                    <a:pt x="5347" y="1"/>
                    <a:pt x="524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7" name="Google Shape;4017;p63"/>
            <p:cNvSpPr/>
            <p:nvPr/>
          </p:nvSpPr>
          <p:spPr>
            <a:xfrm>
              <a:off x="1648222" y="4103308"/>
              <a:ext cx="29017" cy="101973"/>
            </a:xfrm>
            <a:custGeom>
              <a:avLst/>
              <a:gdLst/>
              <a:ahLst/>
              <a:cxnLst/>
              <a:rect l="l" t="t" r="r" b="b"/>
              <a:pathLst>
                <a:path w="1052" h="3697" extrusionOk="0">
                  <a:moveTo>
                    <a:pt x="834" y="0"/>
                  </a:moveTo>
                  <a:cubicBezTo>
                    <a:pt x="739" y="0"/>
                    <a:pt x="656" y="67"/>
                    <a:pt x="638" y="162"/>
                  </a:cubicBezTo>
                  <a:lnTo>
                    <a:pt x="18" y="3459"/>
                  </a:lnTo>
                  <a:cubicBezTo>
                    <a:pt x="0" y="3546"/>
                    <a:pt x="43" y="3635"/>
                    <a:pt x="129" y="3678"/>
                  </a:cubicBezTo>
                  <a:cubicBezTo>
                    <a:pt x="157" y="3691"/>
                    <a:pt x="188" y="3697"/>
                    <a:pt x="217" y="3697"/>
                  </a:cubicBezTo>
                  <a:lnTo>
                    <a:pt x="814" y="3697"/>
                  </a:lnTo>
                  <a:cubicBezTo>
                    <a:pt x="934" y="3697"/>
                    <a:pt x="1026" y="3591"/>
                    <a:pt x="1012" y="3471"/>
                  </a:cubicBezTo>
                  <a:cubicBezTo>
                    <a:pt x="1000" y="3370"/>
                    <a:pt x="909" y="3297"/>
                    <a:pt x="806" y="3297"/>
                  </a:cubicBezTo>
                  <a:lnTo>
                    <a:pt x="453" y="3297"/>
                  </a:lnTo>
                  <a:lnTo>
                    <a:pt x="1031" y="235"/>
                  </a:lnTo>
                  <a:cubicBezTo>
                    <a:pt x="1051" y="128"/>
                    <a:pt x="979" y="23"/>
                    <a:pt x="871" y="4"/>
                  </a:cubicBezTo>
                  <a:cubicBezTo>
                    <a:pt x="858" y="1"/>
                    <a:pt x="846" y="0"/>
                    <a:pt x="83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8" name="Google Shape;4018;p63"/>
            <p:cNvSpPr/>
            <p:nvPr/>
          </p:nvSpPr>
          <p:spPr>
            <a:xfrm>
              <a:off x="1778329" y="4103336"/>
              <a:ext cx="29100" cy="101945"/>
            </a:xfrm>
            <a:custGeom>
              <a:avLst/>
              <a:gdLst/>
              <a:ahLst/>
              <a:cxnLst/>
              <a:rect l="l" t="t" r="r" b="b"/>
              <a:pathLst>
                <a:path w="1055" h="3696" extrusionOk="0">
                  <a:moveTo>
                    <a:pt x="221" y="1"/>
                  </a:moveTo>
                  <a:cubicBezTo>
                    <a:pt x="209" y="1"/>
                    <a:pt x="196" y="2"/>
                    <a:pt x="184" y="4"/>
                  </a:cubicBezTo>
                  <a:cubicBezTo>
                    <a:pt x="76" y="23"/>
                    <a:pt x="4" y="129"/>
                    <a:pt x="24" y="237"/>
                  </a:cubicBezTo>
                  <a:lnTo>
                    <a:pt x="602" y="3297"/>
                  </a:lnTo>
                  <a:lnTo>
                    <a:pt x="241" y="3297"/>
                  </a:lnTo>
                  <a:cubicBezTo>
                    <a:pt x="105" y="3297"/>
                    <a:pt x="1" y="3435"/>
                    <a:pt x="58" y="3579"/>
                  </a:cubicBezTo>
                  <a:cubicBezTo>
                    <a:pt x="84" y="3649"/>
                    <a:pt x="158" y="3696"/>
                    <a:pt x="237" y="3696"/>
                  </a:cubicBezTo>
                  <a:lnTo>
                    <a:pt x="841" y="3696"/>
                  </a:lnTo>
                  <a:cubicBezTo>
                    <a:pt x="863" y="3696"/>
                    <a:pt x="886" y="3691"/>
                    <a:pt x="908" y="3686"/>
                  </a:cubicBezTo>
                  <a:cubicBezTo>
                    <a:pt x="1006" y="3649"/>
                    <a:pt x="1055" y="3552"/>
                    <a:pt x="1037" y="3461"/>
                  </a:cubicBezTo>
                  <a:lnTo>
                    <a:pt x="417" y="164"/>
                  </a:lnTo>
                  <a:cubicBezTo>
                    <a:pt x="399" y="68"/>
                    <a:pt x="315" y="1"/>
                    <a:pt x="22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9" name="Google Shape;4019;p63"/>
            <p:cNvSpPr/>
            <p:nvPr/>
          </p:nvSpPr>
          <p:spPr>
            <a:xfrm>
              <a:off x="1650594" y="4066127"/>
              <a:ext cx="154407" cy="43249"/>
            </a:xfrm>
            <a:custGeom>
              <a:avLst/>
              <a:gdLst/>
              <a:ahLst/>
              <a:cxnLst/>
              <a:rect l="l" t="t" r="r" b="b"/>
              <a:pathLst>
                <a:path w="5598" h="1568" extrusionOk="0">
                  <a:moveTo>
                    <a:pt x="999" y="0"/>
                  </a:moveTo>
                  <a:cubicBezTo>
                    <a:pt x="814" y="0"/>
                    <a:pt x="644" y="110"/>
                    <a:pt x="574" y="283"/>
                  </a:cubicBezTo>
                  <a:cubicBezTo>
                    <a:pt x="515" y="430"/>
                    <a:pt x="405" y="606"/>
                    <a:pt x="207" y="730"/>
                  </a:cubicBezTo>
                  <a:cubicBezTo>
                    <a:pt x="78" y="812"/>
                    <a:pt x="1" y="957"/>
                    <a:pt x="1" y="1111"/>
                  </a:cubicBezTo>
                  <a:cubicBezTo>
                    <a:pt x="1" y="1362"/>
                    <a:pt x="204" y="1567"/>
                    <a:pt x="457" y="1567"/>
                  </a:cubicBezTo>
                  <a:lnTo>
                    <a:pt x="5142" y="1567"/>
                  </a:lnTo>
                  <a:cubicBezTo>
                    <a:pt x="5392" y="1567"/>
                    <a:pt x="5598" y="1363"/>
                    <a:pt x="5598" y="1111"/>
                  </a:cubicBezTo>
                  <a:cubicBezTo>
                    <a:pt x="5598" y="957"/>
                    <a:pt x="5520" y="812"/>
                    <a:pt x="5391" y="730"/>
                  </a:cubicBezTo>
                  <a:cubicBezTo>
                    <a:pt x="5192" y="604"/>
                    <a:pt x="5085" y="431"/>
                    <a:pt x="5025" y="285"/>
                  </a:cubicBezTo>
                  <a:cubicBezTo>
                    <a:pt x="4954" y="113"/>
                    <a:pt x="4786" y="0"/>
                    <a:pt x="46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0" name="Google Shape;4020;p63"/>
            <p:cNvSpPr/>
            <p:nvPr/>
          </p:nvSpPr>
          <p:spPr>
            <a:xfrm>
              <a:off x="1761807" y="4066099"/>
              <a:ext cx="43387" cy="43222"/>
            </a:xfrm>
            <a:custGeom>
              <a:avLst/>
              <a:gdLst/>
              <a:ahLst/>
              <a:cxnLst/>
              <a:rect l="l" t="t" r="r" b="b"/>
              <a:pathLst>
                <a:path w="1573" h="1567" extrusionOk="0">
                  <a:moveTo>
                    <a:pt x="0" y="0"/>
                  </a:moveTo>
                  <a:cubicBezTo>
                    <a:pt x="188" y="0"/>
                    <a:pt x="357" y="110"/>
                    <a:pt x="425" y="283"/>
                  </a:cubicBezTo>
                  <a:cubicBezTo>
                    <a:pt x="487" y="429"/>
                    <a:pt x="594" y="602"/>
                    <a:pt x="792" y="730"/>
                  </a:cubicBezTo>
                  <a:cubicBezTo>
                    <a:pt x="856" y="769"/>
                    <a:pt x="909" y="827"/>
                    <a:pt x="944" y="893"/>
                  </a:cubicBezTo>
                  <a:cubicBezTo>
                    <a:pt x="981" y="958"/>
                    <a:pt x="1000" y="1033"/>
                    <a:pt x="1000" y="1111"/>
                  </a:cubicBezTo>
                  <a:cubicBezTo>
                    <a:pt x="1000" y="1363"/>
                    <a:pt x="793" y="1567"/>
                    <a:pt x="543" y="1567"/>
                  </a:cubicBezTo>
                  <a:lnTo>
                    <a:pt x="1091" y="1567"/>
                  </a:lnTo>
                  <a:cubicBezTo>
                    <a:pt x="1283" y="1567"/>
                    <a:pt x="1462" y="1451"/>
                    <a:pt x="1525" y="1269"/>
                  </a:cubicBezTo>
                  <a:cubicBezTo>
                    <a:pt x="1573" y="1140"/>
                    <a:pt x="1558" y="1004"/>
                    <a:pt x="1498" y="893"/>
                  </a:cubicBezTo>
                  <a:cubicBezTo>
                    <a:pt x="1463" y="828"/>
                    <a:pt x="1412" y="769"/>
                    <a:pt x="1346" y="730"/>
                  </a:cubicBezTo>
                  <a:cubicBezTo>
                    <a:pt x="1148" y="605"/>
                    <a:pt x="1038" y="429"/>
                    <a:pt x="979" y="283"/>
                  </a:cubicBezTo>
                  <a:cubicBezTo>
                    <a:pt x="909" y="110"/>
                    <a:pt x="739" y="0"/>
                    <a:pt x="554" y="0"/>
                  </a:cubicBezTo>
                  <a:close/>
                </a:path>
              </a:pathLst>
            </a:custGeom>
            <a:solidFill>
              <a:srgbClr val="000000">
                <a:alpha val="202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1" name="Google Shape;4021;p63"/>
            <p:cNvSpPr/>
            <p:nvPr/>
          </p:nvSpPr>
          <p:spPr>
            <a:xfrm>
              <a:off x="1674536" y="4088083"/>
              <a:ext cx="12109" cy="10978"/>
            </a:xfrm>
            <a:custGeom>
              <a:avLst/>
              <a:gdLst/>
              <a:ahLst/>
              <a:cxnLst/>
              <a:rect l="l" t="t" r="r" b="b"/>
              <a:pathLst>
                <a:path w="439" h="398" extrusionOk="0">
                  <a:moveTo>
                    <a:pt x="214" y="0"/>
                  </a:moveTo>
                  <a:cubicBezTo>
                    <a:pt x="94" y="0"/>
                    <a:pt x="0" y="103"/>
                    <a:pt x="16" y="223"/>
                  </a:cubicBezTo>
                  <a:cubicBezTo>
                    <a:pt x="28" y="324"/>
                    <a:pt x="119" y="397"/>
                    <a:pt x="220" y="397"/>
                  </a:cubicBezTo>
                  <a:lnTo>
                    <a:pt x="226" y="397"/>
                  </a:lnTo>
                  <a:cubicBezTo>
                    <a:pt x="346" y="397"/>
                    <a:pt x="439" y="295"/>
                    <a:pt x="424" y="175"/>
                  </a:cubicBezTo>
                  <a:cubicBezTo>
                    <a:pt x="412" y="74"/>
                    <a:pt x="321" y="0"/>
                    <a:pt x="21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2" name="Google Shape;4022;p63"/>
            <p:cNvSpPr/>
            <p:nvPr/>
          </p:nvSpPr>
          <p:spPr>
            <a:xfrm>
              <a:off x="1688189" y="4088083"/>
              <a:ext cx="12109" cy="10978"/>
            </a:xfrm>
            <a:custGeom>
              <a:avLst/>
              <a:gdLst/>
              <a:ahLst/>
              <a:cxnLst/>
              <a:rect l="l" t="t" r="r" b="b"/>
              <a:pathLst>
                <a:path w="439" h="398" extrusionOk="0">
                  <a:moveTo>
                    <a:pt x="213" y="0"/>
                  </a:moveTo>
                  <a:cubicBezTo>
                    <a:pt x="94" y="0"/>
                    <a:pt x="1" y="103"/>
                    <a:pt x="15" y="223"/>
                  </a:cubicBezTo>
                  <a:cubicBezTo>
                    <a:pt x="29" y="324"/>
                    <a:pt x="118" y="397"/>
                    <a:pt x="221" y="397"/>
                  </a:cubicBezTo>
                  <a:lnTo>
                    <a:pt x="226" y="397"/>
                  </a:lnTo>
                  <a:cubicBezTo>
                    <a:pt x="345" y="397"/>
                    <a:pt x="439" y="295"/>
                    <a:pt x="424" y="175"/>
                  </a:cubicBezTo>
                  <a:cubicBezTo>
                    <a:pt x="411" y="74"/>
                    <a:pt x="322" y="0"/>
                    <a:pt x="21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3" name="Google Shape;4023;p63"/>
            <p:cNvSpPr/>
            <p:nvPr/>
          </p:nvSpPr>
          <p:spPr>
            <a:xfrm>
              <a:off x="1722557" y="4118341"/>
              <a:ext cx="10978" cy="75659"/>
            </a:xfrm>
            <a:custGeom>
              <a:avLst/>
              <a:gdLst/>
              <a:ahLst/>
              <a:cxnLst/>
              <a:rect l="l" t="t" r="r" b="b"/>
              <a:pathLst>
                <a:path w="398" h="2743" extrusionOk="0">
                  <a:moveTo>
                    <a:pt x="200" y="1"/>
                  </a:moveTo>
                  <a:cubicBezTo>
                    <a:pt x="191" y="1"/>
                    <a:pt x="183" y="1"/>
                    <a:pt x="175" y="2"/>
                  </a:cubicBezTo>
                  <a:cubicBezTo>
                    <a:pt x="74" y="16"/>
                    <a:pt x="0" y="105"/>
                    <a:pt x="0" y="208"/>
                  </a:cubicBezTo>
                  <a:lnTo>
                    <a:pt x="0" y="2533"/>
                  </a:lnTo>
                  <a:cubicBezTo>
                    <a:pt x="0" y="2636"/>
                    <a:pt x="74" y="2727"/>
                    <a:pt x="175" y="2741"/>
                  </a:cubicBezTo>
                  <a:cubicBezTo>
                    <a:pt x="183" y="2742"/>
                    <a:pt x="191" y="2743"/>
                    <a:pt x="199" y="2743"/>
                  </a:cubicBezTo>
                  <a:cubicBezTo>
                    <a:pt x="309" y="2743"/>
                    <a:pt x="398" y="2653"/>
                    <a:pt x="398" y="2544"/>
                  </a:cubicBezTo>
                  <a:lnTo>
                    <a:pt x="398" y="200"/>
                  </a:lnTo>
                  <a:cubicBezTo>
                    <a:pt x="398" y="90"/>
                    <a:pt x="309" y="1"/>
                    <a:pt x="20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4" name="Google Shape;4024;p63"/>
            <p:cNvSpPr/>
            <p:nvPr/>
          </p:nvSpPr>
          <p:spPr>
            <a:xfrm>
              <a:off x="1664358" y="4118148"/>
              <a:ext cx="127679" cy="10978"/>
            </a:xfrm>
            <a:custGeom>
              <a:avLst/>
              <a:gdLst/>
              <a:ahLst/>
              <a:cxnLst/>
              <a:rect l="l" t="t" r="r" b="b"/>
              <a:pathLst>
                <a:path w="4629" h="398" extrusionOk="0">
                  <a:moveTo>
                    <a:pt x="213" y="1"/>
                  </a:moveTo>
                  <a:cubicBezTo>
                    <a:pt x="94" y="1"/>
                    <a:pt x="0" y="103"/>
                    <a:pt x="15" y="223"/>
                  </a:cubicBezTo>
                  <a:cubicBezTo>
                    <a:pt x="28" y="324"/>
                    <a:pt x="117" y="398"/>
                    <a:pt x="220" y="398"/>
                  </a:cubicBezTo>
                  <a:lnTo>
                    <a:pt x="4416" y="398"/>
                  </a:lnTo>
                  <a:cubicBezTo>
                    <a:pt x="4534" y="398"/>
                    <a:pt x="4628" y="294"/>
                    <a:pt x="4612" y="174"/>
                  </a:cubicBezTo>
                  <a:cubicBezTo>
                    <a:pt x="4600" y="74"/>
                    <a:pt x="4509" y="1"/>
                    <a:pt x="44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5" name="Google Shape;4025;p63"/>
            <p:cNvSpPr/>
            <p:nvPr/>
          </p:nvSpPr>
          <p:spPr>
            <a:xfrm>
              <a:off x="1618626" y="4183491"/>
              <a:ext cx="218950" cy="157138"/>
            </a:xfrm>
            <a:custGeom>
              <a:avLst/>
              <a:gdLst/>
              <a:ahLst/>
              <a:cxnLst/>
              <a:rect l="l" t="t" r="r" b="b"/>
              <a:pathLst>
                <a:path w="7938" h="5697" extrusionOk="0">
                  <a:moveTo>
                    <a:pt x="3969" y="0"/>
                  </a:moveTo>
                  <a:cubicBezTo>
                    <a:pt x="3936" y="0"/>
                    <a:pt x="3904" y="8"/>
                    <a:pt x="3875" y="23"/>
                  </a:cubicBezTo>
                  <a:lnTo>
                    <a:pt x="105" y="2040"/>
                  </a:lnTo>
                  <a:cubicBezTo>
                    <a:pt x="40" y="2075"/>
                    <a:pt x="1" y="2142"/>
                    <a:pt x="1" y="2216"/>
                  </a:cubicBezTo>
                  <a:lnTo>
                    <a:pt x="1" y="5497"/>
                  </a:lnTo>
                  <a:cubicBezTo>
                    <a:pt x="1" y="5608"/>
                    <a:pt x="89" y="5696"/>
                    <a:pt x="199" y="5696"/>
                  </a:cubicBezTo>
                  <a:cubicBezTo>
                    <a:pt x="207" y="5696"/>
                    <a:pt x="215" y="5696"/>
                    <a:pt x="223" y="5695"/>
                  </a:cubicBezTo>
                  <a:cubicBezTo>
                    <a:pt x="324" y="5682"/>
                    <a:pt x="398" y="5592"/>
                    <a:pt x="398" y="5490"/>
                  </a:cubicBezTo>
                  <a:lnTo>
                    <a:pt x="398" y="2336"/>
                  </a:lnTo>
                  <a:lnTo>
                    <a:pt x="3968" y="425"/>
                  </a:lnTo>
                  <a:lnTo>
                    <a:pt x="7539" y="2336"/>
                  </a:lnTo>
                  <a:lnTo>
                    <a:pt x="7539" y="5497"/>
                  </a:lnTo>
                  <a:cubicBezTo>
                    <a:pt x="7539" y="5608"/>
                    <a:pt x="7628" y="5696"/>
                    <a:pt x="7737" y="5696"/>
                  </a:cubicBezTo>
                  <a:cubicBezTo>
                    <a:pt x="7745" y="5696"/>
                    <a:pt x="7754" y="5696"/>
                    <a:pt x="7762" y="5695"/>
                  </a:cubicBezTo>
                  <a:cubicBezTo>
                    <a:pt x="7863" y="5682"/>
                    <a:pt x="7936" y="5591"/>
                    <a:pt x="7938" y="5490"/>
                  </a:cubicBezTo>
                  <a:lnTo>
                    <a:pt x="7938" y="2216"/>
                  </a:lnTo>
                  <a:cubicBezTo>
                    <a:pt x="7938" y="2142"/>
                    <a:pt x="7898" y="2075"/>
                    <a:pt x="7834" y="2040"/>
                  </a:cubicBezTo>
                  <a:lnTo>
                    <a:pt x="4063" y="23"/>
                  </a:lnTo>
                  <a:cubicBezTo>
                    <a:pt x="4034" y="8"/>
                    <a:pt x="4001" y="0"/>
                    <a:pt x="396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6" name="Google Shape;4026;p63"/>
            <p:cNvSpPr/>
            <p:nvPr/>
          </p:nvSpPr>
          <p:spPr>
            <a:xfrm>
              <a:off x="1704270" y="4253578"/>
              <a:ext cx="47607" cy="47607"/>
            </a:xfrm>
            <a:custGeom>
              <a:avLst/>
              <a:gdLst/>
              <a:ahLst/>
              <a:cxnLst/>
              <a:rect l="l" t="t" r="r" b="b"/>
              <a:pathLst>
                <a:path w="1726" h="1726" extrusionOk="0">
                  <a:moveTo>
                    <a:pt x="479" y="0"/>
                  </a:moveTo>
                  <a:lnTo>
                    <a:pt x="479" y="478"/>
                  </a:lnTo>
                  <a:lnTo>
                    <a:pt x="1" y="478"/>
                  </a:lnTo>
                  <a:lnTo>
                    <a:pt x="1" y="1247"/>
                  </a:lnTo>
                  <a:lnTo>
                    <a:pt x="479" y="1247"/>
                  </a:lnTo>
                  <a:lnTo>
                    <a:pt x="479" y="1725"/>
                  </a:lnTo>
                  <a:lnTo>
                    <a:pt x="1248" y="1725"/>
                  </a:lnTo>
                  <a:lnTo>
                    <a:pt x="1248" y="1247"/>
                  </a:lnTo>
                  <a:lnTo>
                    <a:pt x="1726" y="1247"/>
                  </a:lnTo>
                  <a:lnTo>
                    <a:pt x="1726" y="478"/>
                  </a:lnTo>
                  <a:lnTo>
                    <a:pt x="1248" y="478"/>
                  </a:lnTo>
                  <a:lnTo>
                    <a:pt x="12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27" name="Google Shape;4027;p63"/>
          <p:cNvGrpSpPr/>
          <p:nvPr/>
        </p:nvGrpSpPr>
        <p:grpSpPr>
          <a:xfrm>
            <a:off x="3102143" y="1847997"/>
            <a:ext cx="663064" cy="622219"/>
            <a:chOff x="1539961" y="3407429"/>
            <a:chExt cx="375674" cy="352532"/>
          </a:xfrm>
        </p:grpSpPr>
        <p:grpSp>
          <p:nvGrpSpPr>
            <p:cNvPr id="4028" name="Google Shape;4028;p63"/>
            <p:cNvGrpSpPr/>
            <p:nvPr/>
          </p:nvGrpSpPr>
          <p:grpSpPr>
            <a:xfrm>
              <a:off x="1828694" y="3473738"/>
              <a:ext cx="28658" cy="11005"/>
              <a:chOff x="1828694" y="3473738"/>
              <a:chExt cx="28658" cy="11005"/>
            </a:xfrm>
          </p:grpSpPr>
          <p:sp>
            <p:nvSpPr>
              <p:cNvPr id="4029" name="Google Shape;4029;p63"/>
              <p:cNvSpPr/>
              <p:nvPr/>
            </p:nvSpPr>
            <p:spPr>
              <a:xfrm>
                <a:off x="1828694" y="3473738"/>
                <a:ext cx="28658" cy="11005"/>
              </a:xfrm>
              <a:custGeom>
                <a:avLst/>
                <a:gdLst/>
                <a:ahLst/>
                <a:cxnLst/>
                <a:rect l="l" t="t" r="r" b="b"/>
                <a:pathLst>
                  <a:path w="1039" h="399" extrusionOk="0">
                    <a:moveTo>
                      <a:pt x="1" y="0"/>
                    </a:moveTo>
                    <a:lnTo>
                      <a:pt x="1" y="399"/>
                    </a:lnTo>
                    <a:lnTo>
                      <a:pt x="1038" y="399"/>
                    </a:lnTo>
                    <a:lnTo>
                      <a:pt x="103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0" name="Google Shape;4030;p63"/>
              <p:cNvSpPr/>
              <p:nvPr/>
            </p:nvSpPr>
            <p:spPr>
              <a:xfrm>
                <a:off x="1828694" y="3473738"/>
                <a:ext cx="28658" cy="11005"/>
              </a:xfrm>
              <a:custGeom>
                <a:avLst/>
                <a:gdLst/>
                <a:ahLst/>
                <a:cxnLst/>
                <a:rect l="l" t="t" r="r" b="b"/>
                <a:pathLst>
                  <a:path w="1039" h="399" extrusionOk="0">
                    <a:moveTo>
                      <a:pt x="1" y="0"/>
                    </a:moveTo>
                    <a:lnTo>
                      <a:pt x="1" y="399"/>
                    </a:lnTo>
                    <a:lnTo>
                      <a:pt x="1038" y="399"/>
                    </a:lnTo>
                    <a:lnTo>
                      <a:pt x="1038" y="0"/>
                    </a:lnTo>
                    <a:close/>
                  </a:path>
                </a:pathLst>
              </a:custGeom>
              <a:solidFill>
                <a:srgbClr val="66555E">
                  <a:alpha val="208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031" name="Google Shape;4031;p63"/>
            <p:cNvSpPr/>
            <p:nvPr/>
          </p:nvSpPr>
          <p:spPr>
            <a:xfrm>
              <a:off x="1718916" y="3527910"/>
              <a:ext cx="17598" cy="41760"/>
            </a:xfrm>
            <a:custGeom>
              <a:avLst/>
              <a:gdLst/>
              <a:ahLst/>
              <a:cxnLst/>
              <a:rect l="l" t="t" r="r" b="b"/>
              <a:pathLst>
                <a:path w="638" h="1514" extrusionOk="0">
                  <a:moveTo>
                    <a:pt x="0" y="0"/>
                  </a:moveTo>
                  <a:lnTo>
                    <a:pt x="0" y="1514"/>
                  </a:lnTo>
                  <a:lnTo>
                    <a:pt x="638" y="1514"/>
                  </a:lnTo>
                  <a:lnTo>
                    <a:pt x="63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2" name="Google Shape;4032;p63"/>
            <p:cNvSpPr/>
            <p:nvPr/>
          </p:nvSpPr>
          <p:spPr>
            <a:xfrm>
              <a:off x="1598105" y="3473738"/>
              <a:ext cx="28603" cy="11005"/>
            </a:xfrm>
            <a:custGeom>
              <a:avLst/>
              <a:gdLst/>
              <a:ahLst/>
              <a:cxnLst/>
              <a:rect l="l" t="t" r="r" b="b"/>
              <a:pathLst>
                <a:path w="1037" h="399" extrusionOk="0">
                  <a:moveTo>
                    <a:pt x="19" y="0"/>
                  </a:moveTo>
                  <a:lnTo>
                    <a:pt x="0" y="19"/>
                  </a:lnTo>
                  <a:lnTo>
                    <a:pt x="0" y="399"/>
                  </a:lnTo>
                  <a:lnTo>
                    <a:pt x="1036" y="399"/>
                  </a:lnTo>
                  <a:lnTo>
                    <a:pt x="103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3" name="Google Shape;4033;p63"/>
            <p:cNvSpPr/>
            <p:nvPr/>
          </p:nvSpPr>
          <p:spPr>
            <a:xfrm>
              <a:off x="1789858" y="3505540"/>
              <a:ext cx="42587" cy="117915"/>
            </a:xfrm>
            <a:custGeom>
              <a:avLst/>
              <a:gdLst/>
              <a:ahLst/>
              <a:cxnLst/>
              <a:rect l="l" t="t" r="r" b="b"/>
              <a:pathLst>
                <a:path w="1544" h="4275" extrusionOk="0">
                  <a:moveTo>
                    <a:pt x="229" y="1"/>
                  </a:moveTo>
                  <a:cubicBezTo>
                    <a:pt x="162" y="1"/>
                    <a:pt x="97" y="35"/>
                    <a:pt x="59" y="96"/>
                  </a:cubicBezTo>
                  <a:cubicBezTo>
                    <a:pt x="0" y="188"/>
                    <a:pt x="30" y="311"/>
                    <a:pt x="124" y="370"/>
                  </a:cubicBezTo>
                  <a:cubicBezTo>
                    <a:pt x="166" y="396"/>
                    <a:pt x="1145" y="1019"/>
                    <a:pt x="1145" y="2266"/>
                  </a:cubicBezTo>
                  <a:lnTo>
                    <a:pt x="1145" y="4067"/>
                  </a:lnTo>
                  <a:cubicBezTo>
                    <a:pt x="1145" y="4170"/>
                    <a:pt x="1218" y="4259"/>
                    <a:pt x="1319" y="4273"/>
                  </a:cubicBezTo>
                  <a:cubicBezTo>
                    <a:pt x="1328" y="4274"/>
                    <a:pt x="1336" y="4274"/>
                    <a:pt x="1345" y="4274"/>
                  </a:cubicBezTo>
                  <a:cubicBezTo>
                    <a:pt x="1455" y="4274"/>
                    <a:pt x="1544" y="4185"/>
                    <a:pt x="1544" y="4075"/>
                  </a:cubicBezTo>
                  <a:lnTo>
                    <a:pt x="1544" y="2265"/>
                  </a:lnTo>
                  <a:cubicBezTo>
                    <a:pt x="1544" y="789"/>
                    <a:pt x="382" y="61"/>
                    <a:pt x="332" y="30"/>
                  </a:cubicBezTo>
                  <a:cubicBezTo>
                    <a:pt x="300" y="10"/>
                    <a:pt x="264" y="1"/>
                    <a:pt x="22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4" name="Google Shape;4034;p63"/>
            <p:cNvSpPr/>
            <p:nvPr/>
          </p:nvSpPr>
          <p:spPr>
            <a:xfrm>
              <a:off x="1622957" y="3505595"/>
              <a:ext cx="42505" cy="117860"/>
            </a:xfrm>
            <a:custGeom>
              <a:avLst/>
              <a:gdLst/>
              <a:ahLst/>
              <a:cxnLst/>
              <a:rect l="l" t="t" r="r" b="b"/>
              <a:pathLst>
                <a:path w="1541" h="4273" extrusionOk="0">
                  <a:moveTo>
                    <a:pt x="1315" y="0"/>
                  </a:moveTo>
                  <a:cubicBezTo>
                    <a:pt x="1279" y="0"/>
                    <a:pt x="1243" y="10"/>
                    <a:pt x="1211" y="29"/>
                  </a:cubicBezTo>
                  <a:cubicBezTo>
                    <a:pt x="1162" y="59"/>
                    <a:pt x="0" y="790"/>
                    <a:pt x="0" y="2264"/>
                  </a:cubicBezTo>
                  <a:lnTo>
                    <a:pt x="0" y="4065"/>
                  </a:lnTo>
                  <a:cubicBezTo>
                    <a:pt x="0" y="4168"/>
                    <a:pt x="74" y="4257"/>
                    <a:pt x="175" y="4271"/>
                  </a:cubicBezTo>
                  <a:cubicBezTo>
                    <a:pt x="183" y="4272"/>
                    <a:pt x="192" y="4272"/>
                    <a:pt x="200" y="4272"/>
                  </a:cubicBezTo>
                  <a:cubicBezTo>
                    <a:pt x="310" y="4272"/>
                    <a:pt x="400" y="4183"/>
                    <a:pt x="396" y="4074"/>
                  </a:cubicBezTo>
                  <a:lnTo>
                    <a:pt x="396" y="2264"/>
                  </a:lnTo>
                  <a:cubicBezTo>
                    <a:pt x="396" y="1017"/>
                    <a:pt x="1376" y="394"/>
                    <a:pt x="1419" y="368"/>
                  </a:cubicBezTo>
                  <a:cubicBezTo>
                    <a:pt x="1513" y="311"/>
                    <a:pt x="1541" y="189"/>
                    <a:pt x="1485" y="95"/>
                  </a:cubicBezTo>
                  <a:cubicBezTo>
                    <a:pt x="1448" y="34"/>
                    <a:pt x="1382" y="0"/>
                    <a:pt x="13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5" name="Google Shape;4035;p63"/>
            <p:cNvSpPr/>
            <p:nvPr/>
          </p:nvSpPr>
          <p:spPr>
            <a:xfrm>
              <a:off x="1622295" y="3462015"/>
              <a:ext cx="211613" cy="74693"/>
            </a:xfrm>
            <a:custGeom>
              <a:avLst/>
              <a:gdLst/>
              <a:ahLst/>
              <a:cxnLst/>
              <a:rect l="l" t="t" r="r" b="b"/>
              <a:pathLst>
                <a:path w="7672" h="2708" extrusionOk="0">
                  <a:moveTo>
                    <a:pt x="213" y="0"/>
                  </a:moveTo>
                  <a:cubicBezTo>
                    <a:pt x="96" y="0"/>
                    <a:pt x="1" y="96"/>
                    <a:pt x="1" y="213"/>
                  </a:cubicBezTo>
                  <a:lnTo>
                    <a:pt x="1" y="1142"/>
                  </a:lnTo>
                  <a:cubicBezTo>
                    <a:pt x="1" y="1259"/>
                    <a:pt x="96" y="1354"/>
                    <a:pt x="213" y="1354"/>
                  </a:cubicBezTo>
                  <a:lnTo>
                    <a:pt x="482" y="1354"/>
                  </a:lnTo>
                  <a:cubicBezTo>
                    <a:pt x="945" y="1354"/>
                    <a:pt x="1349" y="1604"/>
                    <a:pt x="1568" y="1976"/>
                  </a:cubicBezTo>
                  <a:cubicBezTo>
                    <a:pt x="1677" y="2162"/>
                    <a:pt x="1739" y="2379"/>
                    <a:pt x="1739" y="2612"/>
                  </a:cubicBezTo>
                  <a:cubicBezTo>
                    <a:pt x="1739" y="2638"/>
                    <a:pt x="1749" y="2663"/>
                    <a:pt x="1767" y="2679"/>
                  </a:cubicBezTo>
                  <a:cubicBezTo>
                    <a:pt x="1786" y="2695"/>
                    <a:pt x="1809" y="2707"/>
                    <a:pt x="1834" y="2707"/>
                  </a:cubicBezTo>
                  <a:lnTo>
                    <a:pt x="5894" y="2707"/>
                  </a:lnTo>
                  <a:cubicBezTo>
                    <a:pt x="5948" y="2707"/>
                    <a:pt x="5989" y="2663"/>
                    <a:pt x="5989" y="2609"/>
                  </a:cubicBezTo>
                  <a:cubicBezTo>
                    <a:pt x="5989" y="2379"/>
                    <a:pt x="6052" y="2162"/>
                    <a:pt x="6162" y="1976"/>
                  </a:cubicBezTo>
                  <a:cubicBezTo>
                    <a:pt x="6216" y="1883"/>
                    <a:pt x="6282" y="1798"/>
                    <a:pt x="6358" y="1722"/>
                  </a:cubicBezTo>
                  <a:cubicBezTo>
                    <a:pt x="6587" y="1495"/>
                    <a:pt x="6901" y="1354"/>
                    <a:pt x="7248" y="1354"/>
                  </a:cubicBezTo>
                  <a:lnTo>
                    <a:pt x="7460" y="1354"/>
                  </a:lnTo>
                  <a:cubicBezTo>
                    <a:pt x="7576" y="1354"/>
                    <a:pt x="7671" y="1261"/>
                    <a:pt x="7671" y="1143"/>
                  </a:cubicBezTo>
                  <a:lnTo>
                    <a:pt x="7671" y="213"/>
                  </a:lnTo>
                  <a:cubicBezTo>
                    <a:pt x="7671" y="96"/>
                    <a:pt x="7576" y="0"/>
                    <a:pt x="746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6" name="Google Shape;4036;p63"/>
            <p:cNvSpPr/>
            <p:nvPr/>
          </p:nvSpPr>
          <p:spPr>
            <a:xfrm>
              <a:off x="1663503" y="3516132"/>
              <a:ext cx="128645" cy="20577"/>
            </a:xfrm>
            <a:custGeom>
              <a:avLst/>
              <a:gdLst/>
              <a:ahLst/>
              <a:cxnLst/>
              <a:rect l="l" t="t" r="r" b="b"/>
              <a:pathLst>
                <a:path w="4664" h="746" extrusionOk="0">
                  <a:moveTo>
                    <a:pt x="0" y="1"/>
                  </a:moveTo>
                  <a:cubicBezTo>
                    <a:pt x="112" y="191"/>
                    <a:pt x="176" y="411"/>
                    <a:pt x="176" y="647"/>
                  </a:cubicBezTo>
                  <a:cubicBezTo>
                    <a:pt x="176" y="673"/>
                    <a:pt x="185" y="697"/>
                    <a:pt x="204" y="716"/>
                  </a:cubicBezTo>
                  <a:cubicBezTo>
                    <a:pt x="220" y="733"/>
                    <a:pt x="244" y="745"/>
                    <a:pt x="271" y="745"/>
                  </a:cubicBezTo>
                  <a:lnTo>
                    <a:pt x="4392" y="745"/>
                  </a:lnTo>
                  <a:cubicBezTo>
                    <a:pt x="4447" y="745"/>
                    <a:pt x="4488" y="701"/>
                    <a:pt x="4488" y="647"/>
                  </a:cubicBezTo>
                  <a:cubicBezTo>
                    <a:pt x="4488" y="412"/>
                    <a:pt x="4552" y="191"/>
                    <a:pt x="4664" y="2"/>
                  </a:cubicBezTo>
                  <a:lnTo>
                    <a:pt x="466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7" name="Google Shape;4037;p63"/>
            <p:cNvSpPr/>
            <p:nvPr/>
          </p:nvSpPr>
          <p:spPr>
            <a:xfrm>
              <a:off x="1769971" y="3461960"/>
              <a:ext cx="63164" cy="74749"/>
            </a:xfrm>
            <a:custGeom>
              <a:avLst/>
              <a:gdLst/>
              <a:ahLst/>
              <a:cxnLst/>
              <a:rect l="l" t="t" r="r" b="b"/>
              <a:pathLst>
                <a:path w="2290" h="2710" extrusionOk="0">
                  <a:moveTo>
                    <a:pt x="1658" y="1"/>
                  </a:moveTo>
                  <a:cubicBezTo>
                    <a:pt x="1771" y="1"/>
                    <a:pt x="1865" y="95"/>
                    <a:pt x="1865" y="210"/>
                  </a:cubicBezTo>
                  <a:lnTo>
                    <a:pt x="1865" y="717"/>
                  </a:lnTo>
                  <a:cubicBezTo>
                    <a:pt x="1865" y="835"/>
                    <a:pt x="1769" y="930"/>
                    <a:pt x="1652" y="930"/>
                  </a:cubicBezTo>
                  <a:lnTo>
                    <a:pt x="1438" y="930"/>
                  </a:lnTo>
                  <a:cubicBezTo>
                    <a:pt x="1020" y="980"/>
                    <a:pt x="685" y="1226"/>
                    <a:pt x="453" y="1547"/>
                  </a:cubicBezTo>
                  <a:cubicBezTo>
                    <a:pt x="222" y="1869"/>
                    <a:pt x="94" y="2265"/>
                    <a:pt x="94" y="2614"/>
                  </a:cubicBezTo>
                  <a:cubicBezTo>
                    <a:pt x="94" y="2665"/>
                    <a:pt x="53" y="2709"/>
                    <a:pt x="0" y="2709"/>
                  </a:cubicBezTo>
                  <a:lnTo>
                    <a:pt x="510" y="2709"/>
                  </a:lnTo>
                  <a:cubicBezTo>
                    <a:pt x="562" y="2709"/>
                    <a:pt x="609" y="2667"/>
                    <a:pt x="609" y="2614"/>
                  </a:cubicBezTo>
                  <a:cubicBezTo>
                    <a:pt x="609" y="2266"/>
                    <a:pt x="749" y="1951"/>
                    <a:pt x="977" y="1724"/>
                  </a:cubicBezTo>
                  <a:cubicBezTo>
                    <a:pt x="1205" y="1497"/>
                    <a:pt x="1519" y="1356"/>
                    <a:pt x="1866" y="1356"/>
                  </a:cubicBezTo>
                  <a:lnTo>
                    <a:pt x="2079" y="1356"/>
                  </a:lnTo>
                  <a:cubicBezTo>
                    <a:pt x="2194" y="1356"/>
                    <a:pt x="2290" y="1263"/>
                    <a:pt x="2290" y="1145"/>
                  </a:cubicBezTo>
                  <a:lnTo>
                    <a:pt x="2290" y="215"/>
                  </a:lnTo>
                  <a:cubicBezTo>
                    <a:pt x="2290" y="98"/>
                    <a:pt x="2194" y="2"/>
                    <a:pt x="2077" y="1"/>
                  </a:cubicBezTo>
                  <a:close/>
                </a:path>
              </a:pathLst>
            </a:custGeom>
            <a:solidFill>
              <a:srgbClr val="000000">
                <a:alpha val="202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8" name="Google Shape;4038;p63"/>
            <p:cNvSpPr/>
            <p:nvPr/>
          </p:nvSpPr>
          <p:spPr>
            <a:xfrm>
              <a:off x="1769861" y="3516187"/>
              <a:ext cx="21845" cy="20549"/>
            </a:xfrm>
            <a:custGeom>
              <a:avLst/>
              <a:gdLst/>
              <a:ahLst/>
              <a:cxnLst/>
              <a:rect l="l" t="t" r="r" b="b"/>
              <a:pathLst>
                <a:path w="792" h="745" extrusionOk="0">
                  <a:moveTo>
                    <a:pt x="226" y="0"/>
                  </a:moveTo>
                  <a:cubicBezTo>
                    <a:pt x="141" y="217"/>
                    <a:pt x="97" y="440"/>
                    <a:pt x="97" y="648"/>
                  </a:cubicBezTo>
                  <a:cubicBezTo>
                    <a:pt x="97" y="701"/>
                    <a:pt x="53" y="745"/>
                    <a:pt x="0" y="745"/>
                  </a:cubicBezTo>
                  <a:lnTo>
                    <a:pt x="520" y="745"/>
                  </a:lnTo>
                  <a:cubicBezTo>
                    <a:pt x="572" y="745"/>
                    <a:pt x="616" y="702"/>
                    <a:pt x="616" y="649"/>
                  </a:cubicBezTo>
                  <a:cubicBezTo>
                    <a:pt x="616" y="633"/>
                    <a:pt x="617" y="614"/>
                    <a:pt x="617" y="598"/>
                  </a:cubicBezTo>
                  <a:cubicBezTo>
                    <a:pt x="621" y="400"/>
                    <a:pt x="680" y="202"/>
                    <a:pt x="775" y="29"/>
                  </a:cubicBezTo>
                  <a:cubicBezTo>
                    <a:pt x="778" y="21"/>
                    <a:pt x="784" y="12"/>
                    <a:pt x="790" y="3"/>
                  </a:cubicBezTo>
                  <a:cubicBezTo>
                    <a:pt x="791" y="3"/>
                    <a:pt x="791" y="0"/>
                    <a:pt x="791" y="0"/>
                  </a:cubicBezTo>
                  <a:close/>
                </a:path>
              </a:pathLst>
            </a:custGeom>
            <a:solidFill>
              <a:srgbClr val="66555E">
                <a:alpha val="208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9" name="Google Shape;4039;p63"/>
            <p:cNvSpPr/>
            <p:nvPr/>
          </p:nvSpPr>
          <p:spPr>
            <a:xfrm>
              <a:off x="1812062" y="3613581"/>
              <a:ext cx="32768" cy="11033"/>
            </a:xfrm>
            <a:custGeom>
              <a:avLst/>
              <a:gdLst/>
              <a:ahLst/>
              <a:cxnLst/>
              <a:rect l="l" t="t" r="r" b="b"/>
              <a:pathLst>
                <a:path w="1188" h="400" extrusionOk="0">
                  <a:moveTo>
                    <a:pt x="213" y="1"/>
                  </a:moveTo>
                  <a:cubicBezTo>
                    <a:pt x="94" y="1"/>
                    <a:pt x="0" y="104"/>
                    <a:pt x="15" y="225"/>
                  </a:cubicBezTo>
                  <a:cubicBezTo>
                    <a:pt x="28" y="326"/>
                    <a:pt x="117" y="400"/>
                    <a:pt x="220" y="400"/>
                  </a:cubicBezTo>
                  <a:lnTo>
                    <a:pt x="975" y="400"/>
                  </a:lnTo>
                  <a:cubicBezTo>
                    <a:pt x="1092" y="400"/>
                    <a:pt x="1187" y="297"/>
                    <a:pt x="1172" y="175"/>
                  </a:cubicBezTo>
                  <a:cubicBezTo>
                    <a:pt x="1159" y="74"/>
                    <a:pt x="1070" y="1"/>
                    <a:pt x="96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0" name="Google Shape;4040;p63"/>
            <p:cNvSpPr/>
            <p:nvPr/>
          </p:nvSpPr>
          <p:spPr>
            <a:xfrm>
              <a:off x="1610820" y="3613581"/>
              <a:ext cx="32768" cy="11033"/>
            </a:xfrm>
            <a:custGeom>
              <a:avLst/>
              <a:gdLst/>
              <a:ahLst/>
              <a:cxnLst/>
              <a:rect l="l" t="t" r="r" b="b"/>
              <a:pathLst>
                <a:path w="1188" h="400" extrusionOk="0">
                  <a:moveTo>
                    <a:pt x="213" y="1"/>
                  </a:moveTo>
                  <a:cubicBezTo>
                    <a:pt x="94" y="1"/>
                    <a:pt x="1" y="104"/>
                    <a:pt x="15" y="225"/>
                  </a:cubicBezTo>
                  <a:cubicBezTo>
                    <a:pt x="29" y="326"/>
                    <a:pt x="118" y="400"/>
                    <a:pt x="221" y="400"/>
                  </a:cubicBezTo>
                  <a:lnTo>
                    <a:pt x="975" y="400"/>
                  </a:lnTo>
                  <a:cubicBezTo>
                    <a:pt x="1095" y="400"/>
                    <a:pt x="1188" y="297"/>
                    <a:pt x="1173" y="175"/>
                  </a:cubicBezTo>
                  <a:cubicBezTo>
                    <a:pt x="1161" y="74"/>
                    <a:pt x="1071" y="1"/>
                    <a:pt x="96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1" name="Google Shape;4041;p63"/>
            <p:cNvSpPr/>
            <p:nvPr/>
          </p:nvSpPr>
          <p:spPr>
            <a:xfrm>
              <a:off x="1860194" y="3437605"/>
              <a:ext cx="10978" cy="26976"/>
            </a:xfrm>
            <a:custGeom>
              <a:avLst/>
              <a:gdLst/>
              <a:ahLst/>
              <a:cxnLst/>
              <a:rect l="l" t="t" r="r" b="b"/>
              <a:pathLst>
                <a:path w="398" h="978" extrusionOk="0">
                  <a:moveTo>
                    <a:pt x="200" y="0"/>
                  </a:moveTo>
                  <a:cubicBezTo>
                    <a:pt x="192" y="0"/>
                    <a:pt x="183" y="1"/>
                    <a:pt x="175" y="2"/>
                  </a:cubicBezTo>
                  <a:cubicBezTo>
                    <a:pt x="74" y="13"/>
                    <a:pt x="1" y="104"/>
                    <a:pt x="1" y="207"/>
                  </a:cubicBezTo>
                  <a:lnTo>
                    <a:pt x="1" y="771"/>
                  </a:lnTo>
                  <a:cubicBezTo>
                    <a:pt x="1" y="874"/>
                    <a:pt x="74" y="963"/>
                    <a:pt x="175" y="976"/>
                  </a:cubicBezTo>
                  <a:cubicBezTo>
                    <a:pt x="183" y="977"/>
                    <a:pt x="191" y="978"/>
                    <a:pt x="199" y="978"/>
                  </a:cubicBezTo>
                  <a:cubicBezTo>
                    <a:pt x="309" y="978"/>
                    <a:pt x="398" y="887"/>
                    <a:pt x="398" y="778"/>
                  </a:cubicBezTo>
                  <a:lnTo>
                    <a:pt x="398" y="199"/>
                  </a:lnTo>
                  <a:cubicBezTo>
                    <a:pt x="398" y="88"/>
                    <a:pt x="309" y="0"/>
                    <a:pt x="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2" name="Google Shape;4042;p63"/>
            <p:cNvSpPr/>
            <p:nvPr/>
          </p:nvSpPr>
          <p:spPr>
            <a:xfrm>
              <a:off x="1858732" y="3407429"/>
              <a:ext cx="13984" cy="18011"/>
            </a:xfrm>
            <a:custGeom>
              <a:avLst/>
              <a:gdLst/>
              <a:ahLst/>
              <a:cxnLst/>
              <a:rect l="l" t="t" r="r" b="b"/>
              <a:pathLst>
                <a:path w="507" h="653" extrusionOk="0">
                  <a:moveTo>
                    <a:pt x="253" y="1"/>
                  </a:moveTo>
                  <a:cubicBezTo>
                    <a:pt x="114" y="1"/>
                    <a:pt x="1" y="111"/>
                    <a:pt x="1" y="248"/>
                  </a:cubicBezTo>
                  <a:lnTo>
                    <a:pt x="1" y="653"/>
                  </a:lnTo>
                  <a:lnTo>
                    <a:pt x="503" y="653"/>
                  </a:lnTo>
                  <a:lnTo>
                    <a:pt x="503" y="248"/>
                  </a:lnTo>
                  <a:cubicBezTo>
                    <a:pt x="506" y="111"/>
                    <a:pt x="392" y="1"/>
                    <a:pt x="25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3" name="Google Shape;4043;p63"/>
            <p:cNvSpPr/>
            <p:nvPr/>
          </p:nvSpPr>
          <p:spPr>
            <a:xfrm>
              <a:off x="1855091" y="3458319"/>
              <a:ext cx="22038" cy="41070"/>
            </a:xfrm>
            <a:custGeom>
              <a:avLst/>
              <a:gdLst/>
              <a:ahLst/>
              <a:cxnLst/>
              <a:rect l="l" t="t" r="r" b="b"/>
              <a:pathLst>
                <a:path w="799" h="1489" extrusionOk="0">
                  <a:moveTo>
                    <a:pt x="241" y="1"/>
                  </a:moveTo>
                  <a:cubicBezTo>
                    <a:pt x="109" y="1"/>
                    <a:pt x="1" y="109"/>
                    <a:pt x="1" y="241"/>
                  </a:cubicBezTo>
                  <a:lnTo>
                    <a:pt x="1" y="1248"/>
                  </a:lnTo>
                  <a:cubicBezTo>
                    <a:pt x="1" y="1383"/>
                    <a:pt x="109" y="1488"/>
                    <a:pt x="241" y="1488"/>
                  </a:cubicBezTo>
                  <a:lnTo>
                    <a:pt x="558" y="1488"/>
                  </a:lnTo>
                  <a:cubicBezTo>
                    <a:pt x="690" y="1488"/>
                    <a:pt x="798" y="1380"/>
                    <a:pt x="798" y="1248"/>
                  </a:cubicBezTo>
                  <a:lnTo>
                    <a:pt x="798" y="241"/>
                  </a:lnTo>
                  <a:cubicBezTo>
                    <a:pt x="798" y="109"/>
                    <a:pt x="690" y="1"/>
                    <a:pt x="55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4" name="Google Shape;4044;p63"/>
            <p:cNvSpPr/>
            <p:nvPr/>
          </p:nvSpPr>
          <p:spPr>
            <a:xfrm>
              <a:off x="1866069" y="3458319"/>
              <a:ext cx="11061" cy="41070"/>
            </a:xfrm>
            <a:custGeom>
              <a:avLst/>
              <a:gdLst/>
              <a:ahLst/>
              <a:cxnLst/>
              <a:rect l="l" t="t" r="r" b="b"/>
              <a:pathLst>
                <a:path w="401" h="1489" extrusionOk="0">
                  <a:moveTo>
                    <a:pt x="0" y="1"/>
                  </a:moveTo>
                  <a:lnTo>
                    <a:pt x="0" y="1488"/>
                  </a:lnTo>
                  <a:lnTo>
                    <a:pt x="160" y="1488"/>
                  </a:lnTo>
                  <a:cubicBezTo>
                    <a:pt x="292" y="1488"/>
                    <a:pt x="400" y="1380"/>
                    <a:pt x="400" y="1248"/>
                  </a:cubicBezTo>
                  <a:lnTo>
                    <a:pt x="400" y="241"/>
                  </a:lnTo>
                  <a:cubicBezTo>
                    <a:pt x="400" y="109"/>
                    <a:pt x="292" y="1"/>
                    <a:pt x="160" y="1"/>
                  </a:cubicBezTo>
                  <a:close/>
                </a:path>
              </a:pathLst>
            </a:custGeom>
            <a:solidFill>
              <a:srgbClr val="66555E">
                <a:alpha val="208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5" name="Google Shape;4045;p63"/>
            <p:cNvSpPr/>
            <p:nvPr/>
          </p:nvSpPr>
          <p:spPr>
            <a:xfrm>
              <a:off x="1847699" y="3425358"/>
              <a:ext cx="35968" cy="18370"/>
            </a:xfrm>
            <a:custGeom>
              <a:avLst/>
              <a:gdLst/>
              <a:ahLst/>
              <a:cxnLst/>
              <a:rect l="l" t="t" r="r" b="b"/>
              <a:pathLst>
                <a:path w="1304" h="666" extrusionOk="0">
                  <a:moveTo>
                    <a:pt x="1" y="0"/>
                  </a:moveTo>
                  <a:lnTo>
                    <a:pt x="1" y="476"/>
                  </a:lnTo>
                  <a:cubicBezTo>
                    <a:pt x="1" y="580"/>
                    <a:pt x="86" y="665"/>
                    <a:pt x="190" y="665"/>
                  </a:cubicBezTo>
                  <a:lnTo>
                    <a:pt x="1117" y="665"/>
                  </a:lnTo>
                  <a:cubicBezTo>
                    <a:pt x="1221" y="665"/>
                    <a:pt x="1304" y="580"/>
                    <a:pt x="1302" y="475"/>
                  </a:cubicBezTo>
                  <a:lnTo>
                    <a:pt x="130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6" name="Google Shape;4046;p63"/>
            <p:cNvSpPr/>
            <p:nvPr/>
          </p:nvSpPr>
          <p:spPr>
            <a:xfrm>
              <a:off x="1871916" y="3425386"/>
              <a:ext cx="11750" cy="18342"/>
            </a:xfrm>
            <a:custGeom>
              <a:avLst/>
              <a:gdLst/>
              <a:ahLst/>
              <a:cxnLst/>
              <a:rect l="l" t="t" r="r" b="b"/>
              <a:pathLst>
                <a:path w="426" h="665" extrusionOk="0">
                  <a:moveTo>
                    <a:pt x="1" y="0"/>
                  </a:moveTo>
                  <a:lnTo>
                    <a:pt x="1" y="664"/>
                  </a:lnTo>
                  <a:lnTo>
                    <a:pt x="242" y="664"/>
                  </a:lnTo>
                  <a:cubicBezTo>
                    <a:pt x="343" y="664"/>
                    <a:pt x="426" y="579"/>
                    <a:pt x="426" y="475"/>
                  </a:cubicBezTo>
                  <a:lnTo>
                    <a:pt x="426" y="0"/>
                  </a:lnTo>
                  <a:close/>
                </a:path>
              </a:pathLst>
            </a:custGeom>
            <a:solidFill>
              <a:srgbClr val="66555E">
                <a:alpha val="208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7" name="Google Shape;4047;p63"/>
            <p:cNvSpPr/>
            <p:nvPr/>
          </p:nvSpPr>
          <p:spPr>
            <a:xfrm>
              <a:off x="1815924" y="3419566"/>
              <a:ext cx="99711" cy="11033"/>
            </a:xfrm>
            <a:custGeom>
              <a:avLst/>
              <a:gdLst/>
              <a:ahLst/>
              <a:cxnLst/>
              <a:rect l="l" t="t" r="r" b="b"/>
              <a:pathLst>
                <a:path w="3615" h="400" extrusionOk="0">
                  <a:moveTo>
                    <a:pt x="213" y="0"/>
                  </a:moveTo>
                  <a:cubicBezTo>
                    <a:pt x="95" y="0"/>
                    <a:pt x="1" y="103"/>
                    <a:pt x="15" y="225"/>
                  </a:cubicBezTo>
                  <a:cubicBezTo>
                    <a:pt x="29" y="326"/>
                    <a:pt x="118" y="399"/>
                    <a:pt x="221" y="399"/>
                  </a:cubicBezTo>
                  <a:lnTo>
                    <a:pt x="3402" y="399"/>
                  </a:lnTo>
                  <a:cubicBezTo>
                    <a:pt x="3519" y="399"/>
                    <a:pt x="3615" y="294"/>
                    <a:pt x="3600" y="175"/>
                  </a:cubicBezTo>
                  <a:cubicBezTo>
                    <a:pt x="3588" y="74"/>
                    <a:pt x="3498" y="0"/>
                    <a:pt x="33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8" name="Google Shape;4048;p63"/>
            <p:cNvSpPr/>
            <p:nvPr/>
          </p:nvSpPr>
          <p:spPr>
            <a:xfrm>
              <a:off x="1582686" y="3407429"/>
              <a:ext cx="13984" cy="18011"/>
            </a:xfrm>
            <a:custGeom>
              <a:avLst/>
              <a:gdLst/>
              <a:ahLst/>
              <a:cxnLst/>
              <a:rect l="l" t="t" r="r" b="b"/>
              <a:pathLst>
                <a:path w="507" h="653" extrusionOk="0">
                  <a:moveTo>
                    <a:pt x="254" y="1"/>
                  </a:moveTo>
                  <a:cubicBezTo>
                    <a:pt x="115" y="1"/>
                    <a:pt x="1" y="111"/>
                    <a:pt x="2" y="248"/>
                  </a:cubicBezTo>
                  <a:lnTo>
                    <a:pt x="2" y="653"/>
                  </a:lnTo>
                  <a:lnTo>
                    <a:pt x="506" y="653"/>
                  </a:lnTo>
                  <a:lnTo>
                    <a:pt x="506" y="248"/>
                  </a:lnTo>
                  <a:cubicBezTo>
                    <a:pt x="506" y="111"/>
                    <a:pt x="393" y="1"/>
                    <a:pt x="25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9" name="Google Shape;4049;p63"/>
            <p:cNvSpPr/>
            <p:nvPr/>
          </p:nvSpPr>
          <p:spPr>
            <a:xfrm>
              <a:off x="1584148" y="3437605"/>
              <a:ext cx="11033" cy="26976"/>
            </a:xfrm>
            <a:custGeom>
              <a:avLst/>
              <a:gdLst/>
              <a:ahLst/>
              <a:cxnLst/>
              <a:rect l="l" t="t" r="r" b="b"/>
              <a:pathLst>
                <a:path w="400" h="978" extrusionOk="0">
                  <a:moveTo>
                    <a:pt x="200" y="0"/>
                  </a:moveTo>
                  <a:cubicBezTo>
                    <a:pt x="192" y="0"/>
                    <a:pt x="183" y="1"/>
                    <a:pt x="175" y="2"/>
                  </a:cubicBezTo>
                  <a:cubicBezTo>
                    <a:pt x="74" y="13"/>
                    <a:pt x="0" y="104"/>
                    <a:pt x="0" y="207"/>
                  </a:cubicBezTo>
                  <a:lnTo>
                    <a:pt x="0" y="771"/>
                  </a:lnTo>
                  <a:cubicBezTo>
                    <a:pt x="0" y="874"/>
                    <a:pt x="74" y="963"/>
                    <a:pt x="175" y="976"/>
                  </a:cubicBezTo>
                  <a:cubicBezTo>
                    <a:pt x="183" y="977"/>
                    <a:pt x="192" y="978"/>
                    <a:pt x="200" y="978"/>
                  </a:cubicBezTo>
                  <a:cubicBezTo>
                    <a:pt x="310" y="978"/>
                    <a:pt x="399" y="889"/>
                    <a:pt x="399" y="778"/>
                  </a:cubicBezTo>
                  <a:lnTo>
                    <a:pt x="399" y="199"/>
                  </a:lnTo>
                  <a:cubicBezTo>
                    <a:pt x="399" y="88"/>
                    <a:pt x="310" y="0"/>
                    <a:pt x="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0" name="Google Shape;4050;p63"/>
            <p:cNvSpPr/>
            <p:nvPr/>
          </p:nvSpPr>
          <p:spPr>
            <a:xfrm>
              <a:off x="1579045" y="3458319"/>
              <a:ext cx="22038" cy="41070"/>
            </a:xfrm>
            <a:custGeom>
              <a:avLst/>
              <a:gdLst/>
              <a:ahLst/>
              <a:cxnLst/>
              <a:rect l="l" t="t" r="r" b="b"/>
              <a:pathLst>
                <a:path w="799" h="1489" extrusionOk="0">
                  <a:moveTo>
                    <a:pt x="241" y="1"/>
                  </a:moveTo>
                  <a:cubicBezTo>
                    <a:pt x="109" y="1"/>
                    <a:pt x="1" y="109"/>
                    <a:pt x="1" y="241"/>
                  </a:cubicBezTo>
                  <a:lnTo>
                    <a:pt x="1" y="1248"/>
                  </a:lnTo>
                  <a:cubicBezTo>
                    <a:pt x="1" y="1383"/>
                    <a:pt x="109" y="1488"/>
                    <a:pt x="241" y="1488"/>
                  </a:cubicBezTo>
                  <a:lnTo>
                    <a:pt x="558" y="1488"/>
                  </a:lnTo>
                  <a:cubicBezTo>
                    <a:pt x="690" y="1488"/>
                    <a:pt x="798" y="1380"/>
                    <a:pt x="798" y="1248"/>
                  </a:cubicBezTo>
                  <a:lnTo>
                    <a:pt x="798" y="241"/>
                  </a:lnTo>
                  <a:cubicBezTo>
                    <a:pt x="798" y="109"/>
                    <a:pt x="690" y="1"/>
                    <a:pt x="55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1" name="Google Shape;4051;p63"/>
            <p:cNvSpPr/>
            <p:nvPr/>
          </p:nvSpPr>
          <p:spPr>
            <a:xfrm>
              <a:off x="1589996" y="3458319"/>
              <a:ext cx="11088" cy="41070"/>
            </a:xfrm>
            <a:custGeom>
              <a:avLst/>
              <a:gdLst/>
              <a:ahLst/>
              <a:cxnLst/>
              <a:rect l="l" t="t" r="r" b="b"/>
              <a:pathLst>
                <a:path w="402" h="1489" extrusionOk="0">
                  <a:moveTo>
                    <a:pt x="1" y="1"/>
                  </a:moveTo>
                  <a:lnTo>
                    <a:pt x="1" y="1488"/>
                  </a:lnTo>
                  <a:lnTo>
                    <a:pt x="161" y="1488"/>
                  </a:lnTo>
                  <a:cubicBezTo>
                    <a:pt x="293" y="1488"/>
                    <a:pt x="401" y="1380"/>
                    <a:pt x="401" y="1248"/>
                  </a:cubicBezTo>
                  <a:lnTo>
                    <a:pt x="401" y="241"/>
                  </a:lnTo>
                  <a:cubicBezTo>
                    <a:pt x="401" y="109"/>
                    <a:pt x="293" y="1"/>
                    <a:pt x="161" y="1"/>
                  </a:cubicBezTo>
                  <a:close/>
                </a:path>
              </a:pathLst>
            </a:custGeom>
            <a:solidFill>
              <a:srgbClr val="66555E">
                <a:alpha val="208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2" name="Google Shape;4052;p63"/>
            <p:cNvSpPr/>
            <p:nvPr/>
          </p:nvSpPr>
          <p:spPr>
            <a:xfrm>
              <a:off x="1571736" y="3425358"/>
              <a:ext cx="35885" cy="18370"/>
            </a:xfrm>
            <a:custGeom>
              <a:avLst/>
              <a:gdLst/>
              <a:ahLst/>
              <a:cxnLst/>
              <a:rect l="l" t="t" r="r" b="b"/>
              <a:pathLst>
                <a:path w="1301" h="666" extrusionOk="0">
                  <a:moveTo>
                    <a:pt x="1" y="0"/>
                  </a:moveTo>
                  <a:lnTo>
                    <a:pt x="1" y="476"/>
                  </a:lnTo>
                  <a:cubicBezTo>
                    <a:pt x="1" y="580"/>
                    <a:pt x="84" y="665"/>
                    <a:pt x="190" y="665"/>
                  </a:cubicBezTo>
                  <a:lnTo>
                    <a:pt x="1114" y="665"/>
                  </a:lnTo>
                  <a:cubicBezTo>
                    <a:pt x="1217" y="665"/>
                    <a:pt x="1300" y="580"/>
                    <a:pt x="1300" y="475"/>
                  </a:cubicBezTo>
                  <a:lnTo>
                    <a:pt x="13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3" name="Google Shape;4053;p63"/>
            <p:cNvSpPr/>
            <p:nvPr/>
          </p:nvSpPr>
          <p:spPr>
            <a:xfrm>
              <a:off x="1595871" y="3425386"/>
              <a:ext cx="11750" cy="18342"/>
            </a:xfrm>
            <a:custGeom>
              <a:avLst/>
              <a:gdLst/>
              <a:ahLst/>
              <a:cxnLst/>
              <a:rect l="l" t="t" r="r" b="b"/>
              <a:pathLst>
                <a:path w="426" h="665" extrusionOk="0">
                  <a:moveTo>
                    <a:pt x="0" y="0"/>
                  </a:moveTo>
                  <a:lnTo>
                    <a:pt x="0" y="664"/>
                  </a:lnTo>
                  <a:lnTo>
                    <a:pt x="242" y="664"/>
                  </a:lnTo>
                  <a:cubicBezTo>
                    <a:pt x="343" y="664"/>
                    <a:pt x="425" y="579"/>
                    <a:pt x="425" y="475"/>
                  </a:cubicBezTo>
                  <a:lnTo>
                    <a:pt x="425" y="0"/>
                  </a:lnTo>
                  <a:close/>
                </a:path>
              </a:pathLst>
            </a:custGeom>
            <a:solidFill>
              <a:srgbClr val="66555E">
                <a:alpha val="208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4" name="Google Shape;4054;p63"/>
            <p:cNvSpPr/>
            <p:nvPr/>
          </p:nvSpPr>
          <p:spPr>
            <a:xfrm>
              <a:off x="1539961" y="3419566"/>
              <a:ext cx="99711" cy="11033"/>
            </a:xfrm>
            <a:custGeom>
              <a:avLst/>
              <a:gdLst/>
              <a:ahLst/>
              <a:cxnLst/>
              <a:rect l="l" t="t" r="r" b="b"/>
              <a:pathLst>
                <a:path w="3615" h="400" extrusionOk="0">
                  <a:moveTo>
                    <a:pt x="213" y="0"/>
                  </a:moveTo>
                  <a:cubicBezTo>
                    <a:pt x="93" y="0"/>
                    <a:pt x="1" y="103"/>
                    <a:pt x="15" y="225"/>
                  </a:cubicBezTo>
                  <a:cubicBezTo>
                    <a:pt x="27" y="326"/>
                    <a:pt x="118" y="399"/>
                    <a:pt x="220" y="399"/>
                  </a:cubicBezTo>
                  <a:lnTo>
                    <a:pt x="3402" y="399"/>
                  </a:lnTo>
                  <a:cubicBezTo>
                    <a:pt x="3521" y="399"/>
                    <a:pt x="3615" y="294"/>
                    <a:pt x="3600" y="175"/>
                  </a:cubicBezTo>
                  <a:cubicBezTo>
                    <a:pt x="3587" y="74"/>
                    <a:pt x="3497" y="0"/>
                    <a:pt x="33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5" name="Google Shape;4055;p63"/>
            <p:cNvSpPr/>
            <p:nvPr/>
          </p:nvSpPr>
          <p:spPr>
            <a:xfrm>
              <a:off x="1685376" y="3476689"/>
              <a:ext cx="12054" cy="10978"/>
            </a:xfrm>
            <a:custGeom>
              <a:avLst/>
              <a:gdLst/>
              <a:ahLst/>
              <a:cxnLst/>
              <a:rect l="l" t="t" r="r" b="b"/>
              <a:pathLst>
                <a:path w="437" h="398" extrusionOk="0">
                  <a:moveTo>
                    <a:pt x="213" y="0"/>
                  </a:moveTo>
                  <a:cubicBezTo>
                    <a:pt x="94" y="0"/>
                    <a:pt x="0" y="103"/>
                    <a:pt x="15" y="223"/>
                  </a:cubicBezTo>
                  <a:cubicBezTo>
                    <a:pt x="28" y="324"/>
                    <a:pt x="117" y="397"/>
                    <a:pt x="220" y="397"/>
                  </a:cubicBezTo>
                  <a:lnTo>
                    <a:pt x="226" y="397"/>
                  </a:lnTo>
                  <a:cubicBezTo>
                    <a:pt x="343" y="397"/>
                    <a:pt x="437" y="295"/>
                    <a:pt x="424" y="175"/>
                  </a:cubicBezTo>
                  <a:cubicBezTo>
                    <a:pt x="410" y="74"/>
                    <a:pt x="321" y="0"/>
                    <a:pt x="21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6" name="Google Shape;4056;p63"/>
            <p:cNvSpPr/>
            <p:nvPr/>
          </p:nvSpPr>
          <p:spPr>
            <a:xfrm>
              <a:off x="1698864" y="3476689"/>
              <a:ext cx="12081" cy="10978"/>
            </a:xfrm>
            <a:custGeom>
              <a:avLst/>
              <a:gdLst/>
              <a:ahLst/>
              <a:cxnLst/>
              <a:rect l="l" t="t" r="r" b="b"/>
              <a:pathLst>
                <a:path w="438" h="398" extrusionOk="0">
                  <a:moveTo>
                    <a:pt x="213" y="0"/>
                  </a:moveTo>
                  <a:cubicBezTo>
                    <a:pt x="94" y="0"/>
                    <a:pt x="1" y="103"/>
                    <a:pt x="15" y="223"/>
                  </a:cubicBezTo>
                  <a:cubicBezTo>
                    <a:pt x="27" y="324"/>
                    <a:pt x="118" y="397"/>
                    <a:pt x="220" y="397"/>
                  </a:cubicBezTo>
                  <a:lnTo>
                    <a:pt x="226" y="397"/>
                  </a:lnTo>
                  <a:cubicBezTo>
                    <a:pt x="344" y="397"/>
                    <a:pt x="437" y="295"/>
                    <a:pt x="424" y="175"/>
                  </a:cubicBezTo>
                  <a:cubicBezTo>
                    <a:pt x="411" y="74"/>
                    <a:pt x="322" y="0"/>
                    <a:pt x="2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7" name="Google Shape;4057;p63"/>
            <p:cNvSpPr/>
            <p:nvPr/>
          </p:nvSpPr>
          <p:spPr>
            <a:xfrm>
              <a:off x="1719937" y="3476689"/>
              <a:ext cx="54944" cy="10978"/>
            </a:xfrm>
            <a:custGeom>
              <a:avLst/>
              <a:gdLst/>
              <a:ahLst/>
              <a:cxnLst/>
              <a:rect l="l" t="t" r="r" b="b"/>
              <a:pathLst>
                <a:path w="1992" h="398" extrusionOk="0">
                  <a:moveTo>
                    <a:pt x="213" y="0"/>
                  </a:moveTo>
                  <a:cubicBezTo>
                    <a:pt x="94" y="0"/>
                    <a:pt x="0" y="103"/>
                    <a:pt x="15" y="223"/>
                  </a:cubicBezTo>
                  <a:cubicBezTo>
                    <a:pt x="28" y="324"/>
                    <a:pt x="117" y="397"/>
                    <a:pt x="220" y="397"/>
                  </a:cubicBezTo>
                  <a:lnTo>
                    <a:pt x="1779" y="397"/>
                  </a:lnTo>
                  <a:cubicBezTo>
                    <a:pt x="1897" y="397"/>
                    <a:pt x="1992" y="295"/>
                    <a:pt x="1977" y="175"/>
                  </a:cubicBezTo>
                  <a:cubicBezTo>
                    <a:pt x="1964" y="74"/>
                    <a:pt x="1875" y="0"/>
                    <a:pt x="177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8" name="Google Shape;4058;p63"/>
            <p:cNvSpPr/>
            <p:nvPr/>
          </p:nvSpPr>
          <p:spPr>
            <a:xfrm>
              <a:off x="1705097" y="3617249"/>
              <a:ext cx="12440" cy="15363"/>
            </a:xfrm>
            <a:custGeom>
              <a:avLst/>
              <a:gdLst/>
              <a:ahLst/>
              <a:cxnLst/>
              <a:rect l="l" t="t" r="r" b="b"/>
              <a:pathLst>
                <a:path w="451" h="557" extrusionOk="0">
                  <a:moveTo>
                    <a:pt x="235" y="0"/>
                  </a:moveTo>
                  <a:cubicBezTo>
                    <a:pt x="138" y="0"/>
                    <a:pt x="54" y="72"/>
                    <a:pt x="40" y="168"/>
                  </a:cubicBezTo>
                  <a:lnTo>
                    <a:pt x="16" y="328"/>
                  </a:lnTo>
                  <a:cubicBezTo>
                    <a:pt x="0" y="438"/>
                    <a:pt x="75" y="539"/>
                    <a:pt x="183" y="555"/>
                  </a:cubicBezTo>
                  <a:cubicBezTo>
                    <a:pt x="194" y="557"/>
                    <a:pt x="205" y="557"/>
                    <a:pt x="214" y="557"/>
                  </a:cubicBezTo>
                  <a:cubicBezTo>
                    <a:pt x="311" y="557"/>
                    <a:pt x="397" y="488"/>
                    <a:pt x="411" y="388"/>
                  </a:cubicBezTo>
                  <a:lnTo>
                    <a:pt x="434" y="228"/>
                  </a:lnTo>
                  <a:cubicBezTo>
                    <a:pt x="450" y="122"/>
                    <a:pt x="375" y="19"/>
                    <a:pt x="267" y="3"/>
                  </a:cubicBezTo>
                  <a:cubicBezTo>
                    <a:pt x="256" y="1"/>
                    <a:pt x="246" y="0"/>
                    <a:pt x="23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9" name="Google Shape;4059;p63"/>
            <p:cNvSpPr/>
            <p:nvPr/>
          </p:nvSpPr>
          <p:spPr>
            <a:xfrm>
              <a:off x="1701263" y="3642708"/>
              <a:ext cx="12412" cy="15391"/>
            </a:xfrm>
            <a:custGeom>
              <a:avLst/>
              <a:gdLst/>
              <a:ahLst/>
              <a:cxnLst/>
              <a:rect l="l" t="t" r="r" b="b"/>
              <a:pathLst>
                <a:path w="450" h="558" extrusionOk="0">
                  <a:moveTo>
                    <a:pt x="235" y="1"/>
                  </a:moveTo>
                  <a:cubicBezTo>
                    <a:pt x="138" y="1"/>
                    <a:pt x="54" y="72"/>
                    <a:pt x="40" y="169"/>
                  </a:cubicBezTo>
                  <a:lnTo>
                    <a:pt x="16" y="328"/>
                  </a:lnTo>
                  <a:cubicBezTo>
                    <a:pt x="0" y="437"/>
                    <a:pt x="75" y="539"/>
                    <a:pt x="183" y="556"/>
                  </a:cubicBezTo>
                  <a:cubicBezTo>
                    <a:pt x="194" y="557"/>
                    <a:pt x="204" y="557"/>
                    <a:pt x="214" y="557"/>
                  </a:cubicBezTo>
                  <a:cubicBezTo>
                    <a:pt x="309" y="557"/>
                    <a:pt x="396" y="488"/>
                    <a:pt x="410" y="389"/>
                  </a:cubicBezTo>
                  <a:lnTo>
                    <a:pt x="434" y="230"/>
                  </a:lnTo>
                  <a:cubicBezTo>
                    <a:pt x="450" y="120"/>
                    <a:pt x="375" y="19"/>
                    <a:pt x="267" y="3"/>
                  </a:cubicBezTo>
                  <a:cubicBezTo>
                    <a:pt x="256" y="1"/>
                    <a:pt x="246" y="1"/>
                    <a:pt x="23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0" name="Google Shape;4060;p63"/>
            <p:cNvSpPr/>
            <p:nvPr/>
          </p:nvSpPr>
          <p:spPr>
            <a:xfrm>
              <a:off x="1697319" y="3668167"/>
              <a:ext cx="12495" cy="15391"/>
            </a:xfrm>
            <a:custGeom>
              <a:avLst/>
              <a:gdLst/>
              <a:ahLst/>
              <a:cxnLst/>
              <a:rect l="l" t="t" r="r" b="b"/>
              <a:pathLst>
                <a:path w="453" h="558" extrusionOk="0">
                  <a:moveTo>
                    <a:pt x="238" y="1"/>
                  </a:moveTo>
                  <a:cubicBezTo>
                    <a:pt x="142" y="1"/>
                    <a:pt x="57" y="72"/>
                    <a:pt x="42" y="169"/>
                  </a:cubicBezTo>
                  <a:lnTo>
                    <a:pt x="18" y="329"/>
                  </a:lnTo>
                  <a:cubicBezTo>
                    <a:pt x="1" y="439"/>
                    <a:pt x="77" y="540"/>
                    <a:pt x="184" y="556"/>
                  </a:cubicBezTo>
                  <a:cubicBezTo>
                    <a:pt x="196" y="557"/>
                    <a:pt x="206" y="557"/>
                    <a:pt x="216" y="557"/>
                  </a:cubicBezTo>
                  <a:cubicBezTo>
                    <a:pt x="310" y="557"/>
                    <a:pt x="397" y="488"/>
                    <a:pt x="411" y="389"/>
                  </a:cubicBezTo>
                  <a:lnTo>
                    <a:pt x="436" y="229"/>
                  </a:lnTo>
                  <a:cubicBezTo>
                    <a:pt x="452" y="122"/>
                    <a:pt x="378" y="19"/>
                    <a:pt x="269" y="3"/>
                  </a:cubicBezTo>
                  <a:cubicBezTo>
                    <a:pt x="259" y="2"/>
                    <a:pt x="248" y="1"/>
                    <a:pt x="2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1" name="Google Shape;4061;p63"/>
            <p:cNvSpPr/>
            <p:nvPr/>
          </p:nvSpPr>
          <p:spPr>
            <a:xfrm>
              <a:off x="1693457" y="3693653"/>
              <a:ext cx="12467" cy="15363"/>
            </a:xfrm>
            <a:custGeom>
              <a:avLst/>
              <a:gdLst/>
              <a:ahLst/>
              <a:cxnLst/>
              <a:rect l="l" t="t" r="r" b="b"/>
              <a:pathLst>
                <a:path w="452" h="557" extrusionOk="0">
                  <a:moveTo>
                    <a:pt x="237" y="0"/>
                  </a:moveTo>
                  <a:cubicBezTo>
                    <a:pt x="140" y="0"/>
                    <a:pt x="56" y="72"/>
                    <a:pt x="41" y="168"/>
                  </a:cubicBezTo>
                  <a:lnTo>
                    <a:pt x="16" y="328"/>
                  </a:lnTo>
                  <a:cubicBezTo>
                    <a:pt x="0" y="436"/>
                    <a:pt x="75" y="539"/>
                    <a:pt x="183" y="555"/>
                  </a:cubicBezTo>
                  <a:cubicBezTo>
                    <a:pt x="195" y="557"/>
                    <a:pt x="205" y="557"/>
                    <a:pt x="214" y="557"/>
                  </a:cubicBezTo>
                  <a:cubicBezTo>
                    <a:pt x="309" y="557"/>
                    <a:pt x="396" y="488"/>
                    <a:pt x="411" y="388"/>
                  </a:cubicBezTo>
                  <a:lnTo>
                    <a:pt x="434" y="230"/>
                  </a:lnTo>
                  <a:cubicBezTo>
                    <a:pt x="452" y="120"/>
                    <a:pt x="375" y="19"/>
                    <a:pt x="268" y="3"/>
                  </a:cubicBezTo>
                  <a:cubicBezTo>
                    <a:pt x="258" y="1"/>
                    <a:pt x="247" y="0"/>
                    <a:pt x="23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2" name="Google Shape;4062;p63"/>
            <p:cNvSpPr/>
            <p:nvPr/>
          </p:nvSpPr>
          <p:spPr>
            <a:xfrm>
              <a:off x="1689568" y="3719112"/>
              <a:ext cx="12440" cy="15363"/>
            </a:xfrm>
            <a:custGeom>
              <a:avLst/>
              <a:gdLst/>
              <a:ahLst/>
              <a:cxnLst/>
              <a:rect l="l" t="t" r="r" b="b"/>
              <a:pathLst>
                <a:path w="451" h="557" extrusionOk="0">
                  <a:moveTo>
                    <a:pt x="236" y="0"/>
                  </a:moveTo>
                  <a:cubicBezTo>
                    <a:pt x="139" y="0"/>
                    <a:pt x="56" y="72"/>
                    <a:pt x="40" y="169"/>
                  </a:cubicBezTo>
                  <a:lnTo>
                    <a:pt x="17" y="328"/>
                  </a:lnTo>
                  <a:cubicBezTo>
                    <a:pt x="1" y="438"/>
                    <a:pt x="75" y="539"/>
                    <a:pt x="184" y="555"/>
                  </a:cubicBezTo>
                  <a:cubicBezTo>
                    <a:pt x="194" y="557"/>
                    <a:pt x="206" y="557"/>
                    <a:pt x="214" y="557"/>
                  </a:cubicBezTo>
                  <a:cubicBezTo>
                    <a:pt x="311" y="557"/>
                    <a:pt x="396" y="488"/>
                    <a:pt x="411" y="388"/>
                  </a:cubicBezTo>
                  <a:lnTo>
                    <a:pt x="434" y="230"/>
                  </a:lnTo>
                  <a:cubicBezTo>
                    <a:pt x="450" y="122"/>
                    <a:pt x="376" y="19"/>
                    <a:pt x="267" y="3"/>
                  </a:cubicBezTo>
                  <a:cubicBezTo>
                    <a:pt x="257" y="1"/>
                    <a:pt x="246" y="0"/>
                    <a:pt x="23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3" name="Google Shape;4063;p63"/>
            <p:cNvSpPr/>
            <p:nvPr/>
          </p:nvSpPr>
          <p:spPr>
            <a:xfrm>
              <a:off x="1685679" y="3744570"/>
              <a:ext cx="12440" cy="15391"/>
            </a:xfrm>
            <a:custGeom>
              <a:avLst/>
              <a:gdLst/>
              <a:ahLst/>
              <a:cxnLst/>
              <a:rect l="l" t="t" r="r" b="b"/>
              <a:pathLst>
                <a:path w="451" h="558" extrusionOk="0">
                  <a:moveTo>
                    <a:pt x="236" y="1"/>
                  </a:moveTo>
                  <a:cubicBezTo>
                    <a:pt x="139" y="1"/>
                    <a:pt x="55" y="72"/>
                    <a:pt x="40" y="169"/>
                  </a:cubicBezTo>
                  <a:lnTo>
                    <a:pt x="17" y="329"/>
                  </a:lnTo>
                  <a:cubicBezTo>
                    <a:pt x="1" y="437"/>
                    <a:pt x="76" y="540"/>
                    <a:pt x="184" y="556"/>
                  </a:cubicBezTo>
                  <a:cubicBezTo>
                    <a:pt x="194" y="557"/>
                    <a:pt x="206" y="557"/>
                    <a:pt x="215" y="557"/>
                  </a:cubicBezTo>
                  <a:cubicBezTo>
                    <a:pt x="312" y="557"/>
                    <a:pt x="397" y="488"/>
                    <a:pt x="411" y="389"/>
                  </a:cubicBezTo>
                  <a:lnTo>
                    <a:pt x="435" y="229"/>
                  </a:lnTo>
                  <a:cubicBezTo>
                    <a:pt x="451" y="119"/>
                    <a:pt x="376" y="19"/>
                    <a:pt x="268" y="3"/>
                  </a:cubicBezTo>
                  <a:cubicBezTo>
                    <a:pt x="257" y="1"/>
                    <a:pt x="246" y="1"/>
                    <a:pt x="23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4" name="Google Shape;4064;p63"/>
            <p:cNvSpPr/>
            <p:nvPr/>
          </p:nvSpPr>
          <p:spPr>
            <a:xfrm>
              <a:off x="1672219" y="3613222"/>
              <a:ext cx="14536" cy="15060"/>
            </a:xfrm>
            <a:custGeom>
              <a:avLst/>
              <a:gdLst/>
              <a:ahLst/>
              <a:cxnLst/>
              <a:rect l="l" t="t" r="r" b="b"/>
              <a:pathLst>
                <a:path w="527" h="546" extrusionOk="0">
                  <a:moveTo>
                    <a:pt x="299" y="1"/>
                  </a:moveTo>
                  <a:cubicBezTo>
                    <a:pt x="225" y="1"/>
                    <a:pt x="153" y="44"/>
                    <a:pt x="118" y="115"/>
                  </a:cubicBezTo>
                  <a:lnTo>
                    <a:pt x="49" y="262"/>
                  </a:lnTo>
                  <a:cubicBezTo>
                    <a:pt x="1" y="363"/>
                    <a:pt x="45" y="480"/>
                    <a:pt x="144" y="527"/>
                  </a:cubicBezTo>
                  <a:cubicBezTo>
                    <a:pt x="171" y="540"/>
                    <a:pt x="199" y="546"/>
                    <a:pt x="228" y="546"/>
                  </a:cubicBezTo>
                  <a:cubicBezTo>
                    <a:pt x="303" y="546"/>
                    <a:pt x="375" y="503"/>
                    <a:pt x="410" y="432"/>
                  </a:cubicBezTo>
                  <a:lnTo>
                    <a:pt x="479" y="285"/>
                  </a:lnTo>
                  <a:cubicBezTo>
                    <a:pt x="527" y="185"/>
                    <a:pt x="483" y="68"/>
                    <a:pt x="383" y="20"/>
                  </a:cubicBezTo>
                  <a:cubicBezTo>
                    <a:pt x="356" y="7"/>
                    <a:pt x="328" y="1"/>
                    <a:pt x="29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5" name="Google Shape;4065;p63"/>
            <p:cNvSpPr/>
            <p:nvPr/>
          </p:nvSpPr>
          <p:spPr>
            <a:xfrm>
              <a:off x="1661241" y="3636530"/>
              <a:ext cx="14453" cy="15060"/>
            </a:xfrm>
            <a:custGeom>
              <a:avLst/>
              <a:gdLst/>
              <a:ahLst/>
              <a:cxnLst/>
              <a:rect l="l" t="t" r="r" b="b"/>
              <a:pathLst>
                <a:path w="524" h="546" extrusionOk="0">
                  <a:moveTo>
                    <a:pt x="298" y="0"/>
                  </a:moveTo>
                  <a:cubicBezTo>
                    <a:pt x="223" y="0"/>
                    <a:pt x="152" y="43"/>
                    <a:pt x="117" y="114"/>
                  </a:cubicBezTo>
                  <a:lnTo>
                    <a:pt x="47" y="261"/>
                  </a:lnTo>
                  <a:cubicBezTo>
                    <a:pt x="0" y="362"/>
                    <a:pt x="44" y="479"/>
                    <a:pt x="142" y="528"/>
                  </a:cubicBezTo>
                  <a:cubicBezTo>
                    <a:pt x="170" y="539"/>
                    <a:pt x="198" y="545"/>
                    <a:pt x="227" y="545"/>
                  </a:cubicBezTo>
                  <a:cubicBezTo>
                    <a:pt x="302" y="545"/>
                    <a:pt x="372" y="503"/>
                    <a:pt x="408" y="432"/>
                  </a:cubicBezTo>
                  <a:lnTo>
                    <a:pt x="478" y="286"/>
                  </a:lnTo>
                  <a:cubicBezTo>
                    <a:pt x="523" y="185"/>
                    <a:pt x="481" y="67"/>
                    <a:pt x="383" y="19"/>
                  </a:cubicBezTo>
                  <a:cubicBezTo>
                    <a:pt x="355" y="6"/>
                    <a:pt x="326" y="0"/>
                    <a:pt x="29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6" name="Google Shape;4066;p63"/>
            <p:cNvSpPr/>
            <p:nvPr/>
          </p:nvSpPr>
          <p:spPr>
            <a:xfrm>
              <a:off x="1650236" y="3659809"/>
              <a:ext cx="14453" cy="15060"/>
            </a:xfrm>
            <a:custGeom>
              <a:avLst/>
              <a:gdLst/>
              <a:ahLst/>
              <a:cxnLst/>
              <a:rect l="l" t="t" r="r" b="b"/>
              <a:pathLst>
                <a:path w="524" h="546" extrusionOk="0">
                  <a:moveTo>
                    <a:pt x="297" y="1"/>
                  </a:moveTo>
                  <a:cubicBezTo>
                    <a:pt x="222" y="1"/>
                    <a:pt x="151" y="44"/>
                    <a:pt x="116" y="116"/>
                  </a:cubicBezTo>
                  <a:lnTo>
                    <a:pt x="47" y="262"/>
                  </a:lnTo>
                  <a:cubicBezTo>
                    <a:pt x="1" y="362"/>
                    <a:pt x="43" y="479"/>
                    <a:pt x="143" y="528"/>
                  </a:cubicBezTo>
                  <a:cubicBezTo>
                    <a:pt x="169" y="541"/>
                    <a:pt x="197" y="545"/>
                    <a:pt x="226" y="545"/>
                  </a:cubicBezTo>
                  <a:cubicBezTo>
                    <a:pt x="301" y="545"/>
                    <a:pt x="373" y="504"/>
                    <a:pt x="408" y="432"/>
                  </a:cubicBezTo>
                  <a:lnTo>
                    <a:pt x="477" y="286"/>
                  </a:lnTo>
                  <a:cubicBezTo>
                    <a:pt x="524" y="185"/>
                    <a:pt x="481" y="67"/>
                    <a:pt x="382" y="21"/>
                  </a:cubicBezTo>
                  <a:cubicBezTo>
                    <a:pt x="354" y="7"/>
                    <a:pt x="325" y="1"/>
                    <a:pt x="29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7" name="Google Shape;4067;p63"/>
            <p:cNvSpPr/>
            <p:nvPr/>
          </p:nvSpPr>
          <p:spPr>
            <a:xfrm>
              <a:off x="1639285" y="3683144"/>
              <a:ext cx="14426" cy="15032"/>
            </a:xfrm>
            <a:custGeom>
              <a:avLst/>
              <a:gdLst/>
              <a:ahLst/>
              <a:cxnLst/>
              <a:rect l="l" t="t" r="r" b="b"/>
              <a:pathLst>
                <a:path w="523" h="545" extrusionOk="0">
                  <a:moveTo>
                    <a:pt x="296" y="0"/>
                  </a:moveTo>
                  <a:cubicBezTo>
                    <a:pt x="221" y="0"/>
                    <a:pt x="150" y="42"/>
                    <a:pt x="116" y="114"/>
                  </a:cubicBezTo>
                  <a:lnTo>
                    <a:pt x="46" y="261"/>
                  </a:lnTo>
                  <a:cubicBezTo>
                    <a:pt x="0" y="362"/>
                    <a:pt x="43" y="479"/>
                    <a:pt x="141" y="526"/>
                  </a:cubicBezTo>
                  <a:cubicBezTo>
                    <a:pt x="169" y="539"/>
                    <a:pt x="197" y="545"/>
                    <a:pt x="226" y="545"/>
                  </a:cubicBezTo>
                  <a:cubicBezTo>
                    <a:pt x="299" y="545"/>
                    <a:pt x="373" y="501"/>
                    <a:pt x="408" y="431"/>
                  </a:cubicBezTo>
                  <a:lnTo>
                    <a:pt x="477" y="284"/>
                  </a:lnTo>
                  <a:cubicBezTo>
                    <a:pt x="522" y="183"/>
                    <a:pt x="481" y="66"/>
                    <a:pt x="381" y="19"/>
                  </a:cubicBezTo>
                  <a:cubicBezTo>
                    <a:pt x="354" y="6"/>
                    <a:pt x="325" y="0"/>
                    <a:pt x="29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8" name="Google Shape;4068;p63"/>
            <p:cNvSpPr/>
            <p:nvPr/>
          </p:nvSpPr>
          <p:spPr>
            <a:xfrm>
              <a:off x="1628280" y="3706341"/>
              <a:ext cx="14426" cy="15088"/>
            </a:xfrm>
            <a:custGeom>
              <a:avLst/>
              <a:gdLst/>
              <a:ahLst/>
              <a:cxnLst/>
              <a:rect l="l" t="t" r="r" b="b"/>
              <a:pathLst>
                <a:path w="523" h="547" extrusionOk="0">
                  <a:moveTo>
                    <a:pt x="296" y="1"/>
                  </a:moveTo>
                  <a:cubicBezTo>
                    <a:pt x="221" y="1"/>
                    <a:pt x="150" y="44"/>
                    <a:pt x="115" y="116"/>
                  </a:cubicBezTo>
                  <a:lnTo>
                    <a:pt x="46" y="262"/>
                  </a:lnTo>
                  <a:cubicBezTo>
                    <a:pt x="1" y="363"/>
                    <a:pt x="42" y="481"/>
                    <a:pt x="141" y="527"/>
                  </a:cubicBezTo>
                  <a:cubicBezTo>
                    <a:pt x="169" y="541"/>
                    <a:pt x="196" y="547"/>
                    <a:pt x="225" y="547"/>
                  </a:cubicBezTo>
                  <a:cubicBezTo>
                    <a:pt x="301" y="547"/>
                    <a:pt x="372" y="504"/>
                    <a:pt x="407" y="432"/>
                  </a:cubicBezTo>
                  <a:lnTo>
                    <a:pt x="477" y="286"/>
                  </a:lnTo>
                  <a:cubicBezTo>
                    <a:pt x="523" y="185"/>
                    <a:pt x="480" y="67"/>
                    <a:pt x="382" y="20"/>
                  </a:cubicBezTo>
                  <a:cubicBezTo>
                    <a:pt x="354" y="7"/>
                    <a:pt x="325" y="1"/>
                    <a:pt x="29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9" name="Google Shape;4069;p63"/>
            <p:cNvSpPr/>
            <p:nvPr/>
          </p:nvSpPr>
          <p:spPr>
            <a:xfrm>
              <a:off x="1617247" y="3729648"/>
              <a:ext cx="14426" cy="15060"/>
            </a:xfrm>
            <a:custGeom>
              <a:avLst/>
              <a:gdLst/>
              <a:ahLst/>
              <a:cxnLst/>
              <a:rect l="l" t="t" r="r" b="b"/>
              <a:pathLst>
                <a:path w="523" h="546" extrusionOk="0">
                  <a:moveTo>
                    <a:pt x="297" y="1"/>
                  </a:moveTo>
                  <a:cubicBezTo>
                    <a:pt x="222" y="1"/>
                    <a:pt x="151" y="43"/>
                    <a:pt x="116" y="115"/>
                  </a:cubicBezTo>
                  <a:lnTo>
                    <a:pt x="46" y="261"/>
                  </a:lnTo>
                  <a:cubicBezTo>
                    <a:pt x="1" y="362"/>
                    <a:pt x="43" y="480"/>
                    <a:pt x="141" y="527"/>
                  </a:cubicBezTo>
                  <a:cubicBezTo>
                    <a:pt x="169" y="540"/>
                    <a:pt x="197" y="546"/>
                    <a:pt x="226" y="546"/>
                  </a:cubicBezTo>
                  <a:cubicBezTo>
                    <a:pt x="301" y="546"/>
                    <a:pt x="373" y="503"/>
                    <a:pt x="408" y="431"/>
                  </a:cubicBezTo>
                  <a:lnTo>
                    <a:pt x="477" y="285"/>
                  </a:lnTo>
                  <a:cubicBezTo>
                    <a:pt x="522" y="185"/>
                    <a:pt x="481" y="68"/>
                    <a:pt x="382" y="20"/>
                  </a:cubicBezTo>
                  <a:cubicBezTo>
                    <a:pt x="354" y="7"/>
                    <a:pt x="325" y="1"/>
                    <a:pt x="29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0" name="Google Shape;4070;p63"/>
            <p:cNvSpPr/>
            <p:nvPr/>
          </p:nvSpPr>
          <p:spPr>
            <a:xfrm>
              <a:off x="1738086" y="3617249"/>
              <a:ext cx="12440" cy="15363"/>
            </a:xfrm>
            <a:custGeom>
              <a:avLst/>
              <a:gdLst/>
              <a:ahLst/>
              <a:cxnLst/>
              <a:rect l="l" t="t" r="r" b="b"/>
              <a:pathLst>
                <a:path w="451" h="557" extrusionOk="0">
                  <a:moveTo>
                    <a:pt x="215" y="0"/>
                  </a:moveTo>
                  <a:cubicBezTo>
                    <a:pt x="204" y="0"/>
                    <a:pt x="194" y="1"/>
                    <a:pt x="183" y="3"/>
                  </a:cubicBezTo>
                  <a:cubicBezTo>
                    <a:pt x="75" y="19"/>
                    <a:pt x="0" y="122"/>
                    <a:pt x="16" y="230"/>
                  </a:cubicBezTo>
                  <a:lnTo>
                    <a:pt x="40" y="388"/>
                  </a:lnTo>
                  <a:cubicBezTo>
                    <a:pt x="54" y="486"/>
                    <a:pt x="139" y="557"/>
                    <a:pt x="236" y="557"/>
                  </a:cubicBezTo>
                  <a:cubicBezTo>
                    <a:pt x="248" y="557"/>
                    <a:pt x="257" y="557"/>
                    <a:pt x="267" y="555"/>
                  </a:cubicBezTo>
                  <a:cubicBezTo>
                    <a:pt x="375" y="539"/>
                    <a:pt x="450" y="437"/>
                    <a:pt x="434" y="328"/>
                  </a:cubicBezTo>
                  <a:lnTo>
                    <a:pt x="411" y="168"/>
                  </a:lnTo>
                  <a:cubicBezTo>
                    <a:pt x="396" y="72"/>
                    <a:pt x="311" y="0"/>
                    <a:pt x="21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1" name="Google Shape;4071;p63"/>
            <p:cNvSpPr/>
            <p:nvPr/>
          </p:nvSpPr>
          <p:spPr>
            <a:xfrm>
              <a:off x="1741947" y="3642708"/>
              <a:ext cx="12495" cy="15391"/>
            </a:xfrm>
            <a:custGeom>
              <a:avLst/>
              <a:gdLst/>
              <a:ahLst/>
              <a:cxnLst/>
              <a:rect l="l" t="t" r="r" b="b"/>
              <a:pathLst>
                <a:path w="453" h="558" extrusionOk="0">
                  <a:moveTo>
                    <a:pt x="215" y="1"/>
                  </a:moveTo>
                  <a:cubicBezTo>
                    <a:pt x="205" y="1"/>
                    <a:pt x="195" y="1"/>
                    <a:pt x="184" y="3"/>
                  </a:cubicBezTo>
                  <a:cubicBezTo>
                    <a:pt x="76" y="19"/>
                    <a:pt x="1" y="122"/>
                    <a:pt x="17" y="230"/>
                  </a:cubicBezTo>
                  <a:lnTo>
                    <a:pt x="42" y="389"/>
                  </a:lnTo>
                  <a:cubicBezTo>
                    <a:pt x="57" y="487"/>
                    <a:pt x="140" y="557"/>
                    <a:pt x="237" y="557"/>
                  </a:cubicBezTo>
                  <a:cubicBezTo>
                    <a:pt x="247" y="557"/>
                    <a:pt x="257" y="557"/>
                    <a:pt x="269" y="556"/>
                  </a:cubicBezTo>
                  <a:cubicBezTo>
                    <a:pt x="376" y="539"/>
                    <a:pt x="452" y="437"/>
                    <a:pt x="435" y="328"/>
                  </a:cubicBezTo>
                  <a:lnTo>
                    <a:pt x="411" y="169"/>
                  </a:lnTo>
                  <a:cubicBezTo>
                    <a:pt x="397" y="72"/>
                    <a:pt x="312" y="1"/>
                    <a:pt x="21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2" name="Google Shape;4072;p63"/>
            <p:cNvSpPr/>
            <p:nvPr/>
          </p:nvSpPr>
          <p:spPr>
            <a:xfrm>
              <a:off x="1745837" y="3668167"/>
              <a:ext cx="12467" cy="15391"/>
            </a:xfrm>
            <a:custGeom>
              <a:avLst/>
              <a:gdLst/>
              <a:ahLst/>
              <a:cxnLst/>
              <a:rect l="l" t="t" r="r" b="b"/>
              <a:pathLst>
                <a:path w="452" h="558" extrusionOk="0">
                  <a:moveTo>
                    <a:pt x="215" y="1"/>
                  </a:moveTo>
                  <a:cubicBezTo>
                    <a:pt x="205" y="1"/>
                    <a:pt x="194" y="2"/>
                    <a:pt x="184" y="3"/>
                  </a:cubicBezTo>
                  <a:cubicBezTo>
                    <a:pt x="75" y="19"/>
                    <a:pt x="1" y="122"/>
                    <a:pt x="17" y="231"/>
                  </a:cubicBezTo>
                  <a:lnTo>
                    <a:pt x="42" y="389"/>
                  </a:lnTo>
                  <a:cubicBezTo>
                    <a:pt x="56" y="487"/>
                    <a:pt x="140" y="557"/>
                    <a:pt x="236" y="557"/>
                  </a:cubicBezTo>
                  <a:cubicBezTo>
                    <a:pt x="247" y="557"/>
                    <a:pt x="257" y="557"/>
                    <a:pt x="269" y="556"/>
                  </a:cubicBezTo>
                  <a:cubicBezTo>
                    <a:pt x="377" y="540"/>
                    <a:pt x="452" y="437"/>
                    <a:pt x="436" y="329"/>
                  </a:cubicBezTo>
                  <a:lnTo>
                    <a:pt x="411" y="169"/>
                  </a:lnTo>
                  <a:cubicBezTo>
                    <a:pt x="396" y="72"/>
                    <a:pt x="311" y="1"/>
                    <a:pt x="21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3" name="Google Shape;4073;p63"/>
            <p:cNvSpPr/>
            <p:nvPr/>
          </p:nvSpPr>
          <p:spPr>
            <a:xfrm>
              <a:off x="1749753" y="3693653"/>
              <a:ext cx="12440" cy="15363"/>
            </a:xfrm>
            <a:custGeom>
              <a:avLst/>
              <a:gdLst/>
              <a:ahLst/>
              <a:cxnLst/>
              <a:rect l="l" t="t" r="r" b="b"/>
              <a:pathLst>
                <a:path w="451" h="557" extrusionOk="0">
                  <a:moveTo>
                    <a:pt x="215" y="0"/>
                  </a:moveTo>
                  <a:cubicBezTo>
                    <a:pt x="205" y="0"/>
                    <a:pt x="194" y="1"/>
                    <a:pt x="184" y="3"/>
                  </a:cubicBezTo>
                  <a:cubicBezTo>
                    <a:pt x="75" y="19"/>
                    <a:pt x="1" y="121"/>
                    <a:pt x="17" y="230"/>
                  </a:cubicBezTo>
                  <a:lnTo>
                    <a:pt x="40" y="388"/>
                  </a:lnTo>
                  <a:cubicBezTo>
                    <a:pt x="55" y="486"/>
                    <a:pt x="140" y="557"/>
                    <a:pt x="237" y="557"/>
                  </a:cubicBezTo>
                  <a:cubicBezTo>
                    <a:pt x="245" y="557"/>
                    <a:pt x="257" y="557"/>
                    <a:pt x="267" y="555"/>
                  </a:cubicBezTo>
                  <a:cubicBezTo>
                    <a:pt x="376" y="539"/>
                    <a:pt x="451" y="436"/>
                    <a:pt x="434" y="328"/>
                  </a:cubicBezTo>
                  <a:lnTo>
                    <a:pt x="411" y="168"/>
                  </a:lnTo>
                  <a:cubicBezTo>
                    <a:pt x="395" y="72"/>
                    <a:pt x="310" y="0"/>
                    <a:pt x="21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4" name="Google Shape;4074;p63"/>
            <p:cNvSpPr/>
            <p:nvPr/>
          </p:nvSpPr>
          <p:spPr>
            <a:xfrm>
              <a:off x="1753642" y="3719112"/>
              <a:ext cx="12440" cy="15363"/>
            </a:xfrm>
            <a:custGeom>
              <a:avLst/>
              <a:gdLst/>
              <a:ahLst/>
              <a:cxnLst/>
              <a:rect l="l" t="t" r="r" b="b"/>
              <a:pathLst>
                <a:path w="451" h="557" extrusionOk="0">
                  <a:moveTo>
                    <a:pt x="215" y="0"/>
                  </a:moveTo>
                  <a:cubicBezTo>
                    <a:pt x="205" y="0"/>
                    <a:pt x="194" y="1"/>
                    <a:pt x="184" y="3"/>
                  </a:cubicBezTo>
                  <a:cubicBezTo>
                    <a:pt x="75" y="19"/>
                    <a:pt x="0" y="122"/>
                    <a:pt x="17" y="230"/>
                  </a:cubicBezTo>
                  <a:lnTo>
                    <a:pt x="40" y="388"/>
                  </a:lnTo>
                  <a:cubicBezTo>
                    <a:pt x="55" y="487"/>
                    <a:pt x="140" y="557"/>
                    <a:pt x="236" y="557"/>
                  </a:cubicBezTo>
                  <a:cubicBezTo>
                    <a:pt x="245" y="557"/>
                    <a:pt x="257" y="557"/>
                    <a:pt x="267" y="555"/>
                  </a:cubicBezTo>
                  <a:cubicBezTo>
                    <a:pt x="376" y="539"/>
                    <a:pt x="450" y="437"/>
                    <a:pt x="434" y="328"/>
                  </a:cubicBezTo>
                  <a:lnTo>
                    <a:pt x="411" y="169"/>
                  </a:lnTo>
                  <a:cubicBezTo>
                    <a:pt x="395" y="72"/>
                    <a:pt x="311" y="0"/>
                    <a:pt x="21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5" name="Google Shape;4075;p63"/>
            <p:cNvSpPr/>
            <p:nvPr/>
          </p:nvSpPr>
          <p:spPr>
            <a:xfrm>
              <a:off x="1757532" y="3744570"/>
              <a:ext cx="12467" cy="15391"/>
            </a:xfrm>
            <a:custGeom>
              <a:avLst/>
              <a:gdLst/>
              <a:ahLst/>
              <a:cxnLst/>
              <a:rect l="l" t="t" r="r" b="b"/>
              <a:pathLst>
                <a:path w="452" h="558" extrusionOk="0">
                  <a:moveTo>
                    <a:pt x="215" y="1"/>
                  </a:moveTo>
                  <a:cubicBezTo>
                    <a:pt x="204" y="1"/>
                    <a:pt x="194" y="1"/>
                    <a:pt x="183" y="3"/>
                  </a:cubicBezTo>
                  <a:cubicBezTo>
                    <a:pt x="75" y="19"/>
                    <a:pt x="0" y="122"/>
                    <a:pt x="16" y="230"/>
                  </a:cubicBezTo>
                  <a:lnTo>
                    <a:pt x="41" y="389"/>
                  </a:lnTo>
                  <a:cubicBezTo>
                    <a:pt x="56" y="487"/>
                    <a:pt x="139" y="557"/>
                    <a:pt x="236" y="557"/>
                  </a:cubicBezTo>
                  <a:cubicBezTo>
                    <a:pt x="246" y="557"/>
                    <a:pt x="257" y="557"/>
                    <a:pt x="268" y="556"/>
                  </a:cubicBezTo>
                  <a:cubicBezTo>
                    <a:pt x="375" y="540"/>
                    <a:pt x="451" y="437"/>
                    <a:pt x="434" y="329"/>
                  </a:cubicBezTo>
                  <a:lnTo>
                    <a:pt x="410" y="169"/>
                  </a:lnTo>
                  <a:cubicBezTo>
                    <a:pt x="396" y="72"/>
                    <a:pt x="311" y="1"/>
                    <a:pt x="21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6" name="Google Shape;4076;p63"/>
            <p:cNvSpPr/>
            <p:nvPr/>
          </p:nvSpPr>
          <p:spPr>
            <a:xfrm>
              <a:off x="1768923" y="3613222"/>
              <a:ext cx="14536" cy="15060"/>
            </a:xfrm>
            <a:custGeom>
              <a:avLst/>
              <a:gdLst/>
              <a:ahLst/>
              <a:cxnLst/>
              <a:rect l="l" t="t" r="r" b="b"/>
              <a:pathLst>
                <a:path w="527" h="546" extrusionOk="0">
                  <a:moveTo>
                    <a:pt x="227" y="1"/>
                  </a:moveTo>
                  <a:cubicBezTo>
                    <a:pt x="199" y="1"/>
                    <a:pt x="171" y="7"/>
                    <a:pt x="144" y="20"/>
                  </a:cubicBezTo>
                  <a:cubicBezTo>
                    <a:pt x="44" y="68"/>
                    <a:pt x="0" y="187"/>
                    <a:pt x="49" y="285"/>
                  </a:cubicBezTo>
                  <a:lnTo>
                    <a:pt x="118" y="432"/>
                  </a:lnTo>
                  <a:cubicBezTo>
                    <a:pt x="151" y="503"/>
                    <a:pt x="223" y="546"/>
                    <a:pt x="298" y="546"/>
                  </a:cubicBezTo>
                  <a:cubicBezTo>
                    <a:pt x="326" y="546"/>
                    <a:pt x="355" y="539"/>
                    <a:pt x="384" y="527"/>
                  </a:cubicBezTo>
                  <a:cubicBezTo>
                    <a:pt x="483" y="480"/>
                    <a:pt x="526" y="361"/>
                    <a:pt x="480" y="262"/>
                  </a:cubicBezTo>
                  <a:lnTo>
                    <a:pt x="409" y="115"/>
                  </a:lnTo>
                  <a:cubicBezTo>
                    <a:pt x="375" y="44"/>
                    <a:pt x="302" y="1"/>
                    <a:pt x="22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7" name="Google Shape;4077;p63"/>
            <p:cNvSpPr/>
            <p:nvPr/>
          </p:nvSpPr>
          <p:spPr>
            <a:xfrm>
              <a:off x="1779901" y="3636530"/>
              <a:ext cx="14508" cy="15060"/>
            </a:xfrm>
            <a:custGeom>
              <a:avLst/>
              <a:gdLst/>
              <a:ahLst/>
              <a:cxnLst/>
              <a:rect l="l" t="t" r="r" b="b"/>
              <a:pathLst>
                <a:path w="526" h="546" extrusionOk="0">
                  <a:moveTo>
                    <a:pt x="227" y="0"/>
                  </a:moveTo>
                  <a:cubicBezTo>
                    <a:pt x="199" y="0"/>
                    <a:pt x="170" y="6"/>
                    <a:pt x="143" y="19"/>
                  </a:cubicBezTo>
                  <a:cubicBezTo>
                    <a:pt x="45" y="67"/>
                    <a:pt x="1" y="186"/>
                    <a:pt x="48" y="286"/>
                  </a:cubicBezTo>
                  <a:lnTo>
                    <a:pt x="118" y="432"/>
                  </a:lnTo>
                  <a:cubicBezTo>
                    <a:pt x="150" y="503"/>
                    <a:pt x="222" y="545"/>
                    <a:pt x="297" y="545"/>
                  </a:cubicBezTo>
                  <a:cubicBezTo>
                    <a:pt x="326" y="545"/>
                    <a:pt x="356" y="538"/>
                    <a:pt x="383" y="528"/>
                  </a:cubicBezTo>
                  <a:cubicBezTo>
                    <a:pt x="482" y="479"/>
                    <a:pt x="526" y="360"/>
                    <a:pt x="479" y="261"/>
                  </a:cubicBezTo>
                  <a:lnTo>
                    <a:pt x="408" y="114"/>
                  </a:lnTo>
                  <a:cubicBezTo>
                    <a:pt x="374" y="43"/>
                    <a:pt x="302" y="0"/>
                    <a:pt x="22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8" name="Google Shape;4078;p63"/>
            <p:cNvSpPr/>
            <p:nvPr/>
          </p:nvSpPr>
          <p:spPr>
            <a:xfrm>
              <a:off x="1790906" y="3659809"/>
              <a:ext cx="14536" cy="15060"/>
            </a:xfrm>
            <a:custGeom>
              <a:avLst/>
              <a:gdLst/>
              <a:ahLst/>
              <a:cxnLst/>
              <a:rect l="l" t="t" r="r" b="b"/>
              <a:pathLst>
                <a:path w="527" h="546" extrusionOk="0">
                  <a:moveTo>
                    <a:pt x="229" y="1"/>
                  </a:moveTo>
                  <a:cubicBezTo>
                    <a:pt x="200" y="1"/>
                    <a:pt x="171" y="7"/>
                    <a:pt x="144" y="21"/>
                  </a:cubicBezTo>
                  <a:cubicBezTo>
                    <a:pt x="45" y="67"/>
                    <a:pt x="1" y="186"/>
                    <a:pt x="49" y="286"/>
                  </a:cubicBezTo>
                  <a:lnTo>
                    <a:pt x="118" y="432"/>
                  </a:lnTo>
                  <a:cubicBezTo>
                    <a:pt x="152" y="504"/>
                    <a:pt x="223" y="545"/>
                    <a:pt x="298" y="545"/>
                  </a:cubicBezTo>
                  <a:cubicBezTo>
                    <a:pt x="327" y="545"/>
                    <a:pt x="355" y="538"/>
                    <a:pt x="383" y="528"/>
                  </a:cubicBezTo>
                  <a:cubicBezTo>
                    <a:pt x="483" y="479"/>
                    <a:pt x="527" y="361"/>
                    <a:pt x="478" y="262"/>
                  </a:cubicBezTo>
                  <a:lnTo>
                    <a:pt x="409" y="116"/>
                  </a:lnTo>
                  <a:cubicBezTo>
                    <a:pt x="375" y="44"/>
                    <a:pt x="303" y="1"/>
                    <a:pt x="22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9" name="Google Shape;4079;p63"/>
            <p:cNvSpPr/>
            <p:nvPr/>
          </p:nvSpPr>
          <p:spPr>
            <a:xfrm>
              <a:off x="1801939" y="3683089"/>
              <a:ext cx="14508" cy="15088"/>
            </a:xfrm>
            <a:custGeom>
              <a:avLst/>
              <a:gdLst/>
              <a:ahLst/>
              <a:cxnLst/>
              <a:rect l="l" t="t" r="r" b="b"/>
              <a:pathLst>
                <a:path w="526" h="547" extrusionOk="0">
                  <a:moveTo>
                    <a:pt x="228" y="1"/>
                  </a:moveTo>
                  <a:cubicBezTo>
                    <a:pt x="200" y="1"/>
                    <a:pt x="170" y="7"/>
                    <a:pt x="143" y="21"/>
                  </a:cubicBezTo>
                  <a:cubicBezTo>
                    <a:pt x="45" y="68"/>
                    <a:pt x="1" y="188"/>
                    <a:pt x="48" y="286"/>
                  </a:cubicBezTo>
                  <a:lnTo>
                    <a:pt x="118" y="433"/>
                  </a:lnTo>
                  <a:cubicBezTo>
                    <a:pt x="150" y="504"/>
                    <a:pt x="222" y="547"/>
                    <a:pt x="297" y="547"/>
                  </a:cubicBezTo>
                  <a:cubicBezTo>
                    <a:pt x="325" y="547"/>
                    <a:pt x="354" y="540"/>
                    <a:pt x="383" y="528"/>
                  </a:cubicBezTo>
                  <a:cubicBezTo>
                    <a:pt x="481" y="481"/>
                    <a:pt x="525" y="361"/>
                    <a:pt x="478" y="263"/>
                  </a:cubicBezTo>
                  <a:lnTo>
                    <a:pt x="408" y="116"/>
                  </a:lnTo>
                  <a:cubicBezTo>
                    <a:pt x="374" y="44"/>
                    <a:pt x="303" y="1"/>
                    <a:pt x="22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0" name="Google Shape;4080;p63"/>
            <p:cNvSpPr/>
            <p:nvPr/>
          </p:nvSpPr>
          <p:spPr>
            <a:xfrm>
              <a:off x="1812890" y="3706341"/>
              <a:ext cx="14536" cy="15088"/>
            </a:xfrm>
            <a:custGeom>
              <a:avLst/>
              <a:gdLst/>
              <a:ahLst/>
              <a:cxnLst/>
              <a:rect l="l" t="t" r="r" b="b"/>
              <a:pathLst>
                <a:path w="527" h="547" extrusionOk="0">
                  <a:moveTo>
                    <a:pt x="228" y="1"/>
                  </a:moveTo>
                  <a:cubicBezTo>
                    <a:pt x="200" y="1"/>
                    <a:pt x="171" y="7"/>
                    <a:pt x="143" y="20"/>
                  </a:cubicBezTo>
                  <a:cubicBezTo>
                    <a:pt x="45" y="67"/>
                    <a:pt x="1" y="187"/>
                    <a:pt x="48" y="286"/>
                  </a:cubicBezTo>
                  <a:lnTo>
                    <a:pt x="118" y="432"/>
                  </a:lnTo>
                  <a:cubicBezTo>
                    <a:pt x="150" y="504"/>
                    <a:pt x="222" y="547"/>
                    <a:pt x="297" y="547"/>
                  </a:cubicBezTo>
                  <a:cubicBezTo>
                    <a:pt x="328" y="547"/>
                    <a:pt x="357" y="541"/>
                    <a:pt x="383" y="527"/>
                  </a:cubicBezTo>
                  <a:cubicBezTo>
                    <a:pt x="483" y="481"/>
                    <a:pt x="527" y="360"/>
                    <a:pt x="479" y="262"/>
                  </a:cubicBezTo>
                  <a:lnTo>
                    <a:pt x="410" y="116"/>
                  </a:lnTo>
                  <a:cubicBezTo>
                    <a:pt x="375" y="44"/>
                    <a:pt x="303" y="1"/>
                    <a:pt x="22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1" name="Google Shape;4081;p63"/>
            <p:cNvSpPr/>
            <p:nvPr/>
          </p:nvSpPr>
          <p:spPr>
            <a:xfrm>
              <a:off x="1823895" y="3729648"/>
              <a:ext cx="14536" cy="15060"/>
            </a:xfrm>
            <a:custGeom>
              <a:avLst/>
              <a:gdLst/>
              <a:ahLst/>
              <a:cxnLst/>
              <a:rect l="l" t="t" r="r" b="b"/>
              <a:pathLst>
                <a:path w="527" h="546" extrusionOk="0">
                  <a:moveTo>
                    <a:pt x="228" y="1"/>
                  </a:moveTo>
                  <a:cubicBezTo>
                    <a:pt x="199" y="1"/>
                    <a:pt x="171" y="7"/>
                    <a:pt x="144" y="20"/>
                  </a:cubicBezTo>
                  <a:cubicBezTo>
                    <a:pt x="44" y="68"/>
                    <a:pt x="0" y="187"/>
                    <a:pt x="49" y="285"/>
                  </a:cubicBezTo>
                  <a:lnTo>
                    <a:pt x="118" y="431"/>
                  </a:lnTo>
                  <a:cubicBezTo>
                    <a:pt x="151" y="503"/>
                    <a:pt x="223" y="546"/>
                    <a:pt x="298" y="546"/>
                  </a:cubicBezTo>
                  <a:cubicBezTo>
                    <a:pt x="327" y="546"/>
                    <a:pt x="355" y="540"/>
                    <a:pt x="384" y="527"/>
                  </a:cubicBezTo>
                  <a:cubicBezTo>
                    <a:pt x="483" y="480"/>
                    <a:pt x="527" y="361"/>
                    <a:pt x="480" y="261"/>
                  </a:cubicBezTo>
                  <a:lnTo>
                    <a:pt x="409" y="115"/>
                  </a:lnTo>
                  <a:cubicBezTo>
                    <a:pt x="375" y="43"/>
                    <a:pt x="302" y="1"/>
                    <a:pt x="22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2" name="Google Shape;4082;p63"/>
            <p:cNvSpPr/>
            <p:nvPr/>
          </p:nvSpPr>
          <p:spPr>
            <a:xfrm>
              <a:off x="1689596" y="3564484"/>
              <a:ext cx="76928" cy="36685"/>
            </a:xfrm>
            <a:custGeom>
              <a:avLst/>
              <a:gdLst/>
              <a:ahLst/>
              <a:cxnLst/>
              <a:rect l="l" t="t" r="r" b="b"/>
              <a:pathLst>
                <a:path w="2789" h="1330" extrusionOk="0">
                  <a:moveTo>
                    <a:pt x="882" y="0"/>
                  </a:moveTo>
                  <a:cubicBezTo>
                    <a:pt x="395" y="0"/>
                    <a:pt x="1" y="396"/>
                    <a:pt x="1" y="883"/>
                  </a:cubicBezTo>
                  <a:lnTo>
                    <a:pt x="1" y="1111"/>
                  </a:lnTo>
                  <a:cubicBezTo>
                    <a:pt x="1" y="1231"/>
                    <a:pt x="98" y="1330"/>
                    <a:pt x="219" y="1330"/>
                  </a:cubicBezTo>
                  <a:lnTo>
                    <a:pt x="2572" y="1330"/>
                  </a:lnTo>
                  <a:cubicBezTo>
                    <a:pt x="2690" y="1330"/>
                    <a:pt x="2788" y="1231"/>
                    <a:pt x="2788" y="1111"/>
                  </a:cubicBezTo>
                  <a:lnTo>
                    <a:pt x="2788" y="883"/>
                  </a:lnTo>
                  <a:cubicBezTo>
                    <a:pt x="2788" y="395"/>
                    <a:pt x="2394" y="0"/>
                    <a:pt x="19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3" name="Google Shape;4083;p63"/>
            <p:cNvSpPr/>
            <p:nvPr/>
          </p:nvSpPr>
          <p:spPr>
            <a:xfrm>
              <a:off x="1728267" y="3564567"/>
              <a:ext cx="38257" cy="36602"/>
            </a:xfrm>
            <a:custGeom>
              <a:avLst/>
              <a:gdLst/>
              <a:ahLst/>
              <a:cxnLst/>
              <a:rect l="l" t="t" r="r" b="b"/>
              <a:pathLst>
                <a:path w="1387" h="1327" extrusionOk="0">
                  <a:moveTo>
                    <a:pt x="511" y="0"/>
                  </a:moveTo>
                  <a:cubicBezTo>
                    <a:pt x="509" y="0"/>
                    <a:pt x="507" y="0"/>
                    <a:pt x="506" y="0"/>
                  </a:cubicBezTo>
                  <a:lnTo>
                    <a:pt x="0" y="0"/>
                  </a:lnTo>
                  <a:cubicBezTo>
                    <a:pt x="488" y="0"/>
                    <a:pt x="882" y="395"/>
                    <a:pt x="882" y="883"/>
                  </a:cubicBezTo>
                  <a:lnTo>
                    <a:pt x="882" y="1327"/>
                  </a:lnTo>
                  <a:lnTo>
                    <a:pt x="1170" y="1327"/>
                  </a:lnTo>
                  <a:cubicBezTo>
                    <a:pt x="1290" y="1327"/>
                    <a:pt x="1386" y="1228"/>
                    <a:pt x="1386" y="1108"/>
                  </a:cubicBezTo>
                  <a:lnTo>
                    <a:pt x="1386" y="880"/>
                  </a:lnTo>
                  <a:cubicBezTo>
                    <a:pt x="1386" y="395"/>
                    <a:pt x="995" y="0"/>
                    <a:pt x="511" y="0"/>
                  </a:cubicBezTo>
                  <a:close/>
                </a:path>
              </a:pathLst>
            </a:custGeom>
            <a:solidFill>
              <a:srgbClr val="000000">
                <a:alpha val="202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84" name="Google Shape;4084;p63"/>
          <p:cNvGrpSpPr/>
          <p:nvPr/>
        </p:nvGrpSpPr>
        <p:grpSpPr>
          <a:xfrm>
            <a:off x="3102192" y="3638577"/>
            <a:ext cx="662967" cy="514386"/>
            <a:chOff x="724622" y="3432860"/>
            <a:chExt cx="375618" cy="291437"/>
          </a:xfrm>
        </p:grpSpPr>
        <p:sp>
          <p:nvSpPr>
            <p:cNvPr id="4085" name="Google Shape;4085;p63"/>
            <p:cNvSpPr/>
            <p:nvPr/>
          </p:nvSpPr>
          <p:spPr>
            <a:xfrm>
              <a:off x="810817" y="3518090"/>
              <a:ext cx="44463" cy="164447"/>
            </a:xfrm>
            <a:custGeom>
              <a:avLst/>
              <a:gdLst/>
              <a:ahLst/>
              <a:cxnLst/>
              <a:rect l="l" t="t" r="r" b="b"/>
              <a:pathLst>
                <a:path w="1612" h="5962" extrusionOk="0">
                  <a:moveTo>
                    <a:pt x="1395" y="0"/>
                  </a:moveTo>
                  <a:cubicBezTo>
                    <a:pt x="1302" y="0"/>
                    <a:pt x="1218" y="65"/>
                    <a:pt x="1199" y="158"/>
                  </a:cubicBezTo>
                  <a:lnTo>
                    <a:pt x="19" y="5723"/>
                  </a:lnTo>
                  <a:cubicBezTo>
                    <a:pt x="0" y="5808"/>
                    <a:pt x="43" y="5902"/>
                    <a:pt x="129" y="5944"/>
                  </a:cubicBezTo>
                  <a:cubicBezTo>
                    <a:pt x="156" y="5957"/>
                    <a:pt x="188" y="5962"/>
                    <a:pt x="219" y="5962"/>
                  </a:cubicBezTo>
                  <a:lnTo>
                    <a:pt x="1214" y="5962"/>
                  </a:lnTo>
                  <a:cubicBezTo>
                    <a:pt x="1333" y="5962"/>
                    <a:pt x="1426" y="5859"/>
                    <a:pt x="1410" y="5739"/>
                  </a:cubicBezTo>
                  <a:cubicBezTo>
                    <a:pt x="1399" y="5638"/>
                    <a:pt x="1309" y="5565"/>
                    <a:pt x="1207" y="5565"/>
                  </a:cubicBezTo>
                  <a:lnTo>
                    <a:pt x="461" y="5565"/>
                  </a:lnTo>
                  <a:lnTo>
                    <a:pt x="1589" y="242"/>
                  </a:lnTo>
                  <a:cubicBezTo>
                    <a:pt x="1611" y="133"/>
                    <a:pt x="1544" y="26"/>
                    <a:pt x="1435" y="4"/>
                  </a:cubicBezTo>
                  <a:cubicBezTo>
                    <a:pt x="1422" y="2"/>
                    <a:pt x="1408" y="0"/>
                    <a:pt x="139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6" name="Google Shape;4086;p63"/>
            <p:cNvSpPr/>
            <p:nvPr/>
          </p:nvSpPr>
          <p:spPr>
            <a:xfrm>
              <a:off x="969555" y="3518063"/>
              <a:ext cx="44077" cy="164474"/>
            </a:xfrm>
            <a:custGeom>
              <a:avLst/>
              <a:gdLst/>
              <a:ahLst/>
              <a:cxnLst/>
              <a:rect l="l" t="t" r="r" b="b"/>
              <a:pathLst>
                <a:path w="1598" h="5963" extrusionOk="0">
                  <a:moveTo>
                    <a:pt x="218" y="1"/>
                  </a:moveTo>
                  <a:cubicBezTo>
                    <a:pt x="205" y="1"/>
                    <a:pt x="191" y="2"/>
                    <a:pt x="176" y="5"/>
                  </a:cubicBezTo>
                  <a:cubicBezTo>
                    <a:pt x="69" y="29"/>
                    <a:pt x="1" y="134"/>
                    <a:pt x="24" y="243"/>
                  </a:cubicBezTo>
                  <a:lnTo>
                    <a:pt x="1152" y="5566"/>
                  </a:lnTo>
                  <a:lnTo>
                    <a:pt x="399" y="5566"/>
                  </a:lnTo>
                  <a:cubicBezTo>
                    <a:pt x="280" y="5566"/>
                    <a:pt x="187" y="5668"/>
                    <a:pt x="201" y="5790"/>
                  </a:cubicBezTo>
                  <a:cubicBezTo>
                    <a:pt x="215" y="5889"/>
                    <a:pt x="304" y="5963"/>
                    <a:pt x="407" y="5963"/>
                  </a:cubicBezTo>
                  <a:lnTo>
                    <a:pt x="1397" y="5963"/>
                  </a:lnTo>
                  <a:cubicBezTo>
                    <a:pt x="1487" y="5963"/>
                    <a:pt x="1570" y="5903"/>
                    <a:pt x="1594" y="5806"/>
                  </a:cubicBezTo>
                  <a:cubicBezTo>
                    <a:pt x="1598" y="5778"/>
                    <a:pt x="1597" y="5747"/>
                    <a:pt x="1591" y="5719"/>
                  </a:cubicBezTo>
                  <a:lnTo>
                    <a:pt x="414" y="159"/>
                  </a:lnTo>
                  <a:cubicBezTo>
                    <a:pt x="393" y="66"/>
                    <a:pt x="311" y="1"/>
                    <a:pt x="2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7" name="Google Shape;4087;p63"/>
            <p:cNvSpPr/>
            <p:nvPr/>
          </p:nvSpPr>
          <p:spPr>
            <a:xfrm>
              <a:off x="841462" y="3532461"/>
              <a:ext cx="143126" cy="10978"/>
            </a:xfrm>
            <a:custGeom>
              <a:avLst/>
              <a:gdLst/>
              <a:ahLst/>
              <a:cxnLst/>
              <a:rect l="l" t="t" r="r" b="b"/>
              <a:pathLst>
                <a:path w="5189" h="398" extrusionOk="0">
                  <a:moveTo>
                    <a:pt x="213" y="1"/>
                  </a:moveTo>
                  <a:cubicBezTo>
                    <a:pt x="93" y="1"/>
                    <a:pt x="0" y="103"/>
                    <a:pt x="15" y="223"/>
                  </a:cubicBezTo>
                  <a:cubicBezTo>
                    <a:pt x="27" y="325"/>
                    <a:pt x="116" y="398"/>
                    <a:pt x="220" y="398"/>
                  </a:cubicBezTo>
                  <a:lnTo>
                    <a:pt x="4976" y="398"/>
                  </a:lnTo>
                  <a:cubicBezTo>
                    <a:pt x="5094" y="398"/>
                    <a:pt x="5188" y="295"/>
                    <a:pt x="5175" y="175"/>
                  </a:cubicBezTo>
                  <a:cubicBezTo>
                    <a:pt x="5162" y="74"/>
                    <a:pt x="5072" y="1"/>
                    <a:pt x="49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8" name="Google Shape;4088;p63"/>
            <p:cNvSpPr/>
            <p:nvPr/>
          </p:nvSpPr>
          <p:spPr>
            <a:xfrm>
              <a:off x="1011149" y="3432860"/>
              <a:ext cx="27114" cy="19804"/>
            </a:xfrm>
            <a:custGeom>
              <a:avLst/>
              <a:gdLst/>
              <a:ahLst/>
              <a:cxnLst/>
              <a:rect l="l" t="t" r="r" b="b"/>
              <a:pathLst>
                <a:path w="983" h="718" extrusionOk="0">
                  <a:moveTo>
                    <a:pt x="213" y="1"/>
                  </a:moveTo>
                  <a:cubicBezTo>
                    <a:pt x="96" y="1"/>
                    <a:pt x="1" y="96"/>
                    <a:pt x="1" y="213"/>
                  </a:cubicBezTo>
                  <a:lnTo>
                    <a:pt x="1" y="717"/>
                  </a:lnTo>
                  <a:lnTo>
                    <a:pt x="982" y="717"/>
                  </a:lnTo>
                  <a:lnTo>
                    <a:pt x="982" y="213"/>
                  </a:lnTo>
                  <a:cubicBezTo>
                    <a:pt x="982" y="96"/>
                    <a:pt x="887" y="1"/>
                    <a:pt x="7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9" name="Google Shape;4089;p63"/>
            <p:cNvSpPr/>
            <p:nvPr/>
          </p:nvSpPr>
          <p:spPr>
            <a:xfrm>
              <a:off x="968451" y="3495114"/>
              <a:ext cx="78500" cy="10978"/>
            </a:xfrm>
            <a:custGeom>
              <a:avLst/>
              <a:gdLst/>
              <a:ahLst/>
              <a:cxnLst/>
              <a:rect l="l" t="t" r="r" b="b"/>
              <a:pathLst>
                <a:path w="2846" h="398" extrusionOk="0">
                  <a:moveTo>
                    <a:pt x="213" y="1"/>
                  </a:moveTo>
                  <a:cubicBezTo>
                    <a:pt x="95" y="1"/>
                    <a:pt x="1" y="103"/>
                    <a:pt x="16" y="225"/>
                  </a:cubicBezTo>
                  <a:cubicBezTo>
                    <a:pt x="29" y="324"/>
                    <a:pt x="118" y="398"/>
                    <a:pt x="221" y="398"/>
                  </a:cubicBezTo>
                  <a:lnTo>
                    <a:pt x="2636" y="398"/>
                  </a:lnTo>
                  <a:cubicBezTo>
                    <a:pt x="2753" y="398"/>
                    <a:pt x="2846" y="295"/>
                    <a:pt x="2832" y="175"/>
                  </a:cubicBezTo>
                  <a:cubicBezTo>
                    <a:pt x="2821" y="74"/>
                    <a:pt x="2730" y="1"/>
                    <a:pt x="262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0" name="Google Shape;4090;p63"/>
            <p:cNvSpPr/>
            <p:nvPr/>
          </p:nvSpPr>
          <p:spPr>
            <a:xfrm>
              <a:off x="1019203" y="3478261"/>
              <a:ext cx="10978" cy="34919"/>
            </a:xfrm>
            <a:custGeom>
              <a:avLst/>
              <a:gdLst/>
              <a:ahLst/>
              <a:cxnLst/>
              <a:rect l="l" t="t" r="r" b="b"/>
              <a:pathLst>
                <a:path w="398" h="1266" extrusionOk="0">
                  <a:moveTo>
                    <a:pt x="199" y="0"/>
                  </a:moveTo>
                  <a:cubicBezTo>
                    <a:pt x="191" y="0"/>
                    <a:pt x="183" y="1"/>
                    <a:pt x="175" y="2"/>
                  </a:cubicBezTo>
                  <a:cubicBezTo>
                    <a:pt x="73" y="15"/>
                    <a:pt x="0" y="104"/>
                    <a:pt x="0" y="207"/>
                  </a:cubicBezTo>
                  <a:lnTo>
                    <a:pt x="0" y="1059"/>
                  </a:lnTo>
                  <a:cubicBezTo>
                    <a:pt x="0" y="1160"/>
                    <a:pt x="73" y="1250"/>
                    <a:pt x="175" y="1264"/>
                  </a:cubicBezTo>
                  <a:cubicBezTo>
                    <a:pt x="183" y="1265"/>
                    <a:pt x="191" y="1265"/>
                    <a:pt x="199" y="1265"/>
                  </a:cubicBezTo>
                  <a:cubicBezTo>
                    <a:pt x="308" y="1265"/>
                    <a:pt x="397" y="1175"/>
                    <a:pt x="397" y="1066"/>
                  </a:cubicBezTo>
                  <a:lnTo>
                    <a:pt x="397" y="200"/>
                  </a:lnTo>
                  <a:cubicBezTo>
                    <a:pt x="397" y="89"/>
                    <a:pt x="309" y="0"/>
                    <a:pt x="1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1" name="Google Shape;4091;p63"/>
            <p:cNvSpPr/>
            <p:nvPr/>
          </p:nvSpPr>
          <p:spPr>
            <a:xfrm>
              <a:off x="1003840" y="3465132"/>
              <a:ext cx="41787" cy="21239"/>
            </a:xfrm>
            <a:custGeom>
              <a:avLst/>
              <a:gdLst/>
              <a:ahLst/>
              <a:cxnLst/>
              <a:rect l="l" t="t" r="r" b="b"/>
              <a:pathLst>
                <a:path w="1515" h="770" extrusionOk="0">
                  <a:moveTo>
                    <a:pt x="0" y="0"/>
                  </a:moveTo>
                  <a:lnTo>
                    <a:pt x="0" y="556"/>
                  </a:lnTo>
                  <a:cubicBezTo>
                    <a:pt x="0" y="674"/>
                    <a:pt x="96" y="770"/>
                    <a:pt x="213" y="770"/>
                  </a:cubicBezTo>
                  <a:lnTo>
                    <a:pt x="1302" y="770"/>
                  </a:lnTo>
                  <a:cubicBezTo>
                    <a:pt x="1419" y="770"/>
                    <a:pt x="1514" y="674"/>
                    <a:pt x="1514" y="556"/>
                  </a:cubicBezTo>
                  <a:lnTo>
                    <a:pt x="1514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2" name="Google Shape;4092;p63"/>
            <p:cNvSpPr/>
            <p:nvPr/>
          </p:nvSpPr>
          <p:spPr>
            <a:xfrm>
              <a:off x="991345" y="3449686"/>
              <a:ext cx="66694" cy="21239"/>
            </a:xfrm>
            <a:custGeom>
              <a:avLst/>
              <a:gdLst/>
              <a:ahLst/>
              <a:cxnLst/>
              <a:rect l="l" t="t" r="r" b="b"/>
              <a:pathLst>
                <a:path w="2418" h="770" extrusionOk="0">
                  <a:moveTo>
                    <a:pt x="0" y="0"/>
                  </a:moveTo>
                  <a:lnTo>
                    <a:pt x="0" y="557"/>
                  </a:lnTo>
                  <a:cubicBezTo>
                    <a:pt x="0" y="674"/>
                    <a:pt x="96" y="770"/>
                    <a:pt x="213" y="770"/>
                  </a:cubicBezTo>
                  <a:lnTo>
                    <a:pt x="2205" y="770"/>
                  </a:lnTo>
                  <a:cubicBezTo>
                    <a:pt x="2322" y="770"/>
                    <a:pt x="2417" y="674"/>
                    <a:pt x="2417" y="557"/>
                  </a:cubicBezTo>
                  <a:lnTo>
                    <a:pt x="2417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3" name="Google Shape;4093;p63"/>
            <p:cNvSpPr/>
            <p:nvPr/>
          </p:nvSpPr>
          <p:spPr>
            <a:xfrm>
              <a:off x="1042648" y="3449686"/>
              <a:ext cx="15391" cy="21239"/>
            </a:xfrm>
            <a:custGeom>
              <a:avLst/>
              <a:gdLst/>
              <a:ahLst/>
              <a:cxnLst/>
              <a:rect l="l" t="t" r="r" b="b"/>
              <a:pathLst>
                <a:path w="558" h="770" extrusionOk="0">
                  <a:moveTo>
                    <a:pt x="0" y="0"/>
                  </a:moveTo>
                  <a:lnTo>
                    <a:pt x="0" y="770"/>
                  </a:lnTo>
                  <a:lnTo>
                    <a:pt x="345" y="770"/>
                  </a:lnTo>
                  <a:cubicBezTo>
                    <a:pt x="462" y="770"/>
                    <a:pt x="557" y="674"/>
                    <a:pt x="557" y="557"/>
                  </a:cubicBezTo>
                  <a:lnTo>
                    <a:pt x="55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4" name="Google Shape;4094;p63"/>
            <p:cNvSpPr/>
            <p:nvPr/>
          </p:nvSpPr>
          <p:spPr>
            <a:xfrm>
              <a:off x="949502" y="3443811"/>
              <a:ext cx="150738" cy="11033"/>
            </a:xfrm>
            <a:custGeom>
              <a:avLst/>
              <a:gdLst/>
              <a:ahLst/>
              <a:cxnLst/>
              <a:rect l="l" t="t" r="r" b="b"/>
              <a:pathLst>
                <a:path w="5465" h="400" extrusionOk="0">
                  <a:moveTo>
                    <a:pt x="213" y="1"/>
                  </a:moveTo>
                  <a:cubicBezTo>
                    <a:pt x="94" y="1"/>
                    <a:pt x="1" y="103"/>
                    <a:pt x="15" y="225"/>
                  </a:cubicBezTo>
                  <a:cubicBezTo>
                    <a:pt x="28" y="326"/>
                    <a:pt x="118" y="399"/>
                    <a:pt x="220" y="399"/>
                  </a:cubicBezTo>
                  <a:lnTo>
                    <a:pt x="5253" y="399"/>
                  </a:lnTo>
                  <a:cubicBezTo>
                    <a:pt x="5370" y="399"/>
                    <a:pt x="5464" y="297"/>
                    <a:pt x="5451" y="175"/>
                  </a:cubicBezTo>
                  <a:cubicBezTo>
                    <a:pt x="5438" y="74"/>
                    <a:pt x="5348" y="1"/>
                    <a:pt x="524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5" name="Google Shape;4095;p63"/>
            <p:cNvSpPr/>
            <p:nvPr/>
          </p:nvSpPr>
          <p:spPr>
            <a:xfrm>
              <a:off x="787097" y="3432860"/>
              <a:ext cx="27114" cy="19804"/>
            </a:xfrm>
            <a:custGeom>
              <a:avLst/>
              <a:gdLst/>
              <a:ahLst/>
              <a:cxnLst/>
              <a:rect l="l" t="t" r="r" b="b"/>
              <a:pathLst>
                <a:path w="983" h="718" extrusionOk="0">
                  <a:moveTo>
                    <a:pt x="213" y="1"/>
                  </a:moveTo>
                  <a:cubicBezTo>
                    <a:pt x="95" y="1"/>
                    <a:pt x="0" y="96"/>
                    <a:pt x="0" y="213"/>
                  </a:cubicBezTo>
                  <a:lnTo>
                    <a:pt x="0" y="717"/>
                  </a:lnTo>
                  <a:lnTo>
                    <a:pt x="982" y="717"/>
                  </a:lnTo>
                  <a:lnTo>
                    <a:pt x="982" y="213"/>
                  </a:lnTo>
                  <a:cubicBezTo>
                    <a:pt x="982" y="96"/>
                    <a:pt x="887" y="1"/>
                    <a:pt x="77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6" name="Google Shape;4096;p63"/>
            <p:cNvSpPr/>
            <p:nvPr/>
          </p:nvSpPr>
          <p:spPr>
            <a:xfrm>
              <a:off x="777829" y="3495114"/>
              <a:ext cx="78527" cy="10978"/>
            </a:xfrm>
            <a:custGeom>
              <a:avLst/>
              <a:gdLst/>
              <a:ahLst/>
              <a:cxnLst/>
              <a:rect l="l" t="t" r="r" b="b"/>
              <a:pathLst>
                <a:path w="2847" h="398" extrusionOk="0">
                  <a:moveTo>
                    <a:pt x="213" y="1"/>
                  </a:moveTo>
                  <a:cubicBezTo>
                    <a:pt x="94" y="1"/>
                    <a:pt x="1" y="103"/>
                    <a:pt x="15" y="225"/>
                  </a:cubicBezTo>
                  <a:cubicBezTo>
                    <a:pt x="28" y="324"/>
                    <a:pt x="118" y="398"/>
                    <a:pt x="220" y="398"/>
                  </a:cubicBezTo>
                  <a:lnTo>
                    <a:pt x="2634" y="398"/>
                  </a:lnTo>
                  <a:cubicBezTo>
                    <a:pt x="2754" y="398"/>
                    <a:pt x="2847" y="295"/>
                    <a:pt x="2832" y="175"/>
                  </a:cubicBezTo>
                  <a:cubicBezTo>
                    <a:pt x="2820" y="74"/>
                    <a:pt x="2729" y="1"/>
                    <a:pt x="262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7" name="Google Shape;4097;p63"/>
            <p:cNvSpPr/>
            <p:nvPr/>
          </p:nvSpPr>
          <p:spPr>
            <a:xfrm>
              <a:off x="795178" y="3478261"/>
              <a:ext cx="10978" cy="34919"/>
            </a:xfrm>
            <a:custGeom>
              <a:avLst/>
              <a:gdLst/>
              <a:ahLst/>
              <a:cxnLst/>
              <a:rect l="l" t="t" r="r" b="b"/>
              <a:pathLst>
                <a:path w="398" h="1266" extrusionOk="0">
                  <a:moveTo>
                    <a:pt x="198" y="0"/>
                  </a:moveTo>
                  <a:cubicBezTo>
                    <a:pt x="190" y="0"/>
                    <a:pt x="182" y="1"/>
                    <a:pt x="173" y="2"/>
                  </a:cubicBezTo>
                  <a:cubicBezTo>
                    <a:pt x="74" y="15"/>
                    <a:pt x="0" y="104"/>
                    <a:pt x="0" y="207"/>
                  </a:cubicBezTo>
                  <a:lnTo>
                    <a:pt x="0" y="1059"/>
                  </a:lnTo>
                  <a:cubicBezTo>
                    <a:pt x="0" y="1160"/>
                    <a:pt x="74" y="1250"/>
                    <a:pt x="173" y="1264"/>
                  </a:cubicBezTo>
                  <a:cubicBezTo>
                    <a:pt x="182" y="1265"/>
                    <a:pt x="190" y="1265"/>
                    <a:pt x="198" y="1265"/>
                  </a:cubicBezTo>
                  <a:cubicBezTo>
                    <a:pt x="309" y="1265"/>
                    <a:pt x="397" y="1176"/>
                    <a:pt x="397" y="1066"/>
                  </a:cubicBezTo>
                  <a:lnTo>
                    <a:pt x="397" y="200"/>
                  </a:lnTo>
                  <a:cubicBezTo>
                    <a:pt x="397" y="89"/>
                    <a:pt x="309" y="0"/>
                    <a:pt x="1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8" name="Google Shape;4098;p63"/>
            <p:cNvSpPr/>
            <p:nvPr/>
          </p:nvSpPr>
          <p:spPr>
            <a:xfrm>
              <a:off x="779732" y="3465132"/>
              <a:ext cx="41787" cy="21239"/>
            </a:xfrm>
            <a:custGeom>
              <a:avLst/>
              <a:gdLst/>
              <a:ahLst/>
              <a:cxnLst/>
              <a:rect l="l" t="t" r="r" b="b"/>
              <a:pathLst>
                <a:path w="1515" h="770" extrusionOk="0">
                  <a:moveTo>
                    <a:pt x="0" y="0"/>
                  </a:moveTo>
                  <a:lnTo>
                    <a:pt x="0" y="556"/>
                  </a:lnTo>
                  <a:cubicBezTo>
                    <a:pt x="0" y="674"/>
                    <a:pt x="96" y="770"/>
                    <a:pt x="213" y="770"/>
                  </a:cubicBezTo>
                  <a:lnTo>
                    <a:pt x="1302" y="770"/>
                  </a:lnTo>
                  <a:cubicBezTo>
                    <a:pt x="1419" y="770"/>
                    <a:pt x="1514" y="674"/>
                    <a:pt x="1514" y="556"/>
                  </a:cubicBezTo>
                  <a:lnTo>
                    <a:pt x="1514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9" name="Google Shape;4099;p63"/>
            <p:cNvSpPr/>
            <p:nvPr/>
          </p:nvSpPr>
          <p:spPr>
            <a:xfrm>
              <a:off x="767320" y="3449686"/>
              <a:ext cx="66694" cy="21239"/>
            </a:xfrm>
            <a:custGeom>
              <a:avLst/>
              <a:gdLst/>
              <a:ahLst/>
              <a:cxnLst/>
              <a:rect l="l" t="t" r="r" b="b"/>
              <a:pathLst>
                <a:path w="2418" h="770" extrusionOk="0">
                  <a:moveTo>
                    <a:pt x="1" y="0"/>
                  </a:moveTo>
                  <a:lnTo>
                    <a:pt x="1" y="557"/>
                  </a:lnTo>
                  <a:cubicBezTo>
                    <a:pt x="1" y="674"/>
                    <a:pt x="96" y="770"/>
                    <a:pt x="213" y="770"/>
                  </a:cubicBezTo>
                  <a:lnTo>
                    <a:pt x="2205" y="770"/>
                  </a:lnTo>
                  <a:cubicBezTo>
                    <a:pt x="2322" y="770"/>
                    <a:pt x="2417" y="674"/>
                    <a:pt x="2417" y="557"/>
                  </a:cubicBezTo>
                  <a:lnTo>
                    <a:pt x="2417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0" name="Google Shape;4100;p63"/>
            <p:cNvSpPr/>
            <p:nvPr/>
          </p:nvSpPr>
          <p:spPr>
            <a:xfrm>
              <a:off x="767320" y="3449686"/>
              <a:ext cx="15391" cy="21239"/>
            </a:xfrm>
            <a:custGeom>
              <a:avLst/>
              <a:gdLst/>
              <a:ahLst/>
              <a:cxnLst/>
              <a:rect l="l" t="t" r="r" b="b"/>
              <a:pathLst>
                <a:path w="558" h="770" extrusionOk="0">
                  <a:moveTo>
                    <a:pt x="1" y="0"/>
                  </a:moveTo>
                  <a:lnTo>
                    <a:pt x="1" y="557"/>
                  </a:lnTo>
                  <a:cubicBezTo>
                    <a:pt x="1" y="674"/>
                    <a:pt x="96" y="770"/>
                    <a:pt x="213" y="770"/>
                  </a:cubicBezTo>
                  <a:lnTo>
                    <a:pt x="557" y="770"/>
                  </a:lnTo>
                  <a:lnTo>
                    <a:pt x="55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1" name="Google Shape;4101;p63"/>
            <p:cNvSpPr/>
            <p:nvPr/>
          </p:nvSpPr>
          <p:spPr>
            <a:xfrm>
              <a:off x="724622" y="3443811"/>
              <a:ext cx="150683" cy="11033"/>
            </a:xfrm>
            <a:custGeom>
              <a:avLst/>
              <a:gdLst/>
              <a:ahLst/>
              <a:cxnLst/>
              <a:rect l="l" t="t" r="r" b="b"/>
              <a:pathLst>
                <a:path w="5463" h="400" extrusionOk="0">
                  <a:moveTo>
                    <a:pt x="213" y="1"/>
                  </a:moveTo>
                  <a:cubicBezTo>
                    <a:pt x="93" y="1"/>
                    <a:pt x="1" y="103"/>
                    <a:pt x="16" y="225"/>
                  </a:cubicBezTo>
                  <a:cubicBezTo>
                    <a:pt x="27" y="326"/>
                    <a:pt x="118" y="399"/>
                    <a:pt x="221" y="399"/>
                  </a:cubicBezTo>
                  <a:lnTo>
                    <a:pt x="5250" y="399"/>
                  </a:lnTo>
                  <a:cubicBezTo>
                    <a:pt x="5369" y="399"/>
                    <a:pt x="5463" y="297"/>
                    <a:pt x="5450" y="175"/>
                  </a:cubicBezTo>
                  <a:cubicBezTo>
                    <a:pt x="5438" y="74"/>
                    <a:pt x="5347" y="1"/>
                    <a:pt x="524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2" name="Google Shape;4102;p63"/>
            <p:cNvSpPr/>
            <p:nvPr/>
          </p:nvSpPr>
          <p:spPr>
            <a:xfrm>
              <a:off x="835228" y="3480495"/>
              <a:ext cx="154407" cy="43194"/>
            </a:xfrm>
            <a:custGeom>
              <a:avLst/>
              <a:gdLst/>
              <a:ahLst/>
              <a:cxnLst/>
              <a:rect l="l" t="t" r="r" b="b"/>
              <a:pathLst>
                <a:path w="5598" h="1566" extrusionOk="0">
                  <a:moveTo>
                    <a:pt x="999" y="0"/>
                  </a:moveTo>
                  <a:cubicBezTo>
                    <a:pt x="814" y="0"/>
                    <a:pt x="644" y="110"/>
                    <a:pt x="574" y="281"/>
                  </a:cubicBezTo>
                  <a:cubicBezTo>
                    <a:pt x="515" y="428"/>
                    <a:pt x="405" y="604"/>
                    <a:pt x="207" y="728"/>
                  </a:cubicBezTo>
                  <a:cubicBezTo>
                    <a:pt x="77" y="810"/>
                    <a:pt x="1" y="956"/>
                    <a:pt x="1" y="1109"/>
                  </a:cubicBezTo>
                  <a:cubicBezTo>
                    <a:pt x="1" y="1360"/>
                    <a:pt x="204" y="1565"/>
                    <a:pt x="456" y="1565"/>
                  </a:cubicBezTo>
                  <a:lnTo>
                    <a:pt x="5140" y="1565"/>
                  </a:lnTo>
                  <a:cubicBezTo>
                    <a:pt x="5392" y="1565"/>
                    <a:pt x="5597" y="1361"/>
                    <a:pt x="5597" y="1109"/>
                  </a:cubicBezTo>
                  <a:cubicBezTo>
                    <a:pt x="5597" y="956"/>
                    <a:pt x="5520" y="810"/>
                    <a:pt x="5389" y="728"/>
                  </a:cubicBezTo>
                  <a:cubicBezTo>
                    <a:pt x="5192" y="602"/>
                    <a:pt x="5085" y="428"/>
                    <a:pt x="5023" y="281"/>
                  </a:cubicBezTo>
                  <a:cubicBezTo>
                    <a:pt x="4954" y="110"/>
                    <a:pt x="4784" y="0"/>
                    <a:pt x="459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3" name="Google Shape;4103;p63"/>
            <p:cNvSpPr/>
            <p:nvPr/>
          </p:nvSpPr>
          <p:spPr>
            <a:xfrm>
              <a:off x="946441" y="3480495"/>
              <a:ext cx="43305" cy="43194"/>
            </a:xfrm>
            <a:custGeom>
              <a:avLst/>
              <a:gdLst/>
              <a:ahLst/>
              <a:cxnLst/>
              <a:rect l="l" t="t" r="r" b="b"/>
              <a:pathLst>
                <a:path w="1570" h="1566" extrusionOk="0">
                  <a:moveTo>
                    <a:pt x="0" y="0"/>
                  </a:moveTo>
                  <a:cubicBezTo>
                    <a:pt x="188" y="0"/>
                    <a:pt x="356" y="110"/>
                    <a:pt x="425" y="281"/>
                  </a:cubicBezTo>
                  <a:cubicBezTo>
                    <a:pt x="485" y="428"/>
                    <a:pt x="594" y="602"/>
                    <a:pt x="792" y="728"/>
                  </a:cubicBezTo>
                  <a:cubicBezTo>
                    <a:pt x="856" y="769"/>
                    <a:pt x="909" y="825"/>
                    <a:pt x="944" y="891"/>
                  </a:cubicBezTo>
                  <a:cubicBezTo>
                    <a:pt x="981" y="957"/>
                    <a:pt x="998" y="1033"/>
                    <a:pt x="998" y="1109"/>
                  </a:cubicBezTo>
                  <a:cubicBezTo>
                    <a:pt x="998" y="1363"/>
                    <a:pt x="793" y="1565"/>
                    <a:pt x="543" y="1565"/>
                  </a:cubicBezTo>
                  <a:lnTo>
                    <a:pt x="1091" y="1565"/>
                  </a:lnTo>
                  <a:cubicBezTo>
                    <a:pt x="1283" y="1565"/>
                    <a:pt x="1460" y="1448"/>
                    <a:pt x="1524" y="1268"/>
                  </a:cubicBezTo>
                  <a:cubicBezTo>
                    <a:pt x="1570" y="1137"/>
                    <a:pt x="1558" y="1001"/>
                    <a:pt x="1497" y="891"/>
                  </a:cubicBezTo>
                  <a:cubicBezTo>
                    <a:pt x="1463" y="828"/>
                    <a:pt x="1412" y="769"/>
                    <a:pt x="1346" y="728"/>
                  </a:cubicBezTo>
                  <a:cubicBezTo>
                    <a:pt x="1148" y="604"/>
                    <a:pt x="1038" y="428"/>
                    <a:pt x="979" y="281"/>
                  </a:cubicBezTo>
                  <a:cubicBezTo>
                    <a:pt x="909" y="110"/>
                    <a:pt x="739" y="0"/>
                    <a:pt x="554" y="0"/>
                  </a:cubicBezTo>
                  <a:close/>
                </a:path>
              </a:pathLst>
            </a:custGeom>
            <a:solidFill>
              <a:srgbClr val="EC9836">
                <a:alpha val="339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4" name="Google Shape;4104;p63"/>
            <p:cNvSpPr/>
            <p:nvPr/>
          </p:nvSpPr>
          <p:spPr>
            <a:xfrm>
              <a:off x="859170" y="3502423"/>
              <a:ext cx="12109" cy="11033"/>
            </a:xfrm>
            <a:custGeom>
              <a:avLst/>
              <a:gdLst/>
              <a:ahLst/>
              <a:cxnLst/>
              <a:rect l="l" t="t" r="r" b="b"/>
              <a:pathLst>
                <a:path w="439" h="400" extrusionOk="0">
                  <a:moveTo>
                    <a:pt x="213" y="1"/>
                  </a:moveTo>
                  <a:cubicBezTo>
                    <a:pt x="94" y="1"/>
                    <a:pt x="0" y="103"/>
                    <a:pt x="15" y="225"/>
                  </a:cubicBezTo>
                  <a:cubicBezTo>
                    <a:pt x="28" y="326"/>
                    <a:pt x="117" y="399"/>
                    <a:pt x="220" y="399"/>
                  </a:cubicBezTo>
                  <a:lnTo>
                    <a:pt x="226" y="399"/>
                  </a:lnTo>
                  <a:cubicBezTo>
                    <a:pt x="343" y="399"/>
                    <a:pt x="438" y="297"/>
                    <a:pt x="424" y="175"/>
                  </a:cubicBezTo>
                  <a:cubicBezTo>
                    <a:pt x="411" y="74"/>
                    <a:pt x="321" y="1"/>
                    <a:pt x="219" y="1"/>
                  </a:cubicBezTo>
                  <a:close/>
                </a:path>
              </a:pathLst>
            </a:custGeom>
            <a:solidFill>
              <a:srgbClr val="817D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5" name="Google Shape;4105;p63"/>
            <p:cNvSpPr/>
            <p:nvPr/>
          </p:nvSpPr>
          <p:spPr>
            <a:xfrm>
              <a:off x="872823" y="3502423"/>
              <a:ext cx="12109" cy="11033"/>
            </a:xfrm>
            <a:custGeom>
              <a:avLst/>
              <a:gdLst/>
              <a:ahLst/>
              <a:cxnLst/>
              <a:rect l="l" t="t" r="r" b="b"/>
              <a:pathLst>
                <a:path w="439" h="400" extrusionOk="0">
                  <a:moveTo>
                    <a:pt x="213" y="1"/>
                  </a:moveTo>
                  <a:cubicBezTo>
                    <a:pt x="94" y="1"/>
                    <a:pt x="1" y="103"/>
                    <a:pt x="15" y="225"/>
                  </a:cubicBezTo>
                  <a:cubicBezTo>
                    <a:pt x="28" y="326"/>
                    <a:pt x="118" y="399"/>
                    <a:pt x="220" y="399"/>
                  </a:cubicBezTo>
                  <a:lnTo>
                    <a:pt x="226" y="399"/>
                  </a:lnTo>
                  <a:cubicBezTo>
                    <a:pt x="345" y="399"/>
                    <a:pt x="439" y="297"/>
                    <a:pt x="424" y="175"/>
                  </a:cubicBezTo>
                  <a:cubicBezTo>
                    <a:pt x="411" y="74"/>
                    <a:pt x="321" y="1"/>
                    <a:pt x="219" y="1"/>
                  </a:cubicBezTo>
                  <a:close/>
                </a:path>
              </a:pathLst>
            </a:custGeom>
            <a:solidFill>
              <a:srgbClr val="817D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6" name="Google Shape;4106;p63"/>
            <p:cNvSpPr/>
            <p:nvPr/>
          </p:nvSpPr>
          <p:spPr>
            <a:xfrm>
              <a:off x="928402" y="3618849"/>
              <a:ext cx="34423" cy="15391"/>
            </a:xfrm>
            <a:custGeom>
              <a:avLst/>
              <a:gdLst/>
              <a:ahLst/>
              <a:cxnLst/>
              <a:rect l="l" t="t" r="r" b="b"/>
              <a:pathLst>
                <a:path w="1248" h="558" extrusionOk="0">
                  <a:moveTo>
                    <a:pt x="213" y="0"/>
                  </a:moveTo>
                  <a:cubicBezTo>
                    <a:pt x="96" y="0"/>
                    <a:pt x="1" y="96"/>
                    <a:pt x="1" y="213"/>
                  </a:cubicBezTo>
                  <a:lnTo>
                    <a:pt x="1" y="557"/>
                  </a:lnTo>
                  <a:lnTo>
                    <a:pt x="1248" y="557"/>
                  </a:lnTo>
                  <a:lnTo>
                    <a:pt x="1248" y="213"/>
                  </a:lnTo>
                  <a:cubicBezTo>
                    <a:pt x="1248" y="96"/>
                    <a:pt x="1153" y="0"/>
                    <a:pt x="10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7" name="Google Shape;4107;p63"/>
            <p:cNvSpPr/>
            <p:nvPr/>
          </p:nvSpPr>
          <p:spPr>
            <a:xfrm>
              <a:off x="841296" y="3630544"/>
              <a:ext cx="142077" cy="93753"/>
            </a:xfrm>
            <a:custGeom>
              <a:avLst/>
              <a:gdLst/>
              <a:ahLst/>
              <a:cxnLst/>
              <a:rect l="l" t="t" r="r" b="b"/>
              <a:pathLst>
                <a:path w="5151" h="3399" extrusionOk="0">
                  <a:moveTo>
                    <a:pt x="213" y="0"/>
                  </a:moveTo>
                  <a:cubicBezTo>
                    <a:pt x="96" y="0"/>
                    <a:pt x="0" y="95"/>
                    <a:pt x="0" y="213"/>
                  </a:cubicBezTo>
                  <a:lnTo>
                    <a:pt x="0" y="3186"/>
                  </a:lnTo>
                  <a:cubicBezTo>
                    <a:pt x="0" y="3303"/>
                    <a:pt x="96" y="3399"/>
                    <a:pt x="213" y="3399"/>
                  </a:cubicBezTo>
                  <a:lnTo>
                    <a:pt x="4938" y="3399"/>
                  </a:lnTo>
                  <a:cubicBezTo>
                    <a:pt x="5055" y="3399"/>
                    <a:pt x="5150" y="3303"/>
                    <a:pt x="5150" y="3186"/>
                  </a:cubicBezTo>
                  <a:lnTo>
                    <a:pt x="5150" y="213"/>
                  </a:lnTo>
                  <a:cubicBezTo>
                    <a:pt x="5150" y="95"/>
                    <a:pt x="5054" y="0"/>
                    <a:pt x="49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8" name="Google Shape;4108;p63"/>
            <p:cNvSpPr/>
            <p:nvPr/>
          </p:nvSpPr>
          <p:spPr>
            <a:xfrm>
              <a:off x="968672" y="3630544"/>
              <a:ext cx="14701" cy="93753"/>
            </a:xfrm>
            <a:custGeom>
              <a:avLst/>
              <a:gdLst/>
              <a:ahLst/>
              <a:cxnLst/>
              <a:rect l="l" t="t" r="r" b="b"/>
              <a:pathLst>
                <a:path w="533" h="3399" extrusionOk="0">
                  <a:moveTo>
                    <a:pt x="0" y="0"/>
                  </a:moveTo>
                  <a:lnTo>
                    <a:pt x="0" y="3399"/>
                  </a:lnTo>
                  <a:lnTo>
                    <a:pt x="320" y="3399"/>
                  </a:lnTo>
                  <a:cubicBezTo>
                    <a:pt x="437" y="3399"/>
                    <a:pt x="532" y="3303"/>
                    <a:pt x="532" y="3186"/>
                  </a:cubicBezTo>
                  <a:lnTo>
                    <a:pt x="532" y="213"/>
                  </a:lnTo>
                  <a:cubicBezTo>
                    <a:pt x="532" y="95"/>
                    <a:pt x="437" y="0"/>
                    <a:pt x="320" y="0"/>
                  </a:cubicBezTo>
                  <a:close/>
                </a:path>
              </a:pathLst>
            </a:custGeom>
            <a:solidFill>
              <a:srgbClr val="000000">
                <a:alpha val="202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9" name="Google Shape;4109;p63"/>
            <p:cNvSpPr/>
            <p:nvPr/>
          </p:nvSpPr>
          <p:spPr>
            <a:xfrm>
              <a:off x="911025" y="3651148"/>
              <a:ext cx="51248" cy="51248"/>
            </a:xfrm>
            <a:custGeom>
              <a:avLst/>
              <a:gdLst/>
              <a:ahLst/>
              <a:cxnLst/>
              <a:rect l="l" t="t" r="r" b="b"/>
              <a:pathLst>
                <a:path w="1858" h="1858" extrusionOk="0">
                  <a:moveTo>
                    <a:pt x="928" y="0"/>
                  </a:moveTo>
                  <a:cubicBezTo>
                    <a:pt x="415" y="0"/>
                    <a:pt x="0" y="417"/>
                    <a:pt x="0" y="930"/>
                  </a:cubicBezTo>
                  <a:cubicBezTo>
                    <a:pt x="0" y="1443"/>
                    <a:pt x="415" y="1857"/>
                    <a:pt x="928" y="1857"/>
                  </a:cubicBezTo>
                  <a:cubicBezTo>
                    <a:pt x="1443" y="1857"/>
                    <a:pt x="1857" y="1443"/>
                    <a:pt x="1857" y="930"/>
                  </a:cubicBezTo>
                  <a:cubicBezTo>
                    <a:pt x="1857" y="417"/>
                    <a:pt x="1443" y="0"/>
                    <a:pt x="92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0" name="Google Shape;4110;p63"/>
            <p:cNvSpPr/>
            <p:nvPr/>
          </p:nvSpPr>
          <p:spPr>
            <a:xfrm>
              <a:off x="927850" y="3667918"/>
              <a:ext cx="17570" cy="16853"/>
            </a:xfrm>
            <a:custGeom>
              <a:avLst/>
              <a:gdLst/>
              <a:ahLst/>
              <a:cxnLst/>
              <a:rect l="l" t="t" r="r" b="b"/>
              <a:pathLst>
                <a:path w="637" h="611" extrusionOk="0">
                  <a:moveTo>
                    <a:pt x="308" y="1"/>
                  </a:moveTo>
                  <a:cubicBezTo>
                    <a:pt x="138" y="1"/>
                    <a:pt x="0" y="140"/>
                    <a:pt x="2" y="310"/>
                  </a:cubicBezTo>
                  <a:cubicBezTo>
                    <a:pt x="6" y="478"/>
                    <a:pt x="150" y="610"/>
                    <a:pt x="318" y="610"/>
                  </a:cubicBezTo>
                  <a:lnTo>
                    <a:pt x="328" y="610"/>
                  </a:lnTo>
                  <a:cubicBezTo>
                    <a:pt x="498" y="610"/>
                    <a:pt x="636" y="471"/>
                    <a:pt x="635" y="301"/>
                  </a:cubicBezTo>
                  <a:cubicBezTo>
                    <a:pt x="630" y="133"/>
                    <a:pt x="485" y="1"/>
                    <a:pt x="317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1" name="Google Shape;4111;p63"/>
            <p:cNvSpPr/>
            <p:nvPr/>
          </p:nvSpPr>
          <p:spPr>
            <a:xfrm>
              <a:off x="855280" y="3642294"/>
              <a:ext cx="12109" cy="11033"/>
            </a:xfrm>
            <a:custGeom>
              <a:avLst/>
              <a:gdLst/>
              <a:ahLst/>
              <a:cxnLst/>
              <a:rect l="l" t="t" r="r" b="b"/>
              <a:pathLst>
                <a:path w="439" h="400" extrusionOk="0">
                  <a:moveTo>
                    <a:pt x="213" y="0"/>
                  </a:moveTo>
                  <a:cubicBezTo>
                    <a:pt x="94" y="0"/>
                    <a:pt x="1" y="103"/>
                    <a:pt x="15" y="225"/>
                  </a:cubicBezTo>
                  <a:cubicBezTo>
                    <a:pt x="28" y="326"/>
                    <a:pt x="118" y="399"/>
                    <a:pt x="220" y="399"/>
                  </a:cubicBezTo>
                  <a:lnTo>
                    <a:pt x="226" y="399"/>
                  </a:lnTo>
                  <a:cubicBezTo>
                    <a:pt x="343" y="399"/>
                    <a:pt x="439" y="294"/>
                    <a:pt x="424" y="175"/>
                  </a:cubicBezTo>
                  <a:cubicBezTo>
                    <a:pt x="411" y="74"/>
                    <a:pt x="321" y="0"/>
                    <a:pt x="21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2" name="Google Shape;4112;p63"/>
            <p:cNvSpPr/>
            <p:nvPr/>
          </p:nvSpPr>
          <p:spPr>
            <a:xfrm>
              <a:off x="873016" y="3642294"/>
              <a:ext cx="12054" cy="11033"/>
            </a:xfrm>
            <a:custGeom>
              <a:avLst/>
              <a:gdLst/>
              <a:ahLst/>
              <a:cxnLst/>
              <a:rect l="l" t="t" r="r" b="b"/>
              <a:pathLst>
                <a:path w="437" h="400" extrusionOk="0">
                  <a:moveTo>
                    <a:pt x="213" y="0"/>
                  </a:moveTo>
                  <a:cubicBezTo>
                    <a:pt x="95" y="0"/>
                    <a:pt x="1" y="103"/>
                    <a:pt x="16" y="225"/>
                  </a:cubicBezTo>
                  <a:cubicBezTo>
                    <a:pt x="29" y="326"/>
                    <a:pt x="118" y="399"/>
                    <a:pt x="221" y="399"/>
                  </a:cubicBezTo>
                  <a:lnTo>
                    <a:pt x="227" y="399"/>
                  </a:lnTo>
                  <a:cubicBezTo>
                    <a:pt x="344" y="399"/>
                    <a:pt x="436" y="294"/>
                    <a:pt x="424" y="175"/>
                  </a:cubicBezTo>
                  <a:cubicBezTo>
                    <a:pt x="411" y="74"/>
                    <a:pt x="322" y="0"/>
                    <a:pt x="21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3" name="Google Shape;4113;p63"/>
            <p:cNvSpPr/>
            <p:nvPr/>
          </p:nvSpPr>
          <p:spPr>
            <a:xfrm>
              <a:off x="858121" y="3664940"/>
              <a:ext cx="22700" cy="16136"/>
            </a:xfrm>
            <a:custGeom>
              <a:avLst/>
              <a:gdLst/>
              <a:ahLst/>
              <a:cxnLst/>
              <a:rect l="l" t="t" r="r" b="b"/>
              <a:pathLst>
                <a:path w="823" h="585" extrusionOk="0">
                  <a:moveTo>
                    <a:pt x="0" y="0"/>
                  </a:moveTo>
                  <a:lnTo>
                    <a:pt x="0" y="585"/>
                  </a:lnTo>
                  <a:lnTo>
                    <a:pt x="822" y="585"/>
                  </a:lnTo>
                  <a:lnTo>
                    <a:pt x="82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4" name="Google Shape;4114;p63"/>
            <p:cNvSpPr/>
            <p:nvPr/>
          </p:nvSpPr>
          <p:spPr>
            <a:xfrm>
              <a:off x="907191" y="3474813"/>
              <a:ext cx="10978" cy="53951"/>
            </a:xfrm>
            <a:custGeom>
              <a:avLst/>
              <a:gdLst/>
              <a:ahLst/>
              <a:cxnLst/>
              <a:rect l="l" t="t" r="r" b="b"/>
              <a:pathLst>
                <a:path w="398" h="1956" extrusionOk="0">
                  <a:moveTo>
                    <a:pt x="199" y="1"/>
                  </a:moveTo>
                  <a:cubicBezTo>
                    <a:pt x="191" y="1"/>
                    <a:pt x="183" y="1"/>
                    <a:pt x="175" y="2"/>
                  </a:cubicBezTo>
                  <a:cubicBezTo>
                    <a:pt x="74" y="15"/>
                    <a:pt x="0" y="105"/>
                    <a:pt x="0" y="207"/>
                  </a:cubicBezTo>
                  <a:lnTo>
                    <a:pt x="0" y="1749"/>
                  </a:lnTo>
                  <a:cubicBezTo>
                    <a:pt x="0" y="1852"/>
                    <a:pt x="74" y="1944"/>
                    <a:pt x="175" y="1954"/>
                  </a:cubicBezTo>
                  <a:cubicBezTo>
                    <a:pt x="183" y="1955"/>
                    <a:pt x="191" y="1956"/>
                    <a:pt x="200" y="1956"/>
                  </a:cubicBezTo>
                  <a:cubicBezTo>
                    <a:pt x="309" y="1956"/>
                    <a:pt x="397" y="1868"/>
                    <a:pt x="397" y="1757"/>
                  </a:cubicBezTo>
                  <a:lnTo>
                    <a:pt x="397" y="200"/>
                  </a:lnTo>
                  <a:cubicBezTo>
                    <a:pt x="397" y="90"/>
                    <a:pt x="309" y="1"/>
                    <a:pt x="19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15" name="Google Shape;4115;p63"/>
          <p:cNvGrpSpPr/>
          <p:nvPr/>
        </p:nvGrpSpPr>
        <p:grpSpPr>
          <a:xfrm>
            <a:off x="5393279" y="3577182"/>
            <a:ext cx="663064" cy="637165"/>
            <a:chOff x="7216357" y="2201026"/>
            <a:chExt cx="375674" cy="361000"/>
          </a:xfrm>
        </p:grpSpPr>
        <p:sp>
          <p:nvSpPr>
            <p:cNvPr id="4116" name="Google Shape;4116;p63"/>
            <p:cNvSpPr/>
            <p:nvPr/>
          </p:nvSpPr>
          <p:spPr>
            <a:xfrm>
              <a:off x="7338961" y="2300626"/>
              <a:ext cx="127679" cy="10978"/>
            </a:xfrm>
            <a:custGeom>
              <a:avLst/>
              <a:gdLst/>
              <a:ahLst/>
              <a:cxnLst/>
              <a:rect l="l" t="t" r="r" b="b"/>
              <a:pathLst>
                <a:path w="4629" h="398" extrusionOk="0">
                  <a:moveTo>
                    <a:pt x="213" y="0"/>
                  </a:moveTo>
                  <a:cubicBezTo>
                    <a:pt x="94" y="0"/>
                    <a:pt x="0" y="103"/>
                    <a:pt x="15" y="225"/>
                  </a:cubicBezTo>
                  <a:cubicBezTo>
                    <a:pt x="28" y="324"/>
                    <a:pt x="117" y="398"/>
                    <a:pt x="220" y="398"/>
                  </a:cubicBezTo>
                  <a:lnTo>
                    <a:pt x="4416" y="398"/>
                  </a:lnTo>
                  <a:cubicBezTo>
                    <a:pt x="4535" y="398"/>
                    <a:pt x="4628" y="295"/>
                    <a:pt x="4614" y="175"/>
                  </a:cubicBezTo>
                  <a:cubicBezTo>
                    <a:pt x="4601" y="74"/>
                    <a:pt x="4511" y="0"/>
                    <a:pt x="440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7" name="Google Shape;4117;p63"/>
            <p:cNvSpPr/>
            <p:nvPr/>
          </p:nvSpPr>
          <p:spPr>
            <a:xfrm>
              <a:off x="7324590" y="2285759"/>
              <a:ext cx="29017" cy="102000"/>
            </a:xfrm>
            <a:custGeom>
              <a:avLst/>
              <a:gdLst/>
              <a:ahLst/>
              <a:cxnLst/>
              <a:rect l="l" t="t" r="r" b="b"/>
              <a:pathLst>
                <a:path w="1052" h="3698" extrusionOk="0">
                  <a:moveTo>
                    <a:pt x="834" y="1"/>
                  </a:moveTo>
                  <a:cubicBezTo>
                    <a:pt x="740" y="1"/>
                    <a:pt x="657" y="68"/>
                    <a:pt x="638" y="164"/>
                  </a:cubicBezTo>
                  <a:lnTo>
                    <a:pt x="19" y="3462"/>
                  </a:lnTo>
                  <a:cubicBezTo>
                    <a:pt x="1" y="3548"/>
                    <a:pt x="43" y="3637"/>
                    <a:pt x="130" y="3680"/>
                  </a:cubicBezTo>
                  <a:cubicBezTo>
                    <a:pt x="158" y="3692"/>
                    <a:pt x="189" y="3698"/>
                    <a:pt x="218" y="3698"/>
                  </a:cubicBezTo>
                  <a:lnTo>
                    <a:pt x="814" y="3698"/>
                  </a:lnTo>
                  <a:cubicBezTo>
                    <a:pt x="935" y="3698"/>
                    <a:pt x="1027" y="3595"/>
                    <a:pt x="1012" y="3472"/>
                  </a:cubicBezTo>
                  <a:cubicBezTo>
                    <a:pt x="1000" y="3371"/>
                    <a:pt x="910" y="3297"/>
                    <a:pt x="807" y="3297"/>
                  </a:cubicBezTo>
                  <a:lnTo>
                    <a:pt x="454" y="3297"/>
                  </a:lnTo>
                  <a:lnTo>
                    <a:pt x="1031" y="237"/>
                  </a:lnTo>
                  <a:cubicBezTo>
                    <a:pt x="1052" y="129"/>
                    <a:pt x="980" y="25"/>
                    <a:pt x="872" y="4"/>
                  </a:cubicBezTo>
                  <a:cubicBezTo>
                    <a:pt x="859" y="2"/>
                    <a:pt x="847" y="1"/>
                    <a:pt x="83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8" name="Google Shape;4118;p63"/>
            <p:cNvSpPr/>
            <p:nvPr/>
          </p:nvSpPr>
          <p:spPr>
            <a:xfrm>
              <a:off x="7454725" y="2285815"/>
              <a:ext cx="29100" cy="101945"/>
            </a:xfrm>
            <a:custGeom>
              <a:avLst/>
              <a:gdLst/>
              <a:ahLst/>
              <a:cxnLst/>
              <a:rect l="l" t="t" r="r" b="b"/>
              <a:pathLst>
                <a:path w="1055" h="3696" extrusionOk="0">
                  <a:moveTo>
                    <a:pt x="219" y="1"/>
                  </a:moveTo>
                  <a:cubicBezTo>
                    <a:pt x="208" y="1"/>
                    <a:pt x="196" y="2"/>
                    <a:pt x="184" y="4"/>
                  </a:cubicBezTo>
                  <a:cubicBezTo>
                    <a:pt x="75" y="24"/>
                    <a:pt x="5" y="128"/>
                    <a:pt x="24" y="237"/>
                  </a:cubicBezTo>
                  <a:lnTo>
                    <a:pt x="601" y="3298"/>
                  </a:lnTo>
                  <a:lnTo>
                    <a:pt x="241" y="3298"/>
                  </a:lnTo>
                  <a:cubicBezTo>
                    <a:pt x="105" y="3298"/>
                    <a:pt x="1" y="3433"/>
                    <a:pt x="58" y="3577"/>
                  </a:cubicBezTo>
                  <a:cubicBezTo>
                    <a:pt x="86" y="3650"/>
                    <a:pt x="160" y="3696"/>
                    <a:pt x="239" y="3696"/>
                  </a:cubicBezTo>
                  <a:lnTo>
                    <a:pt x="842" y="3696"/>
                  </a:lnTo>
                  <a:cubicBezTo>
                    <a:pt x="864" y="3696"/>
                    <a:pt x="886" y="3693"/>
                    <a:pt x="909" y="3687"/>
                  </a:cubicBezTo>
                  <a:cubicBezTo>
                    <a:pt x="1006" y="3650"/>
                    <a:pt x="1054" y="3553"/>
                    <a:pt x="1038" y="3461"/>
                  </a:cubicBezTo>
                  <a:lnTo>
                    <a:pt x="417" y="164"/>
                  </a:lnTo>
                  <a:cubicBezTo>
                    <a:pt x="398" y="67"/>
                    <a:pt x="314" y="1"/>
                    <a:pt x="21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9" name="Google Shape;4119;p63"/>
            <p:cNvSpPr/>
            <p:nvPr/>
          </p:nvSpPr>
          <p:spPr>
            <a:xfrm>
              <a:off x="7502939" y="2201026"/>
              <a:ext cx="27114" cy="19777"/>
            </a:xfrm>
            <a:custGeom>
              <a:avLst/>
              <a:gdLst/>
              <a:ahLst/>
              <a:cxnLst/>
              <a:rect l="l" t="t" r="r" b="b"/>
              <a:pathLst>
                <a:path w="983" h="717" extrusionOk="0">
                  <a:moveTo>
                    <a:pt x="213" y="0"/>
                  </a:moveTo>
                  <a:cubicBezTo>
                    <a:pt x="96" y="0"/>
                    <a:pt x="1" y="96"/>
                    <a:pt x="1" y="213"/>
                  </a:cubicBezTo>
                  <a:lnTo>
                    <a:pt x="1" y="717"/>
                  </a:lnTo>
                  <a:lnTo>
                    <a:pt x="983" y="717"/>
                  </a:lnTo>
                  <a:lnTo>
                    <a:pt x="983" y="213"/>
                  </a:lnTo>
                  <a:cubicBezTo>
                    <a:pt x="983" y="96"/>
                    <a:pt x="888" y="0"/>
                    <a:pt x="7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0" name="Google Shape;4120;p63"/>
            <p:cNvSpPr/>
            <p:nvPr/>
          </p:nvSpPr>
          <p:spPr>
            <a:xfrm>
              <a:off x="7460213" y="2263280"/>
              <a:ext cx="78583" cy="11005"/>
            </a:xfrm>
            <a:custGeom>
              <a:avLst/>
              <a:gdLst/>
              <a:ahLst/>
              <a:cxnLst/>
              <a:rect l="l" t="t" r="r" b="b"/>
              <a:pathLst>
                <a:path w="2849" h="399" extrusionOk="0">
                  <a:moveTo>
                    <a:pt x="213" y="0"/>
                  </a:moveTo>
                  <a:cubicBezTo>
                    <a:pt x="95" y="0"/>
                    <a:pt x="1" y="103"/>
                    <a:pt x="15" y="224"/>
                  </a:cubicBezTo>
                  <a:cubicBezTo>
                    <a:pt x="29" y="326"/>
                    <a:pt x="118" y="399"/>
                    <a:pt x="221" y="399"/>
                  </a:cubicBezTo>
                  <a:lnTo>
                    <a:pt x="2636" y="399"/>
                  </a:lnTo>
                  <a:cubicBezTo>
                    <a:pt x="2753" y="399"/>
                    <a:pt x="2848" y="296"/>
                    <a:pt x="2834" y="175"/>
                  </a:cubicBezTo>
                  <a:cubicBezTo>
                    <a:pt x="2821" y="73"/>
                    <a:pt x="2731" y="0"/>
                    <a:pt x="262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1" name="Google Shape;4121;p63"/>
            <p:cNvSpPr/>
            <p:nvPr/>
          </p:nvSpPr>
          <p:spPr>
            <a:xfrm>
              <a:off x="7510965" y="2246427"/>
              <a:ext cx="11005" cy="34892"/>
            </a:xfrm>
            <a:custGeom>
              <a:avLst/>
              <a:gdLst/>
              <a:ahLst/>
              <a:cxnLst/>
              <a:rect l="l" t="t" r="r" b="b"/>
              <a:pathLst>
                <a:path w="399" h="1265" extrusionOk="0">
                  <a:moveTo>
                    <a:pt x="199" y="0"/>
                  </a:moveTo>
                  <a:cubicBezTo>
                    <a:pt x="191" y="0"/>
                    <a:pt x="183" y="1"/>
                    <a:pt x="174" y="2"/>
                  </a:cubicBezTo>
                  <a:cubicBezTo>
                    <a:pt x="73" y="15"/>
                    <a:pt x="0" y="104"/>
                    <a:pt x="0" y="207"/>
                  </a:cubicBezTo>
                  <a:lnTo>
                    <a:pt x="0" y="1058"/>
                  </a:lnTo>
                  <a:cubicBezTo>
                    <a:pt x="0" y="1159"/>
                    <a:pt x="73" y="1252"/>
                    <a:pt x="174" y="1263"/>
                  </a:cubicBezTo>
                  <a:cubicBezTo>
                    <a:pt x="183" y="1264"/>
                    <a:pt x="191" y="1265"/>
                    <a:pt x="200" y="1265"/>
                  </a:cubicBezTo>
                  <a:cubicBezTo>
                    <a:pt x="310" y="1265"/>
                    <a:pt x="399" y="1177"/>
                    <a:pt x="399" y="1066"/>
                  </a:cubicBezTo>
                  <a:lnTo>
                    <a:pt x="399" y="199"/>
                  </a:lnTo>
                  <a:cubicBezTo>
                    <a:pt x="399" y="89"/>
                    <a:pt x="310" y="0"/>
                    <a:pt x="19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2" name="Google Shape;4122;p63"/>
            <p:cNvSpPr/>
            <p:nvPr/>
          </p:nvSpPr>
          <p:spPr>
            <a:xfrm>
              <a:off x="7495602" y="2233242"/>
              <a:ext cx="41787" cy="21239"/>
            </a:xfrm>
            <a:custGeom>
              <a:avLst/>
              <a:gdLst/>
              <a:ahLst/>
              <a:cxnLst/>
              <a:rect l="l" t="t" r="r" b="b"/>
              <a:pathLst>
                <a:path w="1515" h="770" extrusionOk="0">
                  <a:moveTo>
                    <a:pt x="0" y="0"/>
                  </a:moveTo>
                  <a:lnTo>
                    <a:pt x="0" y="557"/>
                  </a:lnTo>
                  <a:cubicBezTo>
                    <a:pt x="0" y="674"/>
                    <a:pt x="95" y="770"/>
                    <a:pt x="213" y="770"/>
                  </a:cubicBezTo>
                  <a:lnTo>
                    <a:pt x="1302" y="770"/>
                  </a:lnTo>
                  <a:cubicBezTo>
                    <a:pt x="1419" y="770"/>
                    <a:pt x="1514" y="676"/>
                    <a:pt x="1514" y="557"/>
                  </a:cubicBezTo>
                  <a:lnTo>
                    <a:pt x="151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3" name="Google Shape;4123;p63"/>
            <p:cNvSpPr/>
            <p:nvPr/>
          </p:nvSpPr>
          <p:spPr>
            <a:xfrm>
              <a:off x="7483190" y="2217879"/>
              <a:ext cx="66667" cy="21239"/>
            </a:xfrm>
            <a:custGeom>
              <a:avLst/>
              <a:gdLst/>
              <a:ahLst/>
              <a:cxnLst/>
              <a:rect l="l" t="t" r="r" b="b"/>
              <a:pathLst>
                <a:path w="2417" h="770" extrusionOk="0">
                  <a:moveTo>
                    <a:pt x="0" y="0"/>
                  </a:moveTo>
                  <a:lnTo>
                    <a:pt x="0" y="557"/>
                  </a:lnTo>
                  <a:cubicBezTo>
                    <a:pt x="0" y="675"/>
                    <a:pt x="96" y="770"/>
                    <a:pt x="213" y="770"/>
                  </a:cubicBezTo>
                  <a:lnTo>
                    <a:pt x="2204" y="770"/>
                  </a:lnTo>
                  <a:cubicBezTo>
                    <a:pt x="2322" y="770"/>
                    <a:pt x="2414" y="675"/>
                    <a:pt x="2417" y="557"/>
                  </a:cubicBezTo>
                  <a:lnTo>
                    <a:pt x="241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4" name="Google Shape;4124;p63"/>
            <p:cNvSpPr/>
            <p:nvPr/>
          </p:nvSpPr>
          <p:spPr>
            <a:xfrm>
              <a:off x="7534493" y="2217879"/>
              <a:ext cx="15363" cy="21239"/>
            </a:xfrm>
            <a:custGeom>
              <a:avLst/>
              <a:gdLst/>
              <a:ahLst/>
              <a:cxnLst/>
              <a:rect l="l" t="t" r="r" b="b"/>
              <a:pathLst>
                <a:path w="557" h="770" extrusionOk="0">
                  <a:moveTo>
                    <a:pt x="0" y="0"/>
                  </a:moveTo>
                  <a:lnTo>
                    <a:pt x="0" y="770"/>
                  </a:lnTo>
                  <a:lnTo>
                    <a:pt x="344" y="770"/>
                  </a:lnTo>
                  <a:cubicBezTo>
                    <a:pt x="462" y="770"/>
                    <a:pt x="554" y="675"/>
                    <a:pt x="557" y="557"/>
                  </a:cubicBezTo>
                  <a:lnTo>
                    <a:pt x="557" y="0"/>
                  </a:lnTo>
                  <a:close/>
                </a:path>
              </a:pathLst>
            </a:custGeom>
            <a:solidFill>
              <a:srgbClr val="000000">
                <a:alpha val="202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5" name="Google Shape;4125;p63"/>
            <p:cNvSpPr/>
            <p:nvPr/>
          </p:nvSpPr>
          <p:spPr>
            <a:xfrm>
              <a:off x="7441292" y="2212004"/>
              <a:ext cx="150738" cy="11005"/>
            </a:xfrm>
            <a:custGeom>
              <a:avLst/>
              <a:gdLst/>
              <a:ahLst/>
              <a:cxnLst/>
              <a:rect l="l" t="t" r="r" b="b"/>
              <a:pathLst>
                <a:path w="5465" h="399" extrusionOk="0">
                  <a:moveTo>
                    <a:pt x="212" y="1"/>
                  </a:moveTo>
                  <a:cubicBezTo>
                    <a:pt x="93" y="1"/>
                    <a:pt x="1" y="104"/>
                    <a:pt x="16" y="224"/>
                  </a:cubicBezTo>
                  <a:cubicBezTo>
                    <a:pt x="27" y="325"/>
                    <a:pt x="118" y="398"/>
                    <a:pt x="221" y="398"/>
                  </a:cubicBezTo>
                  <a:lnTo>
                    <a:pt x="5252" y="398"/>
                  </a:lnTo>
                  <a:cubicBezTo>
                    <a:pt x="5369" y="398"/>
                    <a:pt x="5464" y="296"/>
                    <a:pt x="5450" y="174"/>
                  </a:cubicBezTo>
                  <a:cubicBezTo>
                    <a:pt x="5438" y="74"/>
                    <a:pt x="5347" y="1"/>
                    <a:pt x="52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6" name="Google Shape;4126;p63"/>
            <p:cNvSpPr/>
            <p:nvPr/>
          </p:nvSpPr>
          <p:spPr>
            <a:xfrm>
              <a:off x="7278886" y="2201026"/>
              <a:ext cx="27114" cy="19777"/>
            </a:xfrm>
            <a:custGeom>
              <a:avLst/>
              <a:gdLst/>
              <a:ahLst/>
              <a:cxnLst/>
              <a:rect l="l" t="t" r="r" b="b"/>
              <a:pathLst>
                <a:path w="983" h="717" extrusionOk="0">
                  <a:moveTo>
                    <a:pt x="213" y="0"/>
                  </a:moveTo>
                  <a:cubicBezTo>
                    <a:pt x="96" y="0"/>
                    <a:pt x="0" y="96"/>
                    <a:pt x="0" y="213"/>
                  </a:cubicBezTo>
                  <a:lnTo>
                    <a:pt x="0" y="717"/>
                  </a:lnTo>
                  <a:lnTo>
                    <a:pt x="982" y="717"/>
                  </a:lnTo>
                  <a:lnTo>
                    <a:pt x="982" y="213"/>
                  </a:lnTo>
                  <a:cubicBezTo>
                    <a:pt x="982" y="96"/>
                    <a:pt x="887" y="0"/>
                    <a:pt x="7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7" name="Google Shape;4127;p63"/>
            <p:cNvSpPr/>
            <p:nvPr/>
          </p:nvSpPr>
          <p:spPr>
            <a:xfrm>
              <a:off x="7269618" y="2263280"/>
              <a:ext cx="78583" cy="11005"/>
            </a:xfrm>
            <a:custGeom>
              <a:avLst/>
              <a:gdLst/>
              <a:ahLst/>
              <a:cxnLst/>
              <a:rect l="l" t="t" r="r" b="b"/>
              <a:pathLst>
                <a:path w="2849" h="399" extrusionOk="0">
                  <a:moveTo>
                    <a:pt x="213" y="0"/>
                  </a:moveTo>
                  <a:cubicBezTo>
                    <a:pt x="95" y="0"/>
                    <a:pt x="1" y="103"/>
                    <a:pt x="16" y="224"/>
                  </a:cubicBezTo>
                  <a:cubicBezTo>
                    <a:pt x="29" y="326"/>
                    <a:pt x="118" y="399"/>
                    <a:pt x="221" y="399"/>
                  </a:cubicBezTo>
                  <a:lnTo>
                    <a:pt x="2636" y="399"/>
                  </a:lnTo>
                  <a:cubicBezTo>
                    <a:pt x="2753" y="399"/>
                    <a:pt x="2848" y="296"/>
                    <a:pt x="2834" y="175"/>
                  </a:cubicBezTo>
                  <a:cubicBezTo>
                    <a:pt x="2821" y="73"/>
                    <a:pt x="2731" y="0"/>
                    <a:pt x="262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8" name="Google Shape;4128;p63"/>
            <p:cNvSpPr/>
            <p:nvPr/>
          </p:nvSpPr>
          <p:spPr>
            <a:xfrm>
              <a:off x="7286940" y="2246427"/>
              <a:ext cx="10978" cy="34892"/>
            </a:xfrm>
            <a:custGeom>
              <a:avLst/>
              <a:gdLst/>
              <a:ahLst/>
              <a:cxnLst/>
              <a:rect l="l" t="t" r="r" b="b"/>
              <a:pathLst>
                <a:path w="398" h="1265" extrusionOk="0">
                  <a:moveTo>
                    <a:pt x="199" y="0"/>
                  </a:moveTo>
                  <a:cubicBezTo>
                    <a:pt x="191" y="0"/>
                    <a:pt x="183" y="1"/>
                    <a:pt x="175" y="2"/>
                  </a:cubicBezTo>
                  <a:cubicBezTo>
                    <a:pt x="73" y="15"/>
                    <a:pt x="0" y="104"/>
                    <a:pt x="0" y="207"/>
                  </a:cubicBezTo>
                  <a:lnTo>
                    <a:pt x="0" y="1058"/>
                  </a:lnTo>
                  <a:cubicBezTo>
                    <a:pt x="0" y="1159"/>
                    <a:pt x="73" y="1252"/>
                    <a:pt x="175" y="1263"/>
                  </a:cubicBezTo>
                  <a:cubicBezTo>
                    <a:pt x="183" y="1264"/>
                    <a:pt x="191" y="1265"/>
                    <a:pt x="200" y="1265"/>
                  </a:cubicBezTo>
                  <a:cubicBezTo>
                    <a:pt x="309" y="1265"/>
                    <a:pt x="397" y="1177"/>
                    <a:pt x="397" y="1066"/>
                  </a:cubicBezTo>
                  <a:lnTo>
                    <a:pt x="397" y="199"/>
                  </a:lnTo>
                  <a:cubicBezTo>
                    <a:pt x="397" y="89"/>
                    <a:pt x="308" y="0"/>
                    <a:pt x="19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9" name="Google Shape;4129;p63"/>
            <p:cNvSpPr/>
            <p:nvPr/>
          </p:nvSpPr>
          <p:spPr>
            <a:xfrm>
              <a:off x="7271577" y="2233242"/>
              <a:ext cx="41732" cy="21239"/>
            </a:xfrm>
            <a:custGeom>
              <a:avLst/>
              <a:gdLst/>
              <a:ahLst/>
              <a:cxnLst/>
              <a:rect l="l" t="t" r="r" b="b"/>
              <a:pathLst>
                <a:path w="1513" h="770" extrusionOk="0">
                  <a:moveTo>
                    <a:pt x="0" y="0"/>
                  </a:moveTo>
                  <a:lnTo>
                    <a:pt x="0" y="557"/>
                  </a:lnTo>
                  <a:cubicBezTo>
                    <a:pt x="0" y="676"/>
                    <a:pt x="95" y="770"/>
                    <a:pt x="213" y="770"/>
                  </a:cubicBezTo>
                  <a:lnTo>
                    <a:pt x="1300" y="770"/>
                  </a:lnTo>
                  <a:cubicBezTo>
                    <a:pt x="1417" y="770"/>
                    <a:pt x="1513" y="674"/>
                    <a:pt x="1513" y="557"/>
                  </a:cubicBezTo>
                  <a:lnTo>
                    <a:pt x="151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0" name="Google Shape;4130;p63"/>
            <p:cNvSpPr/>
            <p:nvPr/>
          </p:nvSpPr>
          <p:spPr>
            <a:xfrm>
              <a:off x="7259082" y="2217879"/>
              <a:ext cx="66694" cy="21239"/>
            </a:xfrm>
            <a:custGeom>
              <a:avLst/>
              <a:gdLst/>
              <a:ahLst/>
              <a:cxnLst/>
              <a:rect l="l" t="t" r="r" b="b"/>
              <a:pathLst>
                <a:path w="2418" h="770" extrusionOk="0">
                  <a:moveTo>
                    <a:pt x="0" y="0"/>
                  </a:moveTo>
                  <a:lnTo>
                    <a:pt x="0" y="557"/>
                  </a:lnTo>
                  <a:cubicBezTo>
                    <a:pt x="0" y="675"/>
                    <a:pt x="96" y="770"/>
                    <a:pt x="213" y="770"/>
                  </a:cubicBezTo>
                  <a:lnTo>
                    <a:pt x="2205" y="770"/>
                  </a:lnTo>
                  <a:cubicBezTo>
                    <a:pt x="2322" y="770"/>
                    <a:pt x="2417" y="675"/>
                    <a:pt x="2417" y="557"/>
                  </a:cubicBezTo>
                  <a:lnTo>
                    <a:pt x="241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1" name="Google Shape;4131;p63"/>
            <p:cNvSpPr/>
            <p:nvPr/>
          </p:nvSpPr>
          <p:spPr>
            <a:xfrm>
              <a:off x="7259082" y="2217879"/>
              <a:ext cx="15391" cy="21239"/>
            </a:xfrm>
            <a:custGeom>
              <a:avLst/>
              <a:gdLst/>
              <a:ahLst/>
              <a:cxnLst/>
              <a:rect l="l" t="t" r="r" b="b"/>
              <a:pathLst>
                <a:path w="558" h="770" extrusionOk="0">
                  <a:moveTo>
                    <a:pt x="0" y="0"/>
                  </a:moveTo>
                  <a:lnTo>
                    <a:pt x="0" y="557"/>
                  </a:lnTo>
                  <a:cubicBezTo>
                    <a:pt x="0" y="675"/>
                    <a:pt x="96" y="770"/>
                    <a:pt x="213" y="770"/>
                  </a:cubicBezTo>
                  <a:lnTo>
                    <a:pt x="557" y="770"/>
                  </a:lnTo>
                  <a:lnTo>
                    <a:pt x="557" y="0"/>
                  </a:lnTo>
                  <a:close/>
                </a:path>
              </a:pathLst>
            </a:custGeom>
            <a:solidFill>
              <a:srgbClr val="000000">
                <a:alpha val="202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2" name="Google Shape;4132;p63"/>
            <p:cNvSpPr/>
            <p:nvPr/>
          </p:nvSpPr>
          <p:spPr>
            <a:xfrm>
              <a:off x="7216357" y="2212004"/>
              <a:ext cx="150711" cy="11005"/>
            </a:xfrm>
            <a:custGeom>
              <a:avLst/>
              <a:gdLst/>
              <a:ahLst/>
              <a:cxnLst/>
              <a:rect l="l" t="t" r="r" b="b"/>
              <a:pathLst>
                <a:path w="5464" h="399" extrusionOk="0">
                  <a:moveTo>
                    <a:pt x="211" y="1"/>
                  </a:moveTo>
                  <a:cubicBezTo>
                    <a:pt x="93" y="1"/>
                    <a:pt x="0" y="104"/>
                    <a:pt x="13" y="224"/>
                  </a:cubicBezTo>
                  <a:cubicBezTo>
                    <a:pt x="27" y="325"/>
                    <a:pt x="118" y="398"/>
                    <a:pt x="220" y="398"/>
                  </a:cubicBezTo>
                  <a:lnTo>
                    <a:pt x="5251" y="398"/>
                  </a:lnTo>
                  <a:cubicBezTo>
                    <a:pt x="5371" y="398"/>
                    <a:pt x="5464" y="296"/>
                    <a:pt x="5449" y="174"/>
                  </a:cubicBezTo>
                  <a:cubicBezTo>
                    <a:pt x="5436" y="74"/>
                    <a:pt x="5347" y="1"/>
                    <a:pt x="524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3" name="Google Shape;4133;p63"/>
            <p:cNvSpPr/>
            <p:nvPr/>
          </p:nvSpPr>
          <p:spPr>
            <a:xfrm>
              <a:off x="7327018" y="2248633"/>
              <a:ext cx="154407" cy="43249"/>
            </a:xfrm>
            <a:custGeom>
              <a:avLst/>
              <a:gdLst/>
              <a:ahLst/>
              <a:cxnLst/>
              <a:rect l="l" t="t" r="r" b="b"/>
              <a:pathLst>
                <a:path w="5598" h="1568" extrusionOk="0">
                  <a:moveTo>
                    <a:pt x="1000" y="1"/>
                  </a:moveTo>
                  <a:cubicBezTo>
                    <a:pt x="814" y="1"/>
                    <a:pt x="644" y="111"/>
                    <a:pt x="575" y="282"/>
                  </a:cubicBezTo>
                  <a:cubicBezTo>
                    <a:pt x="515" y="429"/>
                    <a:pt x="405" y="604"/>
                    <a:pt x="209" y="729"/>
                  </a:cubicBezTo>
                  <a:cubicBezTo>
                    <a:pt x="79" y="813"/>
                    <a:pt x="1" y="956"/>
                    <a:pt x="1" y="1110"/>
                  </a:cubicBezTo>
                  <a:cubicBezTo>
                    <a:pt x="1" y="1362"/>
                    <a:pt x="205" y="1567"/>
                    <a:pt x="458" y="1567"/>
                  </a:cubicBezTo>
                  <a:lnTo>
                    <a:pt x="5142" y="1567"/>
                  </a:lnTo>
                  <a:cubicBezTo>
                    <a:pt x="5393" y="1567"/>
                    <a:pt x="5598" y="1364"/>
                    <a:pt x="5598" y="1110"/>
                  </a:cubicBezTo>
                  <a:cubicBezTo>
                    <a:pt x="5598" y="956"/>
                    <a:pt x="5522" y="813"/>
                    <a:pt x="5391" y="729"/>
                  </a:cubicBezTo>
                  <a:cubicBezTo>
                    <a:pt x="5192" y="603"/>
                    <a:pt x="5083" y="432"/>
                    <a:pt x="5025" y="285"/>
                  </a:cubicBezTo>
                  <a:cubicBezTo>
                    <a:pt x="4954" y="112"/>
                    <a:pt x="4786" y="1"/>
                    <a:pt x="460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4" name="Google Shape;4134;p63"/>
            <p:cNvSpPr/>
            <p:nvPr/>
          </p:nvSpPr>
          <p:spPr>
            <a:xfrm>
              <a:off x="7438285" y="2248633"/>
              <a:ext cx="43305" cy="43249"/>
            </a:xfrm>
            <a:custGeom>
              <a:avLst/>
              <a:gdLst/>
              <a:ahLst/>
              <a:cxnLst/>
              <a:rect l="l" t="t" r="r" b="b"/>
              <a:pathLst>
                <a:path w="1570" h="1568" extrusionOk="0">
                  <a:moveTo>
                    <a:pt x="0" y="1"/>
                  </a:moveTo>
                  <a:cubicBezTo>
                    <a:pt x="186" y="1"/>
                    <a:pt x="355" y="111"/>
                    <a:pt x="425" y="282"/>
                  </a:cubicBezTo>
                  <a:cubicBezTo>
                    <a:pt x="485" y="429"/>
                    <a:pt x="594" y="603"/>
                    <a:pt x="791" y="729"/>
                  </a:cubicBezTo>
                  <a:cubicBezTo>
                    <a:pt x="854" y="770"/>
                    <a:pt x="909" y="827"/>
                    <a:pt x="942" y="893"/>
                  </a:cubicBezTo>
                  <a:cubicBezTo>
                    <a:pt x="979" y="959"/>
                    <a:pt x="998" y="1034"/>
                    <a:pt x="998" y="1110"/>
                  </a:cubicBezTo>
                  <a:cubicBezTo>
                    <a:pt x="998" y="1364"/>
                    <a:pt x="793" y="1567"/>
                    <a:pt x="542" y="1567"/>
                  </a:cubicBezTo>
                  <a:lnTo>
                    <a:pt x="1089" y="1567"/>
                  </a:lnTo>
                  <a:cubicBezTo>
                    <a:pt x="1282" y="1567"/>
                    <a:pt x="1460" y="1450"/>
                    <a:pt x="1524" y="1268"/>
                  </a:cubicBezTo>
                  <a:cubicBezTo>
                    <a:pt x="1570" y="1138"/>
                    <a:pt x="1555" y="1003"/>
                    <a:pt x="1496" y="893"/>
                  </a:cubicBezTo>
                  <a:cubicBezTo>
                    <a:pt x="1461" y="829"/>
                    <a:pt x="1410" y="770"/>
                    <a:pt x="1344" y="729"/>
                  </a:cubicBezTo>
                  <a:cubicBezTo>
                    <a:pt x="1146" y="604"/>
                    <a:pt x="1036" y="429"/>
                    <a:pt x="978" y="282"/>
                  </a:cubicBezTo>
                  <a:cubicBezTo>
                    <a:pt x="909" y="111"/>
                    <a:pt x="737" y="1"/>
                    <a:pt x="553" y="1"/>
                  </a:cubicBezTo>
                  <a:close/>
                </a:path>
              </a:pathLst>
            </a:custGeom>
            <a:solidFill>
              <a:srgbClr val="000000">
                <a:alpha val="202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5" name="Google Shape;4135;p63"/>
            <p:cNvSpPr/>
            <p:nvPr/>
          </p:nvSpPr>
          <p:spPr>
            <a:xfrm>
              <a:off x="7350959" y="2270617"/>
              <a:ext cx="12081" cy="11005"/>
            </a:xfrm>
            <a:custGeom>
              <a:avLst/>
              <a:gdLst/>
              <a:ahLst/>
              <a:cxnLst/>
              <a:rect l="l" t="t" r="r" b="b"/>
              <a:pathLst>
                <a:path w="438" h="399" extrusionOk="0">
                  <a:moveTo>
                    <a:pt x="213" y="1"/>
                  </a:moveTo>
                  <a:cubicBezTo>
                    <a:pt x="93" y="1"/>
                    <a:pt x="1" y="104"/>
                    <a:pt x="15" y="224"/>
                  </a:cubicBezTo>
                  <a:cubicBezTo>
                    <a:pt x="27" y="325"/>
                    <a:pt x="118" y="398"/>
                    <a:pt x="220" y="398"/>
                  </a:cubicBezTo>
                  <a:lnTo>
                    <a:pt x="225" y="398"/>
                  </a:lnTo>
                  <a:cubicBezTo>
                    <a:pt x="345" y="398"/>
                    <a:pt x="437" y="296"/>
                    <a:pt x="423" y="174"/>
                  </a:cubicBezTo>
                  <a:cubicBezTo>
                    <a:pt x="409" y="74"/>
                    <a:pt x="320" y="1"/>
                    <a:pt x="2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6" name="Google Shape;4136;p63"/>
            <p:cNvSpPr/>
            <p:nvPr/>
          </p:nvSpPr>
          <p:spPr>
            <a:xfrm>
              <a:off x="7364585" y="2270617"/>
              <a:ext cx="12109" cy="11005"/>
            </a:xfrm>
            <a:custGeom>
              <a:avLst/>
              <a:gdLst/>
              <a:ahLst/>
              <a:cxnLst/>
              <a:rect l="l" t="t" r="r" b="b"/>
              <a:pathLst>
                <a:path w="439" h="399" extrusionOk="0">
                  <a:moveTo>
                    <a:pt x="213" y="1"/>
                  </a:moveTo>
                  <a:cubicBezTo>
                    <a:pt x="94" y="1"/>
                    <a:pt x="0" y="104"/>
                    <a:pt x="15" y="224"/>
                  </a:cubicBezTo>
                  <a:cubicBezTo>
                    <a:pt x="28" y="325"/>
                    <a:pt x="118" y="398"/>
                    <a:pt x="220" y="398"/>
                  </a:cubicBezTo>
                  <a:lnTo>
                    <a:pt x="226" y="398"/>
                  </a:lnTo>
                  <a:cubicBezTo>
                    <a:pt x="345" y="398"/>
                    <a:pt x="439" y="296"/>
                    <a:pt x="424" y="174"/>
                  </a:cubicBezTo>
                  <a:cubicBezTo>
                    <a:pt x="411" y="74"/>
                    <a:pt x="321" y="1"/>
                    <a:pt x="21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7" name="Google Shape;4137;p63"/>
            <p:cNvSpPr/>
            <p:nvPr/>
          </p:nvSpPr>
          <p:spPr>
            <a:xfrm>
              <a:off x="7275962" y="2509233"/>
              <a:ext cx="29458" cy="51386"/>
            </a:xfrm>
            <a:custGeom>
              <a:avLst/>
              <a:gdLst/>
              <a:ahLst/>
              <a:cxnLst/>
              <a:rect l="l" t="t" r="r" b="b"/>
              <a:pathLst>
                <a:path w="1068" h="1863" extrusionOk="0">
                  <a:moveTo>
                    <a:pt x="209" y="1"/>
                  </a:moveTo>
                  <a:cubicBezTo>
                    <a:pt x="93" y="1"/>
                    <a:pt x="1" y="95"/>
                    <a:pt x="1" y="210"/>
                  </a:cubicBezTo>
                  <a:lnTo>
                    <a:pt x="1" y="1726"/>
                  </a:lnTo>
                  <a:cubicBezTo>
                    <a:pt x="1" y="1749"/>
                    <a:pt x="10" y="1771"/>
                    <a:pt x="27" y="1786"/>
                  </a:cubicBezTo>
                  <a:cubicBezTo>
                    <a:pt x="84" y="1840"/>
                    <a:pt x="145" y="1862"/>
                    <a:pt x="200" y="1862"/>
                  </a:cubicBezTo>
                  <a:cubicBezTo>
                    <a:pt x="310" y="1862"/>
                    <a:pt x="400" y="1773"/>
                    <a:pt x="400" y="1663"/>
                  </a:cubicBezTo>
                  <a:lnTo>
                    <a:pt x="400" y="446"/>
                  </a:lnTo>
                  <a:cubicBezTo>
                    <a:pt x="400" y="422"/>
                    <a:pt x="422" y="400"/>
                    <a:pt x="448" y="400"/>
                  </a:cubicBezTo>
                  <a:lnTo>
                    <a:pt x="784" y="400"/>
                  </a:lnTo>
                  <a:cubicBezTo>
                    <a:pt x="949" y="400"/>
                    <a:pt x="1068" y="197"/>
                    <a:pt x="907" y="27"/>
                  </a:cubicBezTo>
                  <a:cubicBezTo>
                    <a:pt x="891" y="11"/>
                    <a:pt x="869" y="1"/>
                    <a:pt x="8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8" name="Google Shape;4138;p63"/>
            <p:cNvSpPr/>
            <p:nvPr/>
          </p:nvSpPr>
          <p:spPr>
            <a:xfrm>
              <a:off x="7321611" y="2408584"/>
              <a:ext cx="188306" cy="69287"/>
            </a:xfrm>
            <a:custGeom>
              <a:avLst/>
              <a:gdLst/>
              <a:ahLst/>
              <a:cxnLst/>
              <a:rect l="l" t="t" r="r" b="b"/>
              <a:pathLst>
                <a:path w="6827" h="2512" extrusionOk="0">
                  <a:moveTo>
                    <a:pt x="3412" y="1"/>
                  </a:moveTo>
                  <a:cubicBezTo>
                    <a:pt x="2048" y="1"/>
                    <a:pt x="943" y="289"/>
                    <a:pt x="292" y="893"/>
                  </a:cubicBezTo>
                  <a:cubicBezTo>
                    <a:pt x="0" y="1165"/>
                    <a:pt x="46" y="1803"/>
                    <a:pt x="1176" y="1803"/>
                  </a:cubicBezTo>
                  <a:cubicBezTo>
                    <a:pt x="1198" y="1803"/>
                    <a:pt x="1221" y="1802"/>
                    <a:pt x="1245" y="1802"/>
                  </a:cubicBezTo>
                  <a:cubicBezTo>
                    <a:pt x="1266" y="1801"/>
                    <a:pt x="1288" y="1801"/>
                    <a:pt x="1309" y="1801"/>
                  </a:cubicBezTo>
                  <a:cubicBezTo>
                    <a:pt x="2461" y="1801"/>
                    <a:pt x="3064" y="2485"/>
                    <a:pt x="3069" y="2485"/>
                  </a:cubicBezTo>
                  <a:cubicBezTo>
                    <a:pt x="3069" y="2485"/>
                    <a:pt x="3069" y="2485"/>
                    <a:pt x="3069" y="2485"/>
                  </a:cubicBezTo>
                  <a:lnTo>
                    <a:pt x="3414" y="2511"/>
                  </a:lnTo>
                  <a:lnTo>
                    <a:pt x="3758" y="2511"/>
                  </a:lnTo>
                  <a:cubicBezTo>
                    <a:pt x="3758" y="2491"/>
                    <a:pt x="4362" y="1801"/>
                    <a:pt x="5515" y="1801"/>
                  </a:cubicBezTo>
                  <a:cubicBezTo>
                    <a:pt x="5537" y="1801"/>
                    <a:pt x="5560" y="1801"/>
                    <a:pt x="5583" y="1802"/>
                  </a:cubicBezTo>
                  <a:cubicBezTo>
                    <a:pt x="5604" y="1802"/>
                    <a:pt x="5624" y="1803"/>
                    <a:pt x="5644" y="1803"/>
                  </a:cubicBezTo>
                  <a:cubicBezTo>
                    <a:pt x="6779" y="1803"/>
                    <a:pt x="6826" y="1165"/>
                    <a:pt x="6532" y="893"/>
                  </a:cubicBezTo>
                  <a:cubicBezTo>
                    <a:pt x="5882" y="289"/>
                    <a:pt x="4806" y="1"/>
                    <a:pt x="34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9" name="Google Shape;4139;p63"/>
            <p:cNvSpPr/>
            <p:nvPr/>
          </p:nvSpPr>
          <p:spPr>
            <a:xfrm>
              <a:off x="7297918" y="2472631"/>
              <a:ext cx="224797" cy="89395"/>
            </a:xfrm>
            <a:custGeom>
              <a:avLst/>
              <a:gdLst/>
              <a:ahLst/>
              <a:cxnLst/>
              <a:rect l="l" t="t" r="r" b="b"/>
              <a:pathLst>
                <a:path w="8150" h="3241" extrusionOk="0">
                  <a:moveTo>
                    <a:pt x="1147" y="0"/>
                  </a:moveTo>
                  <a:cubicBezTo>
                    <a:pt x="660" y="0"/>
                    <a:pt x="245" y="305"/>
                    <a:pt x="78" y="731"/>
                  </a:cubicBezTo>
                  <a:cubicBezTo>
                    <a:pt x="29" y="862"/>
                    <a:pt x="1" y="1001"/>
                    <a:pt x="1" y="1148"/>
                  </a:cubicBezTo>
                  <a:lnTo>
                    <a:pt x="1" y="2094"/>
                  </a:lnTo>
                  <a:cubicBezTo>
                    <a:pt x="1" y="2241"/>
                    <a:pt x="29" y="2382"/>
                    <a:pt x="78" y="2511"/>
                  </a:cubicBezTo>
                  <a:cubicBezTo>
                    <a:pt x="245" y="2939"/>
                    <a:pt x="660" y="3240"/>
                    <a:pt x="1147" y="3240"/>
                  </a:cubicBezTo>
                  <a:lnTo>
                    <a:pt x="7004" y="3240"/>
                  </a:lnTo>
                  <a:cubicBezTo>
                    <a:pt x="7490" y="3240"/>
                    <a:pt x="7906" y="2937"/>
                    <a:pt x="8073" y="2511"/>
                  </a:cubicBezTo>
                  <a:cubicBezTo>
                    <a:pt x="8123" y="2380"/>
                    <a:pt x="8149" y="2241"/>
                    <a:pt x="8149" y="2094"/>
                  </a:cubicBezTo>
                  <a:lnTo>
                    <a:pt x="8149" y="1148"/>
                  </a:lnTo>
                  <a:cubicBezTo>
                    <a:pt x="8149" y="1003"/>
                    <a:pt x="8123" y="862"/>
                    <a:pt x="8073" y="731"/>
                  </a:cubicBezTo>
                  <a:cubicBezTo>
                    <a:pt x="7906" y="302"/>
                    <a:pt x="7490" y="0"/>
                    <a:pt x="700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0" name="Google Shape;4140;p63"/>
            <p:cNvSpPr/>
            <p:nvPr/>
          </p:nvSpPr>
          <p:spPr>
            <a:xfrm>
              <a:off x="7477811" y="2472631"/>
              <a:ext cx="44215" cy="89395"/>
            </a:xfrm>
            <a:custGeom>
              <a:avLst/>
              <a:gdLst/>
              <a:ahLst/>
              <a:cxnLst/>
              <a:rect l="l" t="t" r="r" b="b"/>
              <a:pathLst>
                <a:path w="1603" h="3241" extrusionOk="0">
                  <a:moveTo>
                    <a:pt x="0" y="0"/>
                  </a:moveTo>
                  <a:cubicBezTo>
                    <a:pt x="477" y="0"/>
                    <a:pt x="886" y="305"/>
                    <a:pt x="1048" y="731"/>
                  </a:cubicBezTo>
                  <a:cubicBezTo>
                    <a:pt x="1097" y="862"/>
                    <a:pt x="1124" y="1001"/>
                    <a:pt x="1124" y="1148"/>
                  </a:cubicBezTo>
                  <a:lnTo>
                    <a:pt x="1124" y="2094"/>
                  </a:lnTo>
                  <a:cubicBezTo>
                    <a:pt x="1124" y="2241"/>
                    <a:pt x="1098" y="2382"/>
                    <a:pt x="1048" y="2511"/>
                  </a:cubicBezTo>
                  <a:cubicBezTo>
                    <a:pt x="886" y="2939"/>
                    <a:pt x="480" y="3240"/>
                    <a:pt x="0" y="3240"/>
                  </a:cubicBezTo>
                  <a:lnTo>
                    <a:pt x="480" y="3240"/>
                  </a:lnTo>
                  <a:cubicBezTo>
                    <a:pt x="956" y="3240"/>
                    <a:pt x="1363" y="2937"/>
                    <a:pt x="1527" y="2511"/>
                  </a:cubicBezTo>
                  <a:cubicBezTo>
                    <a:pt x="1574" y="2380"/>
                    <a:pt x="1602" y="2241"/>
                    <a:pt x="1602" y="2094"/>
                  </a:cubicBezTo>
                  <a:lnTo>
                    <a:pt x="1602" y="1148"/>
                  </a:lnTo>
                  <a:cubicBezTo>
                    <a:pt x="1602" y="1003"/>
                    <a:pt x="1574" y="862"/>
                    <a:pt x="1527" y="731"/>
                  </a:cubicBezTo>
                  <a:cubicBezTo>
                    <a:pt x="1363" y="302"/>
                    <a:pt x="957" y="0"/>
                    <a:pt x="480" y="0"/>
                  </a:cubicBezTo>
                  <a:close/>
                </a:path>
              </a:pathLst>
            </a:custGeom>
            <a:solidFill>
              <a:srgbClr val="000000">
                <a:alpha val="202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1" name="Google Shape;4141;p63"/>
            <p:cNvSpPr/>
            <p:nvPr/>
          </p:nvSpPr>
          <p:spPr>
            <a:xfrm>
              <a:off x="7297918" y="2493152"/>
              <a:ext cx="224797" cy="49069"/>
            </a:xfrm>
            <a:custGeom>
              <a:avLst/>
              <a:gdLst/>
              <a:ahLst/>
              <a:cxnLst/>
              <a:rect l="l" t="t" r="r" b="b"/>
              <a:pathLst>
                <a:path w="8150" h="1779" extrusionOk="0">
                  <a:moveTo>
                    <a:pt x="78" y="1"/>
                  </a:moveTo>
                  <a:cubicBezTo>
                    <a:pt x="29" y="130"/>
                    <a:pt x="1" y="269"/>
                    <a:pt x="1" y="415"/>
                  </a:cubicBezTo>
                  <a:lnTo>
                    <a:pt x="1" y="1364"/>
                  </a:lnTo>
                  <a:cubicBezTo>
                    <a:pt x="1" y="1510"/>
                    <a:pt x="29" y="1651"/>
                    <a:pt x="78" y="1778"/>
                  </a:cubicBezTo>
                  <a:lnTo>
                    <a:pt x="8073" y="1778"/>
                  </a:lnTo>
                  <a:cubicBezTo>
                    <a:pt x="8123" y="1649"/>
                    <a:pt x="8149" y="1510"/>
                    <a:pt x="8149" y="1364"/>
                  </a:cubicBezTo>
                  <a:lnTo>
                    <a:pt x="8149" y="415"/>
                  </a:lnTo>
                  <a:cubicBezTo>
                    <a:pt x="8149" y="269"/>
                    <a:pt x="8123" y="130"/>
                    <a:pt x="80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2" name="Google Shape;4142;p63"/>
            <p:cNvSpPr/>
            <p:nvPr/>
          </p:nvSpPr>
          <p:spPr>
            <a:xfrm>
              <a:off x="7506718" y="2493152"/>
              <a:ext cx="15308" cy="49069"/>
            </a:xfrm>
            <a:custGeom>
              <a:avLst/>
              <a:gdLst/>
              <a:ahLst/>
              <a:cxnLst/>
              <a:rect l="l" t="t" r="r" b="b"/>
              <a:pathLst>
                <a:path w="555" h="1779" extrusionOk="0">
                  <a:moveTo>
                    <a:pt x="0" y="1"/>
                  </a:moveTo>
                  <a:cubicBezTo>
                    <a:pt x="49" y="130"/>
                    <a:pt x="76" y="269"/>
                    <a:pt x="76" y="415"/>
                  </a:cubicBezTo>
                  <a:lnTo>
                    <a:pt x="76" y="1364"/>
                  </a:lnTo>
                  <a:cubicBezTo>
                    <a:pt x="76" y="1510"/>
                    <a:pt x="50" y="1651"/>
                    <a:pt x="0" y="1778"/>
                  </a:cubicBezTo>
                  <a:lnTo>
                    <a:pt x="479" y="1778"/>
                  </a:lnTo>
                  <a:cubicBezTo>
                    <a:pt x="526" y="1649"/>
                    <a:pt x="554" y="1510"/>
                    <a:pt x="554" y="1364"/>
                  </a:cubicBezTo>
                  <a:lnTo>
                    <a:pt x="554" y="415"/>
                  </a:lnTo>
                  <a:cubicBezTo>
                    <a:pt x="554" y="269"/>
                    <a:pt x="526" y="130"/>
                    <a:pt x="479" y="1"/>
                  </a:cubicBezTo>
                  <a:close/>
                </a:path>
              </a:pathLst>
            </a:custGeom>
            <a:solidFill>
              <a:srgbClr val="000000">
                <a:alpha val="202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3" name="Google Shape;4143;p63"/>
            <p:cNvSpPr/>
            <p:nvPr/>
          </p:nvSpPr>
          <p:spPr>
            <a:xfrm>
              <a:off x="7297890" y="2472631"/>
              <a:ext cx="44215" cy="89395"/>
            </a:xfrm>
            <a:custGeom>
              <a:avLst/>
              <a:gdLst/>
              <a:ahLst/>
              <a:cxnLst/>
              <a:rect l="l" t="t" r="r" b="b"/>
              <a:pathLst>
                <a:path w="1603" h="3241" extrusionOk="0">
                  <a:moveTo>
                    <a:pt x="1123" y="0"/>
                  </a:moveTo>
                  <a:cubicBezTo>
                    <a:pt x="645" y="0"/>
                    <a:pt x="239" y="302"/>
                    <a:pt x="75" y="731"/>
                  </a:cubicBezTo>
                  <a:cubicBezTo>
                    <a:pt x="28" y="862"/>
                    <a:pt x="0" y="1003"/>
                    <a:pt x="0" y="1148"/>
                  </a:cubicBezTo>
                  <a:lnTo>
                    <a:pt x="0" y="2094"/>
                  </a:lnTo>
                  <a:cubicBezTo>
                    <a:pt x="0" y="2241"/>
                    <a:pt x="28" y="2380"/>
                    <a:pt x="75" y="2511"/>
                  </a:cubicBezTo>
                  <a:cubicBezTo>
                    <a:pt x="239" y="2937"/>
                    <a:pt x="647" y="3240"/>
                    <a:pt x="1123" y="3240"/>
                  </a:cubicBezTo>
                  <a:lnTo>
                    <a:pt x="1602" y="3240"/>
                  </a:lnTo>
                  <a:cubicBezTo>
                    <a:pt x="1123" y="3240"/>
                    <a:pt x="717" y="2939"/>
                    <a:pt x="554" y="2511"/>
                  </a:cubicBezTo>
                  <a:cubicBezTo>
                    <a:pt x="504" y="2382"/>
                    <a:pt x="478" y="2241"/>
                    <a:pt x="478" y="2094"/>
                  </a:cubicBezTo>
                  <a:lnTo>
                    <a:pt x="478" y="1148"/>
                  </a:lnTo>
                  <a:cubicBezTo>
                    <a:pt x="478" y="1001"/>
                    <a:pt x="506" y="862"/>
                    <a:pt x="554" y="731"/>
                  </a:cubicBezTo>
                  <a:cubicBezTo>
                    <a:pt x="717" y="305"/>
                    <a:pt x="1126" y="0"/>
                    <a:pt x="1602" y="0"/>
                  </a:cubicBezTo>
                  <a:close/>
                </a:path>
              </a:pathLst>
            </a:custGeom>
            <a:solidFill>
              <a:srgbClr val="000000">
                <a:alpha val="202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4" name="Google Shape;4144;p63"/>
            <p:cNvSpPr/>
            <p:nvPr/>
          </p:nvSpPr>
          <p:spPr>
            <a:xfrm>
              <a:off x="7297890" y="2493152"/>
              <a:ext cx="15308" cy="49069"/>
            </a:xfrm>
            <a:custGeom>
              <a:avLst/>
              <a:gdLst/>
              <a:ahLst/>
              <a:cxnLst/>
              <a:rect l="l" t="t" r="r" b="b"/>
              <a:pathLst>
                <a:path w="555" h="1779" extrusionOk="0">
                  <a:moveTo>
                    <a:pt x="75" y="1"/>
                  </a:moveTo>
                  <a:cubicBezTo>
                    <a:pt x="28" y="130"/>
                    <a:pt x="0" y="269"/>
                    <a:pt x="0" y="415"/>
                  </a:cubicBezTo>
                  <a:lnTo>
                    <a:pt x="0" y="1364"/>
                  </a:lnTo>
                  <a:cubicBezTo>
                    <a:pt x="0" y="1510"/>
                    <a:pt x="28" y="1649"/>
                    <a:pt x="75" y="1778"/>
                  </a:cubicBezTo>
                  <a:lnTo>
                    <a:pt x="554" y="1778"/>
                  </a:lnTo>
                  <a:cubicBezTo>
                    <a:pt x="504" y="1651"/>
                    <a:pt x="478" y="1510"/>
                    <a:pt x="478" y="1364"/>
                  </a:cubicBezTo>
                  <a:lnTo>
                    <a:pt x="478" y="415"/>
                  </a:lnTo>
                  <a:cubicBezTo>
                    <a:pt x="478" y="269"/>
                    <a:pt x="506" y="130"/>
                    <a:pt x="554" y="1"/>
                  </a:cubicBezTo>
                  <a:close/>
                </a:path>
              </a:pathLst>
            </a:custGeom>
            <a:solidFill>
              <a:srgbClr val="000000">
                <a:alpha val="202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5" name="Google Shape;4145;p63"/>
            <p:cNvSpPr/>
            <p:nvPr/>
          </p:nvSpPr>
          <p:spPr>
            <a:xfrm>
              <a:off x="7409986" y="2403095"/>
              <a:ext cx="10978" cy="43111"/>
            </a:xfrm>
            <a:custGeom>
              <a:avLst/>
              <a:gdLst/>
              <a:ahLst/>
              <a:cxnLst/>
              <a:rect l="l" t="t" r="r" b="b"/>
              <a:pathLst>
                <a:path w="398" h="1563" extrusionOk="0">
                  <a:moveTo>
                    <a:pt x="198" y="0"/>
                  </a:moveTo>
                  <a:cubicBezTo>
                    <a:pt x="190" y="0"/>
                    <a:pt x="182" y="1"/>
                    <a:pt x="173" y="2"/>
                  </a:cubicBezTo>
                  <a:cubicBezTo>
                    <a:pt x="73" y="15"/>
                    <a:pt x="0" y="105"/>
                    <a:pt x="0" y="207"/>
                  </a:cubicBezTo>
                  <a:lnTo>
                    <a:pt x="0" y="1356"/>
                  </a:lnTo>
                  <a:cubicBezTo>
                    <a:pt x="0" y="1457"/>
                    <a:pt x="73" y="1548"/>
                    <a:pt x="173" y="1561"/>
                  </a:cubicBezTo>
                  <a:cubicBezTo>
                    <a:pt x="182" y="1562"/>
                    <a:pt x="190" y="1563"/>
                    <a:pt x="198" y="1563"/>
                  </a:cubicBezTo>
                  <a:cubicBezTo>
                    <a:pt x="308" y="1563"/>
                    <a:pt x="397" y="1474"/>
                    <a:pt x="397" y="1363"/>
                  </a:cubicBezTo>
                  <a:lnTo>
                    <a:pt x="397" y="200"/>
                  </a:lnTo>
                  <a:cubicBezTo>
                    <a:pt x="397" y="89"/>
                    <a:pt x="308" y="0"/>
                    <a:pt x="1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6" name="Google Shape;4146;p63"/>
            <p:cNvSpPr/>
            <p:nvPr/>
          </p:nvSpPr>
          <p:spPr>
            <a:xfrm>
              <a:off x="7572529" y="2479278"/>
              <a:ext cx="11005" cy="15391"/>
            </a:xfrm>
            <a:custGeom>
              <a:avLst/>
              <a:gdLst/>
              <a:ahLst/>
              <a:cxnLst/>
              <a:rect l="l" t="t" r="r" b="b"/>
              <a:pathLst>
                <a:path w="399" h="558" extrusionOk="0">
                  <a:moveTo>
                    <a:pt x="198" y="1"/>
                  </a:moveTo>
                  <a:cubicBezTo>
                    <a:pt x="88" y="1"/>
                    <a:pt x="0" y="90"/>
                    <a:pt x="0" y="200"/>
                  </a:cubicBezTo>
                  <a:lnTo>
                    <a:pt x="0" y="360"/>
                  </a:lnTo>
                  <a:cubicBezTo>
                    <a:pt x="0" y="468"/>
                    <a:pt x="89" y="558"/>
                    <a:pt x="199" y="558"/>
                  </a:cubicBezTo>
                  <a:cubicBezTo>
                    <a:pt x="309" y="558"/>
                    <a:pt x="399" y="468"/>
                    <a:pt x="397" y="359"/>
                  </a:cubicBezTo>
                  <a:lnTo>
                    <a:pt x="397" y="199"/>
                  </a:lnTo>
                  <a:cubicBezTo>
                    <a:pt x="397" y="89"/>
                    <a:pt x="308" y="1"/>
                    <a:pt x="19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7" name="Google Shape;4147;p63"/>
            <p:cNvSpPr/>
            <p:nvPr/>
          </p:nvSpPr>
          <p:spPr>
            <a:xfrm>
              <a:off x="7565717" y="2506337"/>
              <a:ext cx="17791" cy="16163"/>
            </a:xfrm>
            <a:custGeom>
              <a:avLst/>
              <a:gdLst/>
              <a:ahLst/>
              <a:cxnLst/>
              <a:rect l="l" t="t" r="r" b="b"/>
              <a:pathLst>
                <a:path w="645" h="586" extrusionOk="0">
                  <a:moveTo>
                    <a:pt x="441" y="0"/>
                  </a:moveTo>
                  <a:cubicBezTo>
                    <a:pt x="336" y="0"/>
                    <a:pt x="253" y="80"/>
                    <a:pt x="240" y="178"/>
                  </a:cubicBezTo>
                  <a:cubicBezTo>
                    <a:pt x="103" y="184"/>
                    <a:pt x="1" y="321"/>
                    <a:pt x="59" y="465"/>
                  </a:cubicBezTo>
                  <a:cubicBezTo>
                    <a:pt x="89" y="538"/>
                    <a:pt x="165" y="585"/>
                    <a:pt x="243" y="585"/>
                  </a:cubicBezTo>
                  <a:lnTo>
                    <a:pt x="423" y="585"/>
                  </a:lnTo>
                  <a:cubicBezTo>
                    <a:pt x="432" y="585"/>
                    <a:pt x="441" y="585"/>
                    <a:pt x="448" y="582"/>
                  </a:cubicBezTo>
                  <a:cubicBezTo>
                    <a:pt x="558" y="579"/>
                    <a:pt x="644" y="490"/>
                    <a:pt x="644" y="380"/>
                  </a:cubicBezTo>
                  <a:lnTo>
                    <a:pt x="644" y="204"/>
                  </a:lnTo>
                  <a:cubicBezTo>
                    <a:pt x="643" y="91"/>
                    <a:pt x="553" y="0"/>
                    <a:pt x="44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8" name="Google Shape;4148;p63"/>
            <p:cNvSpPr/>
            <p:nvPr/>
          </p:nvSpPr>
          <p:spPr>
            <a:xfrm>
              <a:off x="7572529" y="2371596"/>
              <a:ext cx="11005" cy="15391"/>
            </a:xfrm>
            <a:custGeom>
              <a:avLst/>
              <a:gdLst/>
              <a:ahLst/>
              <a:cxnLst/>
              <a:rect l="l" t="t" r="r" b="b"/>
              <a:pathLst>
                <a:path w="399" h="558" extrusionOk="0">
                  <a:moveTo>
                    <a:pt x="198" y="1"/>
                  </a:moveTo>
                  <a:cubicBezTo>
                    <a:pt x="88" y="1"/>
                    <a:pt x="0" y="92"/>
                    <a:pt x="0" y="202"/>
                  </a:cubicBezTo>
                  <a:lnTo>
                    <a:pt x="0" y="360"/>
                  </a:lnTo>
                  <a:cubicBezTo>
                    <a:pt x="0" y="470"/>
                    <a:pt x="89" y="558"/>
                    <a:pt x="199" y="558"/>
                  </a:cubicBezTo>
                  <a:cubicBezTo>
                    <a:pt x="309" y="558"/>
                    <a:pt x="399" y="468"/>
                    <a:pt x="397" y="358"/>
                  </a:cubicBezTo>
                  <a:lnTo>
                    <a:pt x="397" y="199"/>
                  </a:lnTo>
                  <a:cubicBezTo>
                    <a:pt x="397" y="89"/>
                    <a:pt x="308" y="1"/>
                    <a:pt x="19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9" name="Google Shape;4149;p63"/>
            <p:cNvSpPr/>
            <p:nvPr/>
          </p:nvSpPr>
          <p:spPr>
            <a:xfrm>
              <a:off x="7572529" y="2399454"/>
              <a:ext cx="11005" cy="15391"/>
            </a:xfrm>
            <a:custGeom>
              <a:avLst/>
              <a:gdLst/>
              <a:ahLst/>
              <a:cxnLst/>
              <a:rect l="l" t="t" r="r" b="b"/>
              <a:pathLst>
                <a:path w="399" h="558" extrusionOk="0">
                  <a:moveTo>
                    <a:pt x="198" y="1"/>
                  </a:moveTo>
                  <a:cubicBezTo>
                    <a:pt x="88" y="1"/>
                    <a:pt x="0" y="90"/>
                    <a:pt x="0" y="200"/>
                  </a:cubicBezTo>
                  <a:lnTo>
                    <a:pt x="0" y="360"/>
                  </a:lnTo>
                  <a:cubicBezTo>
                    <a:pt x="0" y="470"/>
                    <a:pt x="89" y="557"/>
                    <a:pt x="199" y="557"/>
                  </a:cubicBezTo>
                  <a:cubicBezTo>
                    <a:pt x="309" y="557"/>
                    <a:pt x="399" y="468"/>
                    <a:pt x="397" y="358"/>
                  </a:cubicBezTo>
                  <a:lnTo>
                    <a:pt x="397" y="198"/>
                  </a:lnTo>
                  <a:cubicBezTo>
                    <a:pt x="397" y="88"/>
                    <a:pt x="308" y="1"/>
                    <a:pt x="19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0" name="Google Shape;4150;p63"/>
            <p:cNvSpPr/>
            <p:nvPr/>
          </p:nvSpPr>
          <p:spPr>
            <a:xfrm>
              <a:off x="7572529" y="2426954"/>
              <a:ext cx="10978" cy="15750"/>
            </a:xfrm>
            <a:custGeom>
              <a:avLst/>
              <a:gdLst/>
              <a:ahLst/>
              <a:cxnLst/>
              <a:rect l="l" t="t" r="r" b="b"/>
              <a:pathLst>
                <a:path w="398" h="571" extrusionOk="0">
                  <a:moveTo>
                    <a:pt x="201" y="0"/>
                  </a:moveTo>
                  <a:cubicBezTo>
                    <a:pt x="200" y="0"/>
                    <a:pt x="199" y="0"/>
                    <a:pt x="198" y="0"/>
                  </a:cubicBezTo>
                  <a:cubicBezTo>
                    <a:pt x="88" y="0"/>
                    <a:pt x="0" y="90"/>
                    <a:pt x="0" y="199"/>
                  </a:cubicBezTo>
                  <a:lnTo>
                    <a:pt x="0" y="372"/>
                  </a:lnTo>
                  <a:cubicBezTo>
                    <a:pt x="0" y="482"/>
                    <a:pt x="89" y="570"/>
                    <a:pt x="199" y="570"/>
                  </a:cubicBezTo>
                  <a:cubicBezTo>
                    <a:pt x="309" y="570"/>
                    <a:pt x="397" y="481"/>
                    <a:pt x="397" y="371"/>
                  </a:cubicBezTo>
                  <a:lnTo>
                    <a:pt x="397" y="198"/>
                  </a:lnTo>
                  <a:cubicBezTo>
                    <a:pt x="396" y="89"/>
                    <a:pt x="309" y="0"/>
                    <a:pt x="20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1" name="Google Shape;4151;p63"/>
            <p:cNvSpPr/>
            <p:nvPr/>
          </p:nvSpPr>
          <p:spPr>
            <a:xfrm>
              <a:off x="7572474" y="2317452"/>
              <a:ext cx="11061" cy="15363"/>
            </a:xfrm>
            <a:custGeom>
              <a:avLst/>
              <a:gdLst/>
              <a:ahLst/>
              <a:cxnLst/>
              <a:rect l="l" t="t" r="r" b="b"/>
              <a:pathLst>
                <a:path w="401" h="557" extrusionOk="0">
                  <a:moveTo>
                    <a:pt x="200" y="0"/>
                  </a:moveTo>
                  <a:cubicBezTo>
                    <a:pt x="90" y="0"/>
                    <a:pt x="1" y="91"/>
                    <a:pt x="2" y="201"/>
                  </a:cubicBezTo>
                  <a:lnTo>
                    <a:pt x="2" y="359"/>
                  </a:lnTo>
                  <a:cubicBezTo>
                    <a:pt x="2" y="469"/>
                    <a:pt x="91" y="557"/>
                    <a:pt x="201" y="557"/>
                  </a:cubicBezTo>
                  <a:cubicBezTo>
                    <a:pt x="311" y="557"/>
                    <a:pt x="401" y="468"/>
                    <a:pt x="399" y="358"/>
                  </a:cubicBezTo>
                  <a:lnTo>
                    <a:pt x="399" y="198"/>
                  </a:lnTo>
                  <a:cubicBezTo>
                    <a:pt x="398" y="88"/>
                    <a:pt x="310" y="0"/>
                    <a:pt x="20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2" name="Google Shape;4152;p63"/>
            <p:cNvSpPr/>
            <p:nvPr/>
          </p:nvSpPr>
          <p:spPr>
            <a:xfrm>
              <a:off x="7572474" y="2344510"/>
              <a:ext cx="11061" cy="15391"/>
            </a:xfrm>
            <a:custGeom>
              <a:avLst/>
              <a:gdLst/>
              <a:ahLst/>
              <a:cxnLst/>
              <a:rect l="l" t="t" r="r" b="b"/>
              <a:pathLst>
                <a:path w="401" h="558" extrusionOk="0">
                  <a:moveTo>
                    <a:pt x="200" y="1"/>
                  </a:moveTo>
                  <a:cubicBezTo>
                    <a:pt x="90" y="1"/>
                    <a:pt x="1" y="92"/>
                    <a:pt x="2" y="202"/>
                  </a:cubicBezTo>
                  <a:lnTo>
                    <a:pt x="2" y="360"/>
                  </a:lnTo>
                  <a:cubicBezTo>
                    <a:pt x="2" y="470"/>
                    <a:pt x="91" y="558"/>
                    <a:pt x="201" y="558"/>
                  </a:cubicBezTo>
                  <a:cubicBezTo>
                    <a:pt x="311" y="558"/>
                    <a:pt x="401" y="468"/>
                    <a:pt x="399" y="359"/>
                  </a:cubicBezTo>
                  <a:lnTo>
                    <a:pt x="399" y="199"/>
                  </a:lnTo>
                  <a:cubicBezTo>
                    <a:pt x="398" y="89"/>
                    <a:pt x="310" y="1"/>
                    <a:pt x="20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3" name="Google Shape;4153;p63"/>
            <p:cNvSpPr/>
            <p:nvPr/>
          </p:nvSpPr>
          <p:spPr>
            <a:xfrm>
              <a:off x="7572474" y="2454399"/>
              <a:ext cx="11061" cy="15391"/>
            </a:xfrm>
            <a:custGeom>
              <a:avLst/>
              <a:gdLst/>
              <a:ahLst/>
              <a:cxnLst/>
              <a:rect l="l" t="t" r="r" b="b"/>
              <a:pathLst>
                <a:path w="401" h="558" extrusionOk="0">
                  <a:moveTo>
                    <a:pt x="200" y="0"/>
                  </a:moveTo>
                  <a:cubicBezTo>
                    <a:pt x="90" y="0"/>
                    <a:pt x="1" y="90"/>
                    <a:pt x="2" y="200"/>
                  </a:cubicBezTo>
                  <a:lnTo>
                    <a:pt x="2" y="359"/>
                  </a:lnTo>
                  <a:cubicBezTo>
                    <a:pt x="2" y="469"/>
                    <a:pt x="91" y="557"/>
                    <a:pt x="201" y="557"/>
                  </a:cubicBezTo>
                  <a:cubicBezTo>
                    <a:pt x="311" y="557"/>
                    <a:pt x="401" y="468"/>
                    <a:pt x="399" y="358"/>
                  </a:cubicBezTo>
                  <a:lnTo>
                    <a:pt x="399" y="198"/>
                  </a:lnTo>
                  <a:cubicBezTo>
                    <a:pt x="398" y="88"/>
                    <a:pt x="310" y="0"/>
                    <a:pt x="20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4" name="Google Shape;4154;p63"/>
            <p:cNvSpPr/>
            <p:nvPr/>
          </p:nvSpPr>
          <p:spPr>
            <a:xfrm>
              <a:off x="7541885" y="2289621"/>
              <a:ext cx="16991" cy="10978"/>
            </a:xfrm>
            <a:custGeom>
              <a:avLst/>
              <a:gdLst/>
              <a:ahLst/>
              <a:cxnLst/>
              <a:rect l="l" t="t" r="r" b="b"/>
              <a:pathLst>
                <a:path w="616" h="398" extrusionOk="0">
                  <a:moveTo>
                    <a:pt x="220" y="1"/>
                  </a:moveTo>
                  <a:cubicBezTo>
                    <a:pt x="117" y="1"/>
                    <a:pt x="28" y="74"/>
                    <a:pt x="15" y="174"/>
                  </a:cubicBezTo>
                  <a:cubicBezTo>
                    <a:pt x="0" y="295"/>
                    <a:pt x="95" y="398"/>
                    <a:pt x="213" y="398"/>
                  </a:cubicBezTo>
                  <a:lnTo>
                    <a:pt x="386" y="398"/>
                  </a:lnTo>
                  <a:cubicBezTo>
                    <a:pt x="516" y="398"/>
                    <a:pt x="616" y="272"/>
                    <a:pt x="572" y="134"/>
                  </a:cubicBezTo>
                  <a:cubicBezTo>
                    <a:pt x="547" y="53"/>
                    <a:pt x="468" y="1"/>
                    <a:pt x="38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5" name="Google Shape;4155;p63"/>
            <p:cNvSpPr/>
            <p:nvPr/>
          </p:nvSpPr>
          <p:spPr>
            <a:xfrm>
              <a:off x="7514468" y="2289621"/>
              <a:ext cx="17018" cy="10978"/>
            </a:xfrm>
            <a:custGeom>
              <a:avLst/>
              <a:gdLst/>
              <a:ahLst/>
              <a:cxnLst/>
              <a:rect l="l" t="t" r="r" b="b"/>
              <a:pathLst>
                <a:path w="617" h="398" extrusionOk="0">
                  <a:moveTo>
                    <a:pt x="220" y="1"/>
                  </a:moveTo>
                  <a:cubicBezTo>
                    <a:pt x="118" y="1"/>
                    <a:pt x="27" y="74"/>
                    <a:pt x="15" y="174"/>
                  </a:cubicBezTo>
                  <a:cubicBezTo>
                    <a:pt x="1" y="295"/>
                    <a:pt x="96" y="398"/>
                    <a:pt x="213" y="398"/>
                  </a:cubicBezTo>
                  <a:lnTo>
                    <a:pt x="385" y="398"/>
                  </a:lnTo>
                  <a:cubicBezTo>
                    <a:pt x="515" y="398"/>
                    <a:pt x="616" y="272"/>
                    <a:pt x="572" y="134"/>
                  </a:cubicBezTo>
                  <a:cubicBezTo>
                    <a:pt x="546" y="53"/>
                    <a:pt x="467" y="1"/>
                    <a:pt x="38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6" name="Google Shape;4156;p63"/>
            <p:cNvSpPr/>
            <p:nvPr/>
          </p:nvSpPr>
          <p:spPr>
            <a:xfrm>
              <a:off x="7489644" y="2289621"/>
              <a:ext cx="17018" cy="10978"/>
            </a:xfrm>
            <a:custGeom>
              <a:avLst/>
              <a:gdLst/>
              <a:ahLst/>
              <a:cxnLst/>
              <a:rect l="l" t="t" r="r" b="b"/>
              <a:pathLst>
                <a:path w="617" h="398" extrusionOk="0">
                  <a:moveTo>
                    <a:pt x="221" y="1"/>
                  </a:moveTo>
                  <a:cubicBezTo>
                    <a:pt x="118" y="1"/>
                    <a:pt x="29" y="74"/>
                    <a:pt x="15" y="174"/>
                  </a:cubicBezTo>
                  <a:cubicBezTo>
                    <a:pt x="1" y="295"/>
                    <a:pt x="96" y="398"/>
                    <a:pt x="213" y="398"/>
                  </a:cubicBezTo>
                  <a:lnTo>
                    <a:pt x="385" y="398"/>
                  </a:lnTo>
                  <a:cubicBezTo>
                    <a:pt x="515" y="398"/>
                    <a:pt x="616" y="272"/>
                    <a:pt x="572" y="134"/>
                  </a:cubicBezTo>
                  <a:cubicBezTo>
                    <a:pt x="546" y="53"/>
                    <a:pt x="468" y="1"/>
                    <a:pt x="38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7" name="Google Shape;4157;p63"/>
            <p:cNvSpPr/>
            <p:nvPr/>
          </p:nvSpPr>
          <p:spPr>
            <a:xfrm>
              <a:off x="7566461" y="2289538"/>
              <a:ext cx="17046" cy="16163"/>
            </a:xfrm>
            <a:custGeom>
              <a:avLst/>
              <a:gdLst/>
              <a:ahLst/>
              <a:cxnLst/>
              <a:rect l="l" t="t" r="r" b="b"/>
              <a:pathLst>
                <a:path w="618" h="586" extrusionOk="0">
                  <a:moveTo>
                    <a:pt x="230" y="1"/>
                  </a:moveTo>
                  <a:cubicBezTo>
                    <a:pt x="138" y="1"/>
                    <a:pt x="52" y="64"/>
                    <a:pt x="31" y="155"/>
                  </a:cubicBezTo>
                  <a:cubicBezTo>
                    <a:pt x="0" y="287"/>
                    <a:pt x="94" y="401"/>
                    <a:pt x="214" y="407"/>
                  </a:cubicBezTo>
                  <a:cubicBezTo>
                    <a:pt x="226" y="506"/>
                    <a:pt x="311" y="586"/>
                    <a:pt x="416" y="586"/>
                  </a:cubicBezTo>
                  <a:lnTo>
                    <a:pt x="419" y="586"/>
                  </a:lnTo>
                  <a:cubicBezTo>
                    <a:pt x="529" y="586"/>
                    <a:pt x="617" y="496"/>
                    <a:pt x="617" y="386"/>
                  </a:cubicBezTo>
                  <a:lnTo>
                    <a:pt x="617" y="209"/>
                  </a:lnTo>
                  <a:cubicBezTo>
                    <a:pt x="617" y="122"/>
                    <a:pt x="563" y="48"/>
                    <a:pt x="485" y="20"/>
                  </a:cubicBezTo>
                  <a:cubicBezTo>
                    <a:pt x="460" y="8"/>
                    <a:pt x="431" y="1"/>
                    <a:pt x="40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8" name="Google Shape;4158;p63"/>
            <p:cNvSpPr/>
            <p:nvPr/>
          </p:nvSpPr>
          <p:spPr>
            <a:xfrm>
              <a:off x="7541885" y="2511467"/>
              <a:ext cx="16991" cy="11033"/>
            </a:xfrm>
            <a:custGeom>
              <a:avLst/>
              <a:gdLst/>
              <a:ahLst/>
              <a:cxnLst/>
              <a:rect l="l" t="t" r="r" b="b"/>
              <a:pathLst>
                <a:path w="616" h="400" extrusionOk="0">
                  <a:moveTo>
                    <a:pt x="220" y="1"/>
                  </a:moveTo>
                  <a:cubicBezTo>
                    <a:pt x="117" y="1"/>
                    <a:pt x="28" y="74"/>
                    <a:pt x="15" y="175"/>
                  </a:cubicBezTo>
                  <a:cubicBezTo>
                    <a:pt x="0" y="297"/>
                    <a:pt x="95" y="399"/>
                    <a:pt x="213" y="399"/>
                  </a:cubicBezTo>
                  <a:lnTo>
                    <a:pt x="386" y="399"/>
                  </a:lnTo>
                  <a:cubicBezTo>
                    <a:pt x="516" y="399"/>
                    <a:pt x="616" y="272"/>
                    <a:pt x="572" y="135"/>
                  </a:cubicBezTo>
                  <a:cubicBezTo>
                    <a:pt x="547" y="55"/>
                    <a:pt x="468" y="1"/>
                    <a:pt x="38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9" name="Google Shape;4159;p63"/>
            <p:cNvSpPr/>
            <p:nvPr/>
          </p:nvSpPr>
          <p:spPr>
            <a:xfrm>
              <a:off x="7224631" y="2479278"/>
              <a:ext cx="11033" cy="15391"/>
            </a:xfrm>
            <a:custGeom>
              <a:avLst/>
              <a:gdLst/>
              <a:ahLst/>
              <a:cxnLst/>
              <a:rect l="l" t="t" r="r" b="b"/>
              <a:pathLst>
                <a:path w="400" h="558" extrusionOk="0">
                  <a:moveTo>
                    <a:pt x="200" y="1"/>
                  </a:moveTo>
                  <a:cubicBezTo>
                    <a:pt x="90" y="1"/>
                    <a:pt x="2" y="89"/>
                    <a:pt x="1" y="199"/>
                  </a:cubicBezTo>
                  <a:lnTo>
                    <a:pt x="1" y="359"/>
                  </a:lnTo>
                  <a:cubicBezTo>
                    <a:pt x="2" y="468"/>
                    <a:pt x="90" y="558"/>
                    <a:pt x="200" y="558"/>
                  </a:cubicBezTo>
                  <a:cubicBezTo>
                    <a:pt x="311" y="558"/>
                    <a:pt x="399" y="470"/>
                    <a:pt x="399" y="360"/>
                  </a:cubicBezTo>
                  <a:lnTo>
                    <a:pt x="399" y="200"/>
                  </a:lnTo>
                  <a:cubicBezTo>
                    <a:pt x="399" y="90"/>
                    <a:pt x="311" y="1"/>
                    <a:pt x="20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0" name="Google Shape;4160;p63"/>
            <p:cNvSpPr/>
            <p:nvPr/>
          </p:nvSpPr>
          <p:spPr>
            <a:xfrm>
              <a:off x="7224714" y="2371596"/>
              <a:ext cx="11061" cy="15391"/>
            </a:xfrm>
            <a:custGeom>
              <a:avLst/>
              <a:gdLst/>
              <a:ahLst/>
              <a:cxnLst/>
              <a:rect l="l" t="t" r="r" b="b"/>
              <a:pathLst>
                <a:path w="401" h="558" extrusionOk="0">
                  <a:moveTo>
                    <a:pt x="200" y="1"/>
                  </a:moveTo>
                  <a:cubicBezTo>
                    <a:pt x="89" y="1"/>
                    <a:pt x="1" y="89"/>
                    <a:pt x="1" y="199"/>
                  </a:cubicBezTo>
                  <a:lnTo>
                    <a:pt x="1" y="358"/>
                  </a:lnTo>
                  <a:cubicBezTo>
                    <a:pt x="1" y="468"/>
                    <a:pt x="89" y="558"/>
                    <a:pt x="199" y="558"/>
                  </a:cubicBezTo>
                  <a:lnTo>
                    <a:pt x="200" y="558"/>
                  </a:lnTo>
                  <a:cubicBezTo>
                    <a:pt x="310" y="558"/>
                    <a:pt x="398" y="470"/>
                    <a:pt x="401" y="360"/>
                  </a:cubicBezTo>
                  <a:lnTo>
                    <a:pt x="401" y="202"/>
                  </a:lnTo>
                  <a:cubicBezTo>
                    <a:pt x="398" y="92"/>
                    <a:pt x="310" y="1"/>
                    <a:pt x="20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1" name="Google Shape;4161;p63"/>
            <p:cNvSpPr/>
            <p:nvPr/>
          </p:nvSpPr>
          <p:spPr>
            <a:xfrm>
              <a:off x="7224714" y="2399454"/>
              <a:ext cx="11061" cy="15391"/>
            </a:xfrm>
            <a:custGeom>
              <a:avLst/>
              <a:gdLst/>
              <a:ahLst/>
              <a:cxnLst/>
              <a:rect l="l" t="t" r="r" b="b"/>
              <a:pathLst>
                <a:path w="401" h="558" extrusionOk="0">
                  <a:moveTo>
                    <a:pt x="200" y="1"/>
                  </a:moveTo>
                  <a:cubicBezTo>
                    <a:pt x="89" y="1"/>
                    <a:pt x="1" y="88"/>
                    <a:pt x="1" y="198"/>
                  </a:cubicBezTo>
                  <a:lnTo>
                    <a:pt x="1" y="358"/>
                  </a:lnTo>
                  <a:cubicBezTo>
                    <a:pt x="1" y="468"/>
                    <a:pt x="89" y="557"/>
                    <a:pt x="200" y="557"/>
                  </a:cubicBezTo>
                  <a:cubicBezTo>
                    <a:pt x="310" y="557"/>
                    <a:pt x="398" y="470"/>
                    <a:pt x="401" y="360"/>
                  </a:cubicBezTo>
                  <a:lnTo>
                    <a:pt x="401" y="200"/>
                  </a:lnTo>
                  <a:cubicBezTo>
                    <a:pt x="398" y="88"/>
                    <a:pt x="310" y="1"/>
                    <a:pt x="20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2" name="Google Shape;4162;p63"/>
            <p:cNvSpPr/>
            <p:nvPr/>
          </p:nvSpPr>
          <p:spPr>
            <a:xfrm>
              <a:off x="7224631" y="2426540"/>
              <a:ext cx="11033" cy="15391"/>
            </a:xfrm>
            <a:custGeom>
              <a:avLst/>
              <a:gdLst/>
              <a:ahLst/>
              <a:cxnLst/>
              <a:rect l="l" t="t" r="r" b="b"/>
              <a:pathLst>
                <a:path w="400" h="558" extrusionOk="0">
                  <a:moveTo>
                    <a:pt x="200" y="0"/>
                  </a:moveTo>
                  <a:cubicBezTo>
                    <a:pt x="90" y="0"/>
                    <a:pt x="2" y="88"/>
                    <a:pt x="1" y="198"/>
                  </a:cubicBezTo>
                  <a:lnTo>
                    <a:pt x="1" y="358"/>
                  </a:lnTo>
                  <a:cubicBezTo>
                    <a:pt x="2" y="469"/>
                    <a:pt x="90" y="557"/>
                    <a:pt x="200" y="557"/>
                  </a:cubicBezTo>
                  <a:cubicBezTo>
                    <a:pt x="311" y="557"/>
                    <a:pt x="399" y="469"/>
                    <a:pt x="399" y="360"/>
                  </a:cubicBezTo>
                  <a:lnTo>
                    <a:pt x="399" y="200"/>
                  </a:lnTo>
                  <a:cubicBezTo>
                    <a:pt x="399" y="90"/>
                    <a:pt x="311" y="0"/>
                    <a:pt x="20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3" name="Google Shape;4163;p63"/>
            <p:cNvSpPr/>
            <p:nvPr/>
          </p:nvSpPr>
          <p:spPr>
            <a:xfrm>
              <a:off x="7224631" y="2317452"/>
              <a:ext cx="11033" cy="15363"/>
            </a:xfrm>
            <a:custGeom>
              <a:avLst/>
              <a:gdLst/>
              <a:ahLst/>
              <a:cxnLst/>
              <a:rect l="l" t="t" r="r" b="b"/>
              <a:pathLst>
                <a:path w="400" h="557" extrusionOk="0">
                  <a:moveTo>
                    <a:pt x="200" y="0"/>
                  </a:moveTo>
                  <a:cubicBezTo>
                    <a:pt x="90" y="0"/>
                    <a:pt x="2" y="88"/>
                    <a:pt x="1" y="198"/>
                  </a:cubicBezTo>
                  <a:lnTo>
                    <a:pt x="1" y="358"/>
                  </a:lnTo>
                  <a:cubicBezTo>
                    <a:pt x="2" y="468"/>
                    <a:pt x="90" y="557"/>
                    <a:pt x="200" y="557"/>
                  </a:cubicBezTo>
                  <a:cubicBezTo>
                    <a:pt x="311" y="557"/>
                    <a:pt x="399" y="469"/>
                    <a:pt x="399" y="359"/>
                  </a:cubicBezTo>
                  <a:lnTo>
                    <a:pt x="399" y="201"/>
                  </a:lnTo>
                  <a:cubicBezTo>
                    <a:pt x="399" y="91"/>
                    <a:pt x="311" y="0"/>
                    <a:pt x="20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4" name="Google Shape;4164;p63"/>
            <p:cNvSpPr/>
            <p:nvPr/>
          </p:nvSpPr>
          <p:spPr>
            <a:xfrm>
              <a:off x="7224631" y="2344510"/>
              <a:ext cx="11033" cy="15391"/>
            </a:xfrm>
            <a:custGeom>
              <a:avLst/>
              <a:gdLst/>
              <a:ahLst/>
              <a:cxnLst/>
              <a:rect l="l" t="t" r="r" b="b"/>
              <a:pathLst>
                <a:path w="400" h="558" extrusionOk="0">
                  <a:moveTo>
                    <a:pt x="200" y="1"/>
                  </a:moveTo>
                  <a:cubicBezTo>
                    <a:pt x="90" y="1"/>
                    <a:pt x="2" y="89"/>
                    <a:pt x="1" y="199"/>
                  </a:cubicBezTo>
                  <a:lnTo>
                    <a:pt x="1" y="359"/>
                  </a:lnTo>
                  <a:cubicBezTo>
                    <a:pt x="2" y="470"/>
                    <a:pt x="90" y="558"/>
                    <a:pt x="200" y="558"/>
                  </a:cubicBezTo>
                  <a:cubicBezTo>
                    <a:pt x="311" y="558"/>
                    <a:pt x="399" y="470"/>
                    <a:pt x="399" y="360"/>
                  </a:cubicBezTo>
                  <a:lnTo>
                    <a:pt x="399" y="202"/>
                  </a:lnTo>
                  <a:cubicBezTo>
                    <a:pt x="399" y="92"/>
                    <a:pt x="311" y="1"/>
                    <a:pt x="20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5" name="Google Shape;4165;p63"/>
            <p:cNvSpPr/>
            <p:nvPr/>
          </p:nvSpPr>
          <p:spPr>
            <a:xfrm>
              <a:off x="7224714" y="2454040"/>
              <a:ext cx="11061" cy="15750"/>
            </a:xfrm>
            <a:custGeom>
              <a:avLst/>
              <a:gdLst/>
              <a:ahLst/>
              <a:cxnLst/>
              <a:rect l="l" t="t" r="r" b="b"/>
              <a:pathLst>
                <a:path w="401" h="571" extrusionOk="0">
                  <a:moveTo>
                    <a:pt x="200" y="0"/>
                  </a:moveTo>
                  <a:cubicBezTo>
                    <a:pt x="90" y="0"/>
                    <a:pt x="1" y="88"/>
                    <a:pt x="1" y="198"/>
                  </a:cubicBezTo>
                  <a:lnTo>
                    <a:pt x="1" y="371"/>
                  </a:lnTo>
                  <a:cubicBezTo>
                    <a:pt x="1" y="481"/>
                    <a:pt x="89" y="570"/>
                    <a:pt x="199" y="570"/>
                  </a:cubicBezTo>
                  <a:lnTo>
                    <a:pt x="200" y="570"/>
                  </a:lnTo>
                  <a:cubicBezTo>
                    <a:pt x="310" y="570"/>
                    <a:pt x="398" y="482"/>
                    <a:pt x="401" y="372"/>
                  </a:cubicBezTo>
                  <a:lnTo>
                    <a:pt x="401" y="199"/>
                  </a:lnTo>
                  <a:cubicBezTo>
                    <a:pt x="398" y="89"/>
                    <a:pt x="310" y="0"/>
                    <a:pt x="20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6" name="Google Shape;4166;p63"/>
            <p:cNvSpPr/>
            <p:nvPr/>
          </p:nvSpPr>
          <p:spPr>
            <a:xfrm>
              <a:off x="7250311" y="2289621"/>
              <a:ext cx="16825" cy="10978"/>
            </a:xfrm>
            <a:custGeom>
              <a:avLst/>
              <a:gdLst/>
              <a:ahLst/>
              <a:cxnLst/>
              <a:rect l="l" t="t" r="r" b="b"/>
              <a:pathLst>
                <a:path w="610" h="398" extrusionOk="0">
                  <a:moveTo>
                    <a:pt x="195" y="1"/>
                  </a:moveTo>
                  <a:cubicBezTo>
                    <a:pt x="87" y="1"/>
                    <a:pt x="1" y="98"/>
                    <a:pt x="15" y="209"/>
                  </a:cubicBezTo>
                  <a:cubicBezTo>
                    <a:pt x="25" y="304"/>
                    <a:pt x="112" y="372"/>
                    <a:pt x="207" y="372"/>
                  </a:cubicBezTo>
                  <a:lnTo>
                    <a:pt x="377" y="398"/>
                  </a:lnTo>
                  <a:cubicBezTo>
                    <a:pt x="462" y="398"/>
                    <a:pt x="540" y="345"/>
                    <a:pt x="566" y="265"/>
                  </a:cubicBezTo>
                  <a:cubicBezTo>
                    <a:pt x="610" y="128"/>
                    <a:pt x="509" y="1"/>
                    <a:pt x="377" y="1"/>
                  </a:cubicBezTo>
                  <a:lnTo>
                    <a:pt x="200" y="1"/>
                  </a:lnTo>
                  <a:cubicBezTo>
                    <a:pt x="198" y="1"/>
                    <a:pt x="196" y="1"/>
                    <a:pt x="19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7" name="Google Shape;4167;p63"/>
            <p:cNvSpPr/>
            <p:nvPr/>
          </p:nvSpPr>
          <p:spPr>
            <a:xfrm>
              <a:off x="7277176" y="2289621"/>
              <a:ext cx="18067" cy="11667"/>
            </a:xfrm>
            <a:custGeom>
              <a:avLst/>
              <a:gdLst/>
              <a:ahLst/>
              <a:cxnLst/>
              <a:rect l="l" t="t" r="r" b="b"/>
              <a:pathLst>
                <a:path w="655" h="423" extrusionOk="0">
                  <a:moveTo>
                    <a:pt x="391" y="1"/>
                  </a:moveTo>
                  <a:lnTo>
                    <a:pt x="225" y="26"/>
                  </a:lnTo>
                  <a:lnTo>
                    <a:pt x="218" y="26"/>
                  </a:lnTo>
                  <a:cubicBezTo>
                    <a:pt x="140" y="26"/>
                    <a:pt x="67" y="75"/>
                    <a:pt x="40" y="150"/>
                  </a:cubicBezTo>
                  <a:cubicBezTo>
                    <a:pt x="1" y="279"/>
                    <a:pt x="93" y="396"/>
                    <a:pt x="216" y="398"/>
                  </a:cubicBezTo>
                  <a:lnTo>
                    <a:pt x="394" y="423"/>
                  </a:lnTo>
                  <a:lnTo>
                    <a:pt x="398" y="423"/>
                  </a:lnTo>
                  <a:cubicBezTo>
                    <a:pt x="471" y="423"/>
                    <a:pt x="540" y="383"/>
                    <a:pt x="574" y="317"/>
                  </a:cubicBezTo>
                  <a:cubicBezTo>
                    <a:pt x="655" y="159"/>
                    <a:pt x="540" y="1"/>
                    <a:pt x="39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8" name="Google Shape;4168;p63"/>
            <p:cNvSpPr/>
            <p:nvPr/>
          </p:nvSpPr>
          <p:spPr>
            <a:xfrm>
              <a:off x="7301973" y="2289621"/>
              <a:ext cx="18094" cy="11667"/>
            </a:xfrm>
            <a:custGeom>
              <a:avLst/>
              <a:gdLst/>
              <a:ahLst/>
              <a:cxnLst/>
              <a:rect l="l" t="t" r="r" b="b"/>
              <a:pathLst>
                <a:path w="656" h="423" extrusionOk="0">
                  <a:moveTo>
                    <a:pt x="392" y="1"/>
                  </a:moveTo>
                  <a:lnTo>
                    <a:pt x="226" y="26"/>
                  </a:lnTo>
                  <a:lnTo>
                    <a:pt x="219" y="26"/>
                  </a:lnTo>
                  <a:cubicBezTo>
                    <a:pt x="140" y="26"/>
                    <a:pt x="66" y="75"/>
                    <a:pt x="41" y="150"/>
                  </a:cubicBezTo>
                  <a:cubicBezTo>
                    <a:pt x="0" y="279"/>
                    <a:pt x="94" y="396"/>
                    <a:pt x="217" y="398"/>
                  </a:cubicBezTo>
                  <a:lnTo>
                    <a:pt x="395" y="423"/>
                  </a:lnTo>
                  <a:lnTo>
                    <a:pt x="399" y="423"/>
                  </a:lnTo>
                  <a:cubicBezTo>
                    <a:pt x="472" y="423"/>
                    <a:pt x="541" y="383"/>
                    <a:pt x="575" y="317"/>
                  </a:cubicBezTo>
                  <a:cubicBezTo>
                    <a:pt x="655" y="159"/>
                    <a:pt x="541" y="1"/>
                    <a:pt x="3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9" name="Google Shape;4169;p63"/>
            <p:cNvSpPr/>
            <p:nvPr/>
          </p:nvSpPr>
          <p:spPr>
            <a:xfrm>
              <a:off x="7224687" y="2289621"/>
              <a:ext cx="17074" cy="16081"/>
            </a:xfrm>
            <a:custGeom>
              <a:avLst/>
              <a:gdLst/>
              <a:ahLst/>
              <a:cxnLst/>
              <a:rect l="l" t="t" r="r" b="b"/>
              <a:pathLst>
                <a:path w="619" h="583" extrusionOk="0">
                  <a:moveTo>
                    <a:pt x="389" y="1"/>
                  </a:moveTo>
                  <a:lnTo>
                    <a:pt x="226" y="26"/>
                  </a:lnTo>
                  <a:cubicBezTo>
                    <a:pt x="212" y="14"/>
                    <a:pt x="197" y="10"/>
                    <a:pt x="183" y="10"/>
                  </a:cubicBezTo>
                  <a:cubicBezTo>
                    <a:pt x="169" y="10"/>
                    <a:pt x="154" y="15"/>
                    <a:pt x="141" y="20"/>
                  </a:cubicBezTo>
                  <a:cubicBezTo>
                    <a:pt x="66" y="48"/>
                    <a:pt x="0" y="206"/>
                    <a:pt x="0" y="206"/>
                  </a:cubicBezTo>
                  <a:lnTo>
                    <a:pt x="0" y="383"/>
                  </a:lnTo>
                  <a:cubicBezTo>
                    <a:pt x="0" y="493"/>
                    <a:pt x="88" y="583"/>
                    <a:pt x="198" y="583"/>
                  </a:cubicBezTo>
                  <a:lnTo>
                    <a:pt x="201" y="583"/>
                  </a:lnTo>
                  <a:cubicBezTo>
                    <a:pt x="306" y="583"/>
                    <a:pt x="391" y="503"/>
                    <a:pt x="403" y="401"/>
                  </a:cubicBezTo>
                  <a:cubicBezTo>
                    <a:pt x="526" y="393"/>
                    <a:pt x="619" y="281"/>
                    <a:pt x="588" y="152"/>
                  </a:cubicBezTo>
                  <a:cubicBezTo>
                    <a:pt x="567" y="62"/>
                    <a:pt x="482" y="1"/>
                    <a:pt x="38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0" name="Google Shape;4170;p63"/>
            <p:cNvSpPr/>
            <p:nvPr/>
          </p:nvSpPr>
          <p:spPr>
            <a:xfrm>
              <a:off x="7249731" y="2510750"/>
              <a:ext cx="18094" cy="11667"/>
            </a:xfrm>
            <a:custGeom>
              <a:avLst/>
              <a:gdLst/>
              <a:ahLst/>
              <a:cxnLst/>
              <a:rect l="l" t="t" r="r" b="b"/>
              <a:pathLst>
                <a:path w="656" h="423" extrusionOk="0">
                  <a:moveTo>
                    <a:pt x="391" y="0"/>
                  </a:moveTo>
                  <a:lnTo>
                    <a:pt x="227" y="25"/>
                  </a:lnTo>
                  <a:lnTo>
                    <a:pt x="219" y="25"/>
                  </a:lnTo>
                  <a:cubicBezTo>
                    <a:pt x="140" y="25"/>
                    <a:pt x="67" y="75"/>
                    <a:pt x="40" y="150"/>
                  </a:cubicBezTo>
                  <a:cubicBezTo>
                    <a:pt x="1" y="279"/>
                    <a:pt x="95" y="396"/>
                    <a:pt x="216" y="397"/>
                  </a:cubicBezTo>
                  <a:lnTo>
                    <a:pt x="395" y="422"/>
                  </a:lnTo>
                  <a:lnTo>
                    <a:pt x="398" y="422"/>
                  </a:lnTo>
                  <a:cubicBezTo>
                    <a:pt x="471" y="422"/>
                    <a:pt x="542" y="383"/>
                    <a:pt x="574" y="317"/>
                  </a:cubicBezTo>
                  <a:cubicBezTo>
                    <a:pt x="656" y="158"/>
                    <a:pt x="543" y="2"/>
                    <a:pt x="39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1" name="Google Shape;4171;p63"/>
            <p:cNvSpPr/>
            <p:nvPr/>
          </p:nvSpPr>
          <p:spPr>
            <a:xfrm>
              <a:off x="7224714" y="2506419"/>
              <a:ext cx="16439" cy="16081"/>
            </a:xfrm>
            <a:custGeom>
              <a:avLst/>
              <a:gdLst/>
              <a:ahLst/>
              <a:cxnLst/>
              <a:rect l="l" t="t" r="r" b="b"/>
              <a:pathLst>
                <a:path w="596" h="583" extrusionOk="0">
                  <a:moveTo>
                    <a:pt x="205" y="0"/>
                  </a:moveTo>
                  <a:cubicBezTo>
                    <a:pt x="96" y="0"/>
                    <a:pt x="8" y="89"/>
                    <a:pt x="1" y="198"/>
                  </a:cubicBezTo>
                  <a:lnTo>
                    <a:pt x="1" y="371"/>
                  </a:lnTo>
                  <a:cubicBezTo>
                    <a:pt x="7" y="480"/>
                    <a:pt x="93" y="567"/>
                    <a:pt x="199" y="570"/>
                  </a:cubicBezTo>
                  <a:cubicBezTo>
                    <a:pt x="201" y="571"/>
                    <a:pt x="203" y="571"/>
                    <a:pt x="204" y="571"/>
                  </a:cubicBezTo>
                  <a:cubicBezTo>
                    <a:pt x="211" y="571"/>
                    <a:pt x="217" y="568"/>
                    <a:pt x="223" y="556"/>
                  </a:cubicBezTo>
                  <a:lnTo>
                    <a:pt x="396" y="582"/>
                  </a:lnTo>
                  <a:cubicBezTo>
                    <a:pt x="506" y="572"/>
                    <a:pt x="594" y="484"/>
                    <a:pt x="596" y="374"/>
                  </a:cubicBezTo>
                  <a:cubicBezTo>
                    <a:pt x="596" y="267"/>
                    <a:pt x="511" y="179"/>
                    <a:pt x="404" y="175"/>
                  </a:cubicBezTo>
                  <a:cubicBezTo>
                    <a:pt x="390" y="78"/>
                    <a:pt x="308" y="0"/>
                    <a:pt x="207" y="0"/>
                  </a:cubicBezTo>
                  <a:cubicBezTo>
                    <a:pt x="206" y="0"/>
                    <a:pt x="206" y="0"/>
                    <a:pt x="20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172" name="Google Shape;4172;p63"/>
          <p:cNvSpPr/>
          <p:nvPr/>
        </p:nvSpPr>
        <p:spPr>
          <a:xfrm>
            <a:off x="3702050" y="2159225"/>
            <a:ext cx="1740000" cy="1740000"/>
          </a:xfrm>
          <a:prstGeom prst="ellipse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Alatsi"/>
                <a:ea typeface="Alatsi"/>
                <a:cs typeface="Alatsi"/>
                <a:sym typeface="Alatsi"/>
              </a:rPr>
              <a:t>CONTROL FLOW</a:t>
            </a:r>
          </a:p>
        </p:txBody>
      </p:sp>
      <p:sp>
        <p:nvSpPr>
          <p:cNvPr id="4173" name="Google Shape;4173;p63"/>
          <p:cNvSpPr txBox="1"/>
          <p:nvPr/>
        </p:nvSpPr>
        <p:spPr>
          <a:xfrm flipH="1">
            <a:off x="719997" y="3914704"/>
            <a:ext cx="2334027" cy="4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500">
                <a:solidFill>
                  <a:schemeClr val="dk1"/>
                </a:solidFill>
                <a:latin typeface="Alatsi"/>
                <a:ea typeface="Alatsi"/>
                <a:cs typeface="Alatsi"/>
                <a:sym typeface="Alatsi"/>
              </a:rPr>
              <a:t>Gesture Model</a:t>
            </a:r>
            <a:endParaRPr sz="2500" dirty="0">
              <a:solidFill>
                <a:schemeClr val="dk1"/>
              </a:solidFill>
              <a:latin typeface="Alatsi"/>
              <a:ea typeface="Alatsi"/>
              <a:cs typeface="Alatsi"/>
              <a:sym typeface="Alatsi"/>
            </a:endParaRPr>
          </a:p>
        </p:txBody>
      </p:sp>
      <p:sp>
        <p:nvSpPr>
          <p:cNvPr id="4174" name="Google Shape;4174;p63"/>
          <p:cNvSpPr txBox="1"/>
          <p:nvPr/>
        </p:nvSpPr>
        <p:spPr>
          <a:xfrm flipH="1">
            <a:off x="720000" y="3415702"/>
            <a:ext cx="1928400" cy="5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Detects and classifies gestures</a:t>
            </a:r>
            <a:endParaRPr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175" name="Google Shape;4175;p63"/>
          <p:cNvSpPr txBox="1"/>
          <p:nvPr/>
        </p:nvSpPr>
        <p:spPr>
          <a:xfrm flipH="1">
            <a:off x="720008" y="1684675"/>
            <a:ext cx="1928400" cy="4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>
              <a:lnSpc>
                <a:spcPct val="115000"/>
              </a:lnSpc>
            </a:pPr>
            <a:r>
              <a:rPr lang="en-US" sz="2800" dirty="0"/>
              <a:t>Camera</a:t>
            </a:r>
            <a:endParaRPr sz="2500" dirty="0">
              <a:solidFill>
                <a:schemeClr val="dk1"/>
              </a:solidFill>
              <a:latin typeface="Alatsi"/>
              <a:ea typeface="Alatsi"/>
              <a:cs typeface="Alatsi"/>
              <a:sym typeface="Alatsi"/>
            </a:endParaRPr>
          </a:p>
        </p:txBody>
      </p:sp>
      <p:sp>
        <p:nvSpPr>
          <p:cNvPr id="4176" name="Google Shape;4176;p63"/>
          <p:cNvSpPr txBox="1"/>
          <p:nvPr/>
        </p:nvSpPr>
        <p:spPr>
          <a:xfrm flipH="1">
            <a:off x="720008" y="2072950"/>
            <a:ext cx="1928400" cy="5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Captures real-time hand gestures</a:t>
            </a:r>
            <a:endParaRPr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177" name="Google Shape;4177;p63"/>
          <p:cNvSpPr txBox="1"/>
          <p:nvPr/>
        </p:nvSpPr>
        <p:spPr>
          <a:xfrm flipH="1">
            <a:off x="6809168" y="3914704"/>
            <a:ext cx="1928400" cy="4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500" dirty="0">
                <a:solidFill>
                  <a:schemeClr val="dk1"/>
                </a:solidFill>
                <a:latin typeface="Alatsi"/>
                <a:ea typeface="Alatsi"/>
                <a:cs typeface="Alatsi"/>
                <a:sym typeface="Alatsi"/>
              </a:rPr>
              <a:t>Drone</a:t>
            </a:r>
            <a:endParaRPr sz="2500" dirty="0">
              <a:solidFill>
                <a:schemeClr val="dk1"/>
              </a:solidFill>
              <a:latin typeface="Alatsi"/>
              <a:ea typeface="Alatsi"/>
              <a:cs typeface="Alatsi"/>
              <a:sym typeface="Alatsi"/>
            </a:endParaRPr>
          </a:p>
        </p:txBody>
      </p:sp>
      <p:sp>
        <p:nvSpPr>
          <p:cNvPr id="4178" name="Google Shape;4178;p63"/>
          <p:cNvSpPr txBox="1"/>
          <p:nvPr/>
        </p:nvSpPr>
        <p:spPr>
          <a:xfrm flipH="1">
            <a:off x="6809168" y="3415702"/>
            <a:ext cx="1928400" cy="5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 err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Executes</a:t>
            </a:r>
            <a:r>
              <a:rPr lang="es-ES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 </a:t>
            </a:r>
            <a:r>
              <a:rPr lang="es-ES" dirty="0" err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validated</a:t>
            </a:r>
            <a:r>
              <a:rPr lang="es-ES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 </a:t>
            </a:r>
            <a:r>
              <a:rPr lang="es-ES" dirty="0" err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commands</a:t>
            </a:r>
            <a:endParaRPr lang="es-ES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179" name="Google Shape;4179;p63"/>
          <p:cNvSpPr txBox="1"/>
          <p:nvPr/>
        </p:nvSpPr>
        <p:spPr>
          <a:xfrm flipH="1">
            <a:off x="6742273" y="1673450"/>
            <a:ext cx="1928400" cy="4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Alatsi"/>
                <a:ea typeface="Alatsi"/>
                <a:cs typeface="Alatsi"/>
                <a:sym typeface="Alatsi"/>
              </a:rPr>
              <a:t>Safety Layer</a:t>
            </a:r>
            <a:endParaRPr sz="2500" dirty="0">
              <a:solidFill>
                <a:schemeClr val="dk1"/>
              </a:solidFill>
              <a:latin typeface="Alatsi"/>
              <a:ea typeface="Alatsi"/>
              <a:cs typeface="Alatsi"/>
              <a:sym typeface="Alatsi"/>
            </a:endParaRPr>
          </a:p>
        </p:txBody>
      </p:sp>
      <p:sp>
        <p:nvSpPr>
          <p:cNvPr id="4180" name="Google Shape;4180;p63"/>
          <p:cNvSpPr txBox="1"/>
          <p:nvPr/>
        </p:nvSpPr>
        <p:spPr>
          <a:xfrm flipH="1">
            <a:off x="6742275" y="2061725"/>
            <a:ext cx="1928400" cy="5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Filters unstable or unsafe commands</a:t>
            </a:r>
            <a:endParaRPr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4181" name="Google Shape;4181;p63"/>
          <p:cNvCxnSpPr>
            <a:stCxn id="4175" idx="0"/>
            <a:endCxn id="3994" idx="0"/>
          </p:cNvCxnSpPr>
          <p:nvPr/>
        </p:nvCxnSpPr>
        <p:spPr>
          <a:xfrm rot="-5400000" flipH="1">
            <a:off x="2547908" y="820975"/>
            <a:ext cx="22200" cy="1749600"/>
          </a:xfrm>
          <a:prstGeom prst="bentConnector3">
            <a:avLst>
              <a:gd name="adj1" fmla="val -1072635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oval" w="med" len="med"/>
            <a:tailEnd type="none" w="med" len="med"/>
          </a:ln>
        </p:spPr>
      </p:cxnSp>
      <p:cxnSp>
        <p:nvCxnSpPr>
          <p:cNvPr id="4182" name="Google Shape;4182;p63"/>
          <p:cNvCxnSpPr>
            <a:stCxn id="4179" idx="0"/>
            <a:endCxn id="3995" idx="0"/>
          </p:cNvCxnSpPr>
          <p:nvPr/>
        </p:nvCxnSpPr>
        <p:spPr>
          <a:xfrm rot="5400000">
            <a:off x="6692623" y="692900"/>
            <a:ext cx="33300" cy="1994400"/>
          </a:xfrm>
          <a:prstGeom prst="bentConnector3">
            <a:avLst>
              <a:gd name="adj1" fmla="val -71509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oval" w="med" len="med"/>
            <a:tailEnd type="none" w="med" len="med"/>
          </a:ln>
        </p:spPr>
      </p:cxnSp>
      <p:cxnSp>
        <p:nvCxnSpPr>
          <p:cNvPr id="4183" name="Google Shape;4183;p63"/>
          <p:cNvCxnSpPr>
            <a:cxnSpLocks/>
            <a:stCxn id="4173" idx="2"/>
            <a:endCxn id="3996" idx="4"/>
          </p:cNvCxnSpPr>
          <p:nvPr/>
        </p:nvCxnSpPr>
        <p:spPr>
          <a:xfrm rot="5400000" flipH="1" flipV="1">
            <a:off x="2648259" y="3590388"/>
            <a:ext cx="24166" cy="1546665"/>
          </a:xfrm>
          <a:prstGeom prst="bentConnector3">
            <a:avLst>
              <a:gd name="adj1" fmla="val -94595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oval" w="med" len="med"/>
            <a:tailEnd type="none" w="med" len="med"/>
          </a:ln>
        </p:spPr>
      </p:cxnSp>
      <p:cxnSp>
        <p:nvCxnSpPr>
          <p:cNvPr id="4184" name="Google Shape;4184;p63"/>
          <p:cNvCxnSpPr>
            <a:stCxn id="4177" idx="2"/>
            <a:endCxn id="3997" idx="4"/>
          </p:cNvCxnSpPr>
          <p:nvPr/>
        </p:nvCxnSpPr>
        <p:spPr>
          <a:xfrm rot="5400000" flipH="1">
            <a:off x="6730568" y="3333004"/>
            <a:ext cx="24300" cy="2061300"/>
          </a:xfrm>
          <a:prstGeom prst="bentConnector3">
            <a:avLst>
              <a:gd name="adj1" fmla="val -97993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oval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36" name="Google Shape;3536;p55"/>
          <p:cNvGrpSpPr/>
          <p:nvPr/>
        </p:nvGrpSpPr>
        <p:grpSpPr>
          <a:xfrm>
            <a:off x="-191387" y="3736205"/>
            <a:ext cx="10436575" cy="1242270"/>
            <a:chOff x="-12" y="3708930"/>
            <a:chExt cx="10436575" cy="1242270"/>
          </a:xfrm>
        </p:grpSpPr>
        <p:grpSp>
          <p:nvGrpSpPr>
            <p:cNvPr id="3537" name="Google Shape;3537;p55"/>
            <p:cNvGrpSpPr/>
            <p:nvPr/>
          </p:nvGrpSpPr>
          <p:grpSpPr>
            <a:xfrm>
              <a:off x="-12" y="4147734"/>
              <a:ext cx="10436575" cy="803466"/>
              <a:chOff x="0" y="4340034"/>
              <a:chExt cx="10436575" cy="803466"/>
            </a:xfrm>
          </p:grpSpPr>
          <p:sp>
            <p:nvSpPr>
              <p:cNvPr id="3538" name="Google Shape;3538;p55"/>
              <p:cNvSpPr/>
              <p:nvPr/>
            </p:nvSpPr>
            <p:spPr>
              <a:xfrm rot="10800000">
                <a:off x="2007684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9" name="Google Shape;3539;p55"/>
              <p:cNvSpPr/>
              <p:nvPr/>
            </p:nvSpPr>
            <p:spPr>
              <a:xfrm rot="10800000" flipH="1">
                <a:off x="0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0" name="Google Shape;3540;p55"/>
              <p:cNvSpPr/>
              <p:nvPr/>
            </p:nvSpPr>
            <p:spPr>
              <a:xfrm rot="10800000">
                <a:off x="5184834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1" name="Google Shape;3541;p55"/>
              <p:cNvSpPr/>
              <p:nvPr/>
            </p:nvSpPr>
            <p:spPr>
              <a:xfrm rot="10800000" flipH="1">
                <a:off x="3177150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2" name="Google Shape;3542;p55"/>
              <p:cNvSpPr/>
              <p:nvPr/>
            </p:nvSpPr>
            <p:spPr>
              <a:xfrm rot="10800000">
                <a:off x="8428909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3" name="Google Shape;3543;p55"/>
              <p:cNvSpPr/>
              <p:nvPr/>
            </p:nvSpPr>
            <p:spPr>
              <a:xfrm rot="10800000" flipH="1">
                <a:off x="6421225" y="4340034"/>
                <a:ext cx="2007666" cy="803466"/>
              </a:xfrm>
              <a:prstGeom prst="flowChartDocument">
                <a:avLst/>
              </a:pr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544" name="Google Shape;3544;p55"/>
            <p:cNvGrpSpPr/>
            <p:nvPr/>
          </p:nvGrpSpPr>
          <p:grpSpPr>
            <a:xfrm>
              <a:off x="5824787" y="3708930"/>
              <a:ext cx="1704620" cy="702773"/>
              <a:chOff x="1977293" y="3315239"/>
              <a:chExt cx="792404" cy="326689"/>
            </a:xfrm>
          </p:grpSpPr>
          <p:sp>
            <p:nvSpPr>
              <p:cNvPr id="3545" name="Google Shape;3545;p55"/>
              <p:cNvSpPr/>
              <p:nvPr/>
            </p:nvSpPr>
            <p:spPr>
              <a:xfrm>
                <a:off x="1977293" y="3410630"/>
                <a:ext cx="191789" cy="231298"/>
              </a:xfrm>
              <a:custGeom>
                <a:avLst/>
                <a:gdLst/>
                <a:ahLst/>
                <a:cxnLst/>
                <a:rect l="l" t="t" r="r" b="b"/>
                <a:pathLst>
                  <a:path w="8197" h="9874" extrusionOk="0">
                    <a:moveTo>
                      <a:pt x="7172" y="1"/>
                    </a:moveTo>
                    <a:lnTo>
                      <a:pt x="7172" y="1"/>
                    </a:lnTo>
                    <a:cubicBezTo>
                      <a:pt x="4099" y="1599"/>
                      <a:pt x="3892" y="4964"/>
                      <a:pt x="3523" y="7464"/>
                    </a:cubicBezTo>
                    <a:cubicBezTo>
                      <a:pt x="3359" y="5580"/>
                      <a:pt x="2090" y="985"/>
                      <a:pt x="0" y="616"/>
                    </a:cubicBezTo>
                    <a:lnTo>
                      <a:pt x="0" y="616"/>
                    </a:lnTo>
                    <a:cubicBezTo>
                      <a:pt x="2705" y="2746"/>
                      <a:pt x="1844" y="9874"/>
                      <a:pt x="1844" y="9874"/>
                    </a:cubicBezTo>
                    <a:lnTo>
                      <a:pt x="7909" y="9874"/>
                    </a:lnTo>
                    <a:cubicBezTo>
                      <a:pt x="8196" y="7044"/>
                      <a:pt x="7172" y="3279"/>
                      <a:pt x="7172" y="3278"/>
                    </a:cubicBezTo>
                    <a:lnTo>
                      <a:pt x="7172" y="3278"/>
                    </a:lnTo>
                    <a:cubicBezTo>
                      <a:pt x="7172" y="3279"/>
                      <a:pt x="7295" y="6966"/>
                      <a:pt x="5819" y="7704"/>
                    </a:cubicBezTo>
                    <a:cubicBezTo>
                      <a:pt x="5123" y="6351"/>
                      <a:pt x="5328" y="2131"/>
                      <a:pt x="7172" y="1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6" name="Google Shape;3546;p55"/>
              <p:cNvSpPr/>
              <p:nvPr/>
            </p:nvSpPr>
            <p:spPr>
              <a:xfrm>
                <a:off x="2378304" y="3315239"/>
                <a:ext cx="217878" cy="267420"/>
              </a:xfrm>
              <a:custGeom>
                <a:avLst/>
                <a:gdLst/>
                <a:ahLst/>
                <a:cxnLst/>
                <a:rect l="l" t="t" r="r" b="b"/>
                <a:pathLst>
                  <a:path w="9312" h="11416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5510" y="2559"/>
                      <a:pt x="2346" y="11416"/>
                      <a:pt x="2346" y="11416"/>
                    </a:cubicBezTo>
                    <a:lnTo>
                      <a:pt x="7642" y="11416"/>
                    </a:lnTo>
                    <a:cubicBezTo>
                      <a:pt x="7642" y="11416"/>
                      <a:pt x="5118" y="3709"/>
                      <a:pt x="9312" y="1102"/>
                    </a:cubicBezTo>
                    <a:lnTo>
                      <a:pt x="9312" y="1102"/>
                    </a:lnTo>
                    <a:cubicBezTo>
                      <a:pt x="6368" y="1913"/>
                      <a:pt x="5407" y="4656"/>
                      <a:pt x="5300" y="9241"/>
                    </a:cubicBezTo>
                    <a:cubicBezTo>
                      <a:pt x="4768" y="2950"/>
                      <a:pt x="2098" y="533"/>
                      <a:pt x="1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7" name="Google Shape;3547;p55"/>
              <p:cNvSpPr/>
              <p:nvPr/>
            </p:nvSpPr>
            <p:spPr>
              <a:xfrm>
                <a:off x="2587220" y="3358716"/>
                <a:ext cx="182477" cy="223943"/>
              </a:xfrm>
              <a:custGeom>
                <a:avLst/>
                <a:gdLst/>
                <a:ahLst/>
                <a:cxnLst/>
                <a:rect l="l" t="t" r="r" b="b"/>
                <a:pathLst>
                  <a:path w="7799" h="9560" extrusionOk="0">
                    <a:moveTo>
                      <a:pt x="7799" y="0"/>
                    </a:moveTo>
                    <a:lnTo>
                      <a:pt x="7799" y="0"/>
                    </a:lnTo>
                    <a:cubicBezTo>
                      <a:pt x="6042" y="447"/>
                      <a:pt x="3806" y="2471"/>
                      <a:pt x="3360" y="7739"/>
                    </a:cubicBezTo>
                    <a:cubicBezTo>
                      <a:pt x="3271" y="3901"/>
                      <a:pt x="2466" y="1603"/>
                      <a:pt x="0" y="923"/>
                    </a:cubicBezTo>
                    <a:lnTo>
                      <a:pt x="0" y="923"/>
                    </a:lnTo>
                    <a:cubicBezTo>
                      <a:pt x="3513" y="3107"/>
                      <a:pt x="1399" y="9560"/>
                      <a:pt x="1399" y="9560"/>
                    </a:cubicBezTo>
                    <a:lnTo>
                      <a:pt x="5835" y="9560"/>
                    </a:lnTo>
                    <a:cubicBezTo>
                      <a:pt x="5835" y="9560"/>
                      <a:pt x="3186" y="2144"/>
                      <a:pt x="7799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8" name="Google Shape;3548;p55"/>
              <p:cNvSpPr/>
              <p:nvPr/>
            </p:nvSpPr>
            <p:spPr>
              <a:xfrm>
                <a:off x="2227804" y="3410629"/>
                <a:ext cx="152388" cy="183605"/>
              </a:xfrm>
              <a:custGeom>
                <a:avLst/>
                <a:gdLst/>
                <a:ahLst/>
                <a:cxnLst/>
                <a:rect l="l" t="t" r="r" b="b"/>
                <a:pathLst>
                  <a:path w="6513" h="7838" extrusionOk="0">
                    <a:moveTo>
                      <a:pt x="6513" y="0"/>
                    </a:moveTo>
                    <a:lnTo>
                      <a:pt x="6513" y="0"/>
                    </a:lnTo>
                    <a:cubicBezTo>
                      <a:pt x="2237" y="1667"/>
                      <a:pt x="2572" y="6951"/>
                      <a:pt x="2572" y="6951"/>
                    </a:cubicBezTo>
                    <a:cubicBezTo>
                      <a:pt x="2572" y="6951"/>
                      <a:pt x="1771" y="2944"/>
                      <a:pt x="3140" y="1174"/>
                    </a:cubicBezTo>
                    <a:lnTo>
                      <a:pt x="3140" y="1174"/>
                    </a:lnTo>
                    <a:cubicBezTo>
                      <a:pt x="1" y="2977"/>
                      <a:pt x="1069" y="7838"/>
                      <a:pt x="1069" y="7838"/>
                    </a:cubicBezTo>
                    <a:lnTo>
                      <a:pt x="1069" y="7837"/>
                    </a:lnTo>
                    <a:lnTo>
                      <a:pt x="5578" y="7837"/>
                    </a:lnTo>
                    <a:cubicBezTo>
                      <a:pt x="5578" y="7837"/>
                      <a:pt x="3707" y="3277"/>
                      <a:pt x="6513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9" name="Google Shape;3549;p55"/>
              <p:cNvSpPr/>
              <p:nvPr/>
            </p:nvSpPr>
            <p:spPr>
              <a:xfrm>
                <a:off x="2514150" y="3328451"/>
                <a:ext cx="164414" cy="254208"/>
              </a:xfrm>
              <a:custGeom>
                <a:avLst/>
                <a:gdLst/>
                <a:ahLst/>
                <a:cxnLst/>
                <a:rect l="l" t="t" r="r" b="b"/>
                <a:pathLst>
                  <a:path w="7027" h="10852" extrusionOk="0">
                    <a:moveTo>
                      <a:pt x="7027" y="0"/>
                    </a:moveTo>
                    <a:lnTo>
                      <a:pt x="7027" y="0"/>
                    </a:lnTo>
                    <a:cubicBezTo>
                      <a:pt x="3755" y="1988"/>
                      <a:pt x="2954" y="9623"/>
                      <a:pt x="2954" y="9623"/>
                    </a:cubicBezTo>
                    <a:cubicBezTo>
                      <a:pt x="2954" y="9623"/>
                      <a:pt x="1950" y="2100"/>
                      <a:pt x="1" y="1563"/>
                    </a:cubicBezTo>
                    <a:lnTo>
                      <a:pt x="1" y="1563"/>
                    </a:lnTo>
                    <a:cubicBezTo>
                      <a:pt x="2751" y="6649"/>
                      <a:pt x="831" y="10852"/>
                      <a:pt x="831" y="10852"/>
                    </a:cubicBezTo>
                    <a:lnTo>
                      <a:pt x="5468" y="10852"/>
                    </a:lnTo>
                    <a:cubicBezTo>
                      <a:pt x="5468" y="10852"/>
                      <a:pt x="2924" y="5144"/>
                      <a:pt x="7027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550" name="Google Shape;3550;p55"/>
            <p:cNvGrpSpPr/>
            <p:nvPr/>
          </p:nvGrpSpPr>
          <p:grpSpPr>
            <a:xfrm>
              <a:off x="2290527" y="3737325"/>
              <a:ext cx="1109014" cy="623070"/>
              <a:chOff x="1086063" y="3306853"/>
              <a:chExt cx="650868" cy="365694"/>
            </a:xfrm>
          </p:grpSpPr>
          <p:sp>
            <p:nvSpPr>
              <p:cNvPr id="3551" name="Google Shape;3551;p55"/>
              <p:cNvSpPr/>
              <p:nvPr/>
            </p:nvSpPr>
            <p:spPr>
              <a:xfrm>
                <a:off x="1357869" y="3306853"/>
                <a:ext cx="275108" cy="337625"/>
              </a:xfrm>
              <a:custGeom>
                <a:avLst/>
                <a:gdLst/>
                <a:ahLst/>
                <a:cxnLst/>
                <a:rect l="l" t="t" r="r" b="b"/>
                <a:pathLst>
                  <a:path w="11758" h="14413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6955" y="3231"/>
                      <a:pt x="2962" y="14412"/>
                      <a:pt x="2962" y="14412"/>
                    </a:cubicBezTo>
                    <a:lnTo>
                      <a:pt x="9648" y="14412"/>
                    </a:lnTo>
                    <a:cubicBezTo>
                      <a:pt x="9648" y="14412"/>
                      <a:pt x="6461" y="4682"/>
                      <a:pt x="11757" y="1391"/>
                    </a:cubicBezTo>
                    <a:lnTo>
                      <a:pt x="11757" y="1391"/>
                    </a:lnTo>
                    <a:cubicBezTo>
                      <a:pt x="8039" y="2415"/>
                      <a:pt x="6825" y="5880"/>
                      <a:pt x="6691" y="11668"/>
                    </a:cubicBezTo>
                    <a:cubicBezTo>
                      <a:pt x="6018" y="3724"/>
                      <a:pt x="2648" y="673"/>
                      <a:pt x="0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2" name="Google Shape;3552;p55"/>
              <p:cNvSpPr/>
              <p:nvPr/>
            </p:nvSpPr>
            <p:spPr>
              <a:xfrm>
                <a:off x="1086063" y="3440734"/>
                <a:ext cx="192374" cy="231814"/>
              </a:xfrm>
              <a:custGeom>
                <a:avLst/>
                <a:gdLst/>
                <a:ahLst/>
                <a:cxnLst/>
                <a:rect l="l" t="t" r="r" b="b"/>
                <a:pathLst>
                  <a:path w="8222" h="9896" extrusionOk="0">
                    <a:moveTo>
                      <a:pt x="8222" y="1"/>
                    </a:moveTo>
                    <a:lnTo>
                      <a:pt x="8222" y="1"/>
                    </a:lnTo>
                    <a:cubicBezTo>
                      <a:pt x="2825" y="2105"/>
                      <a:pt x="3247" y="8774"/>
                      <a:pt x="3247" y="8774"/>
                    </a:cubicBezTo>
                    <a:cubicBezTo>
                      <a:pt x="3247" y="8774"/>
                      <a:pt x="2235" y="3716"/>
                      <a:pt x="3963" y="1482"/>
                    </a:cubicBezTo>
                    <a:lnTo>
                      <a:pt x="3963" y="1482"/>
                    </a:lnTo>
                    <a:cubicBezTo>
                      <a:pt x="1" y="3758"/>
                      <a:pt x="1350" y="9895"/>
                      <a:pt x="1350" y="9895"/>
                    </a:cubicBezTo>
                    <a:lnTo>
                      <a:pt x="1350" y="9894"/>
                    </a:lnTo>
                    <a:lnTo>
                      <a:pt x="7041" y="9894"/>
                    </a:lnTo>
                    <a:cubicBezTo>
                      <a:pt x="7041" y="9894"/>
                      <a:pt x="4682" y="4138"/>
                      <a:pt x="8222" y="1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3" name="Google Shape;3553;p55"/>
              <p:cNvSpPr/>
              <p:nvPr/>
            </p:nvSpPr>
            <p:spPr>
              <a:xfrm>
                <a:off x="1529349" y="3323555"/>
                <a:ext cx="207583" cy="320946"/>
              </a:xfrm>
              <a:custGeom>
                <a:avLst/>
                <a:gdLst/>
                <a:ahLst/>
                <a:cxnLst/>
                <a:rect l="l" t="t" r="r" b="b"/>
                <a:pathLst>
                  <a:path w="8872" h="13701" extrusionOk="0">
                    <a:moveTo>
                      <a:pt x="8872" y="0"/>
                    </a:moveTo>
                    <a:lnTo>
                      <a:pt x="8872" y="0"/>
                    </a:lnTo>
                    <a:cubicBezTo>
                      <a:pt x="4741" y="2510"/>
                      <a:pt x="3730" y="12147"/>
                      <a:pt x="3730" y="12147"/>
                    </a:cubicBezTo>
                    <a:cubicBezTo>
                      <a:pt x="3730" y="12147"/>
                      <a:pt x="2463" y="2651"/>
                      <a:pt x="1" y="1973"/>
                    </a:cubicBezTo>
                    <a:lnTo>
                      <a:pt x="1" y="1973"/>
                    </a:lnTo>
                    <a:cubicBezTo>
                      <a:pt x="3473" y="8392"/>
                      <a:pt x="1049" y="13699"/>
                      <a:pt x="1049" y="13699"/>
                    </a:cubicBezTo>
                    <a:lnTo>
                      <a:pt x="6905" y="13700"/>
                    </a:lnTo>
                    <a:cubicBezTo>
                      <a:pt x="6905" y="13700"/>
                      <a:pt x="3693" y="6494"/>
                      <a:pt x="8872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554" name="Google Shape;3554;p55"/>
          <p:cNvGrpSpPr/>
          <p:nvPr/>
        </p:nvGrpSpPr>
        <p:grpSpPr>
          <a:xfrm flipH="1">
            <a:off x="-1548066" y="614864"/>
            <a:ext cx="3423695" cy="3913780"/>
            <a:chOff x="1634550" y="-170011"/>
            <a:chExt cx="4580806" cy="5236526"/>
          </a:xfrm>
        </p:grpSpPr>
        <p:grpSp>
          <p:nvGrpSpPr>
            <p:cNvPr id="3555" name="Google Shape;3555;p55"/>
            <p:cNvGrpSpPr/>
            <p:nvPr/>
          </p:nvGrpSpPr>
          <p:grpSpPr>
            <a:xfrm>
              <a:off x="1634550" y="-170011"/>
              <a:ext cx="4580806" cy="5236526"/>
              <a:chOff x="5036915" y="454813"/>
              <a:chExt cx="1005180" cy="1149067"/>
            </a:xfrm>
          </p:grpSpPr>
          <p:sp>
            <p:nvSpPr>
              <p:cNvPr id="3556" name="Google Shape;3556;p55"/>
              <p:cNvSpPr/>
              <p:nvPr/>
            </p:nvSpPr>
            <p:spPr>
              <a:xfrm>
                <a:off x="5756552" y="515390"/>
                <a:ext cx="29996" cy="22137"/>
              </a:xfrm>
              <a:custGeom>
                <a:avLst/>
                <a:gdLst/>
                <a:ahLst/>
                <a:cxnLst/>
                <a:rect l="l" t="t" r="r" b="b"/>
                <a:pathLst>
                  <a:path w="1282" h="945" extrusionOk="0">
                    <a:moveTo>
                      <a:pt x="491" y="0"/>
                    </a:moveTo>
                    <a:cubicBezTo>
                      <a:pt x="455" y="0"/>
                      <a:pt x="423" y="4"/>
                      <a:pt x="396" y="12"/>
                    </a:cubicBezTo>
                    <a:cubicBezTo>
                      <a:pt x="144" y="88"/>
                      <a:pt x="1" y="354"/>
                      <a:pt x="78" y="606"/>
                    </a:cubicBezTo>
                    <a:cubicBezTo>
                      <a:pt x="140" y="811"/>
                      <a:pt x="330" y="944"/>
                      <a:pt x="534" y="944"/>
                    </a:cubicBezTo>
                    <a:cubicBezTo>
                      <a:pt x="580" y="944"/>
                      <a:pt x="626" y="937"/>
                      <a:pt x="672" y="924"/>
                    </a:cubicBezTo>
                    <a:cubicBezTo>
                      <a:pt x="923" y="848"/>
                      <a:pt x="1282" y="242"/>
                      <a:pt x="1282" y="242"/>
                    </a:cubicBezTo>
                    <a:cubicBezTo>
                      <a:pt x="1282" y="242"/>
                      <a:pt x="778" y="0"/>
                      <a:pt x="491" y="0"/>
                    </a:cubicBezTo>
                    <a:close/>
                  </a:path>
                </a:pathLst>
              </a:custGeom>
              <a:solidFill>
                <a:srgbClr val="909E3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7" name="Google Shape;3557;p55"/>
              <p:cNvSpPr/>
              <p:nvPr/>
            </p:nvSpPr>
            <p:spPr>
              <a:xfrm>
                <a:off x="5690360" y="460013"/>
                <a:ext cx="28545" cy="22090"/>
              </a:xfrm>
              <a:custGeom>
                <a:avLst/>
                <a:gdLst/>
                <a:ahLst/>
                <a:cxnLst/>
                <a:rect l="l" t="t" r="r" b="b"/>
                <a:pathLst>
                  <a:path w="1220" h="943" extrusionOk="0">
                    <a:moveTo>
                      <a:pt x="610" y="0"/>
                    </a:moveTo>
                    <a:cubicBezTo>
                      <a:pt x="331" y="0"/>
                      <a:pt x="0" y="73"/>
                      <a:pt x="0" y="73"/>
                    </a:cubicBezTo>
                    <a:cubicBezTo>
                      <a:pt x="0" y="73"/>
                      <a:pt x="210" y="745"/>
                      <a:pt x="436" y="878"/>
                    </a:cubicBezTo>
                    <a:cubicBezTo>
                      <a:pt x="512" y="922"/>
                      <a:pt x="595" y="943"/>
                      <a:pt x="677" y="943"/>
                    </a:cubicBezTo>
                    <a:cubicBezTo>
                      <a:pt x="841" y="943"/>
                      <a:pt x="1000" y="858"/>
                      <a:pt x="1087" y="706"/>
                    </a:cubicBezTo>
                    <a:cubicBezTo>
                      <a:pt x="1220" y="479"/>
                      <a:pt x="1144" y="186"/>
                      <a:pt x="916" y="55"/>
                    </a:cubicBezTo>
                    <a:cubicBezTo>
                      <a:pt x="846" y="15"/>
                      <a:pt x="733" y="0"/>
                      <a:pt x="61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8" name="Google Shape;3558;p55"/>
              <p:cNvSpPr/>
              <p:nvPr/>
            </p:nvSpPr>
            <p:spPr>
              <a:xfrm>
                <a:off x="5129452" y="471046"/>
                <a:ext cx="788238" cy="666137"/>
              </a:xfrm>
              <a:custGeom>
                <a:avLst/>
                <a:gdLst/>
                <a:ahLst/>
                <a:cxnLst/>
                <a:rect l="l" t="t" r="r" b="b"/>
                <a:pathLst>
                  <a:path w="33689" h="28437" extrusionOk="0">
                    <a:moveTo>
                      <a:pt x="20645" y="0"/>
                    </a:moveTo>
                    <a:cubicBezTo>
                      <a:pt x="14931" y="0"/>
                      <a:pt x="10233" y="4352"/>
                      <a:pt x="9684" y="9924"/>
                    </a:cubicBezTo>
                    <a:cubicBezTo>
                      <a:pt x="9448" y="9906"/>
                      <a:pt x="9208" y="9896"/>
                      <a:pt x="8967" y="9896"/>
                    </a:cubicBezTo>
                    <a:cubicBezTo>
                      <a:pt x="4016" y="9896"/>
                      <a:pt x="4" y="13908"/>
                      <a:pt x="1" y="18856"/>
                    </a:cubicBezTo>
                    <a:cubicBezTo>
                      <a:pt x="1" y="23808"/>
                      <a:pt x="4015" y="27820"/>
                      <a:pt x="8964" y="27820"/>
                    </a:cubicBezTo>
                    <a:cubicBezTo>
                      <a:pt x="12967" y="27820"/>
                      <a:pt x="16357" y="25197"/>
                      <a:pt x="17507" y="21577"/>
                    </a:cubicBezTo>
                    <a:cubicBezTo>
                      <a:pt x="18253" y="21798"/>
                      <a:pt x="19029" y="21941"/>
                      <a:pt x="19830" y="22000"/>
                    </a:cubicBezTo>
                    <a:cubicBezTo>
                      <a:pt x="20089" y="25597"/>
                      <a:pt x="23086" y="28436"/>
                      <a:pt x="26751" y="28436"/>
                    </a:cubicBezTo>
                    <a:cubicBezTo>
                      <a:pt x="30582" y="28436"/>
                      <a:pt x="33688" y="25331"/>
                      <a:pt x="33688" y="21498"/>
                    </a:cubicBezTo>
                    <a:cubicBezTo>
                      <a:pt x="33688" y="19092"/>
                      <a:pt x="32463" y="16973"/>
                      <a:pt x="30603" y="15728"/>
                    </a:cubicBezTo>
                    <a:cubicBezTo>
                      <a:pt x="31280" y="14299"/>
                      <a:pt x="31660" y="12702"/>
                      <a:pt x="31660" y="11015"/>
                    </a:cubicBezTo>
                    <a:cubicBezTo>
                      <a:pt x="31660" y="4931"/>
                      <a:pt x="26729" y="0"/>
                      <a:pt x="20645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9" name="Google Shape;3559;p55"/>
              <p:cNvSpPr/>
              <p:nvPr/>
            </p:nvSpPr>
            <p:spPr>
              <a:xfrm>
                <a:off x="5527677" y="470203"/>
                <a:ext cx="320452" cy="154136"/>
              </a:xfrm>
              <a:custGeom>
                <a:avLst/>
                <a:gdLst/>
                <a:ahLst/>
                <a:cxnLst/>
                <a:rect l="l" t="t" r="r" b="b"/>
                <a:pathLst>
                  <a:path w="13696" h="6580" extrusionOk="0">
                    <a:moveTo>
                      <a:pt x="3698" y="1"/>
                    </a:moveTo>
                    <a:cubicBezTo>
                      <a:pt x="3124" y="1"/>
                      <a:pt x="2550" y="43"/>
                      <a:pt x="1985" y="131"/>
                    </a:cubicBezTo>
                    <a:cubicBezTo>
                      <a:pt x="1308" y="246"/>
                      <a:pt x="643" y="415"/>
                      <a:pt x="0" y="648"/>
                    </a:cubicBezTo>
                    <a:cubicBezTo>
                      <a:pt x="1150" y="265"/>
                      <a:pt x="2359" y="69"/>
                      <a:pt x="3568" y="69"/>
                    </a:cubicBezTo>
                    <a:cubicBezTo>
                      <a:pt x="3722" y="69"/>
                      <a:pt x="3876" y="72"/>
                      <a:pt x="4029" y="79"/>
                    </a:cubicBezTo>
                    <a:cubicBezTo>
                      <a:pt x="4710" y="109"/>
                      <a:pt x="5387" y="197"/>
                      <a:pt x="6051" y="346"/>
                    </a:cubicBezTo>
                    <a:cubicBezTo>
                      <a:pt x="6714" y="500"/>
                      <a:pt x="7364" y="712"/>
                      <a:pt x="7988" y="984"/>
                    </a:cubicBezTo>
                    <a:cubicBezTo>
                      <a:pt x="9237" y="1525"/>
                      <a:pt x="10386" y="2298"/>
                      <a:pt x="11355" y="3254"/>
                    </a:cubicBezTo>
                    <a:cubicBezTo>
                      <a:pt x="11478" y="3371"/>
                      <a:pt x="11594" y="3497"/>
                      <a:pt x="11712" y="3620"/>
                    </a:cubicBezTo>
                    <a:cubicBezTo>
                      <a:pt x="11742" y="3651"/>
                      <a:pt x="11770" y="3681"/>
                      <a:pt x="11798" y="3713"/>
                    </a:cubicBezTo>
                    <a:lnTo>
                      <a:pt x="11883" y="3807"/>
                    </a:lnTo>
                    <a:lnTo>
                      <a:pt x="11967" y="3903"/>
                    </a:lnTo>
                    <a:lnTo>
                      <a:pt x="12009" y="3950"/>
                    </a:lnTo>
                    <a:lnTo>
                      <a:pt x="12050" y="3999"/>
                    </a:lnTo>
                    <a:cubicBezTo>
                      <a:pt x="12160" y="4129"/>
                      <a:pt x="12270" y="4261"/>
                      <a:pt x="12371" y="4396"/>
                    </a:cubicBezTo>
                    <a:lnTo>
                      <a:pt x="12449" y="4498"/>
                    </a:lnTo>
                    <a:cubicBezTo>
                      <a:pt x="12475" y="4530"/>
                      <a:pt x="12502" y="4565"/>
                      <a:pt x="12526" y="4600"/>
                    </a:cubicBezTo>
                    <a:lnTo>
                      <a:pt x="12675" y="4807"/>
                    </a:lnTo>
                    <a:cubicBezTo>
                      <a:pt x="13070" y="5364"/>
                      <a:pt x="13406" y="5961"/>
                      <a:pt x="13695" y="6580"/>
                    </a:cubicBezTo>
                    <a:cubicBezTo>
                      <a:pt x="13557" y="6268"/>
                      <a:pt x="13413" y="5956"/>
                      <a:pt x="13245" y="5659"/>
                    </a:cubicBezTo>
                    <a:cubicBezTo>
                      <a:pt x="13166" y="5508"/>
                      <a:pt x="13075" y="5363"/>
                      <a:pt x="12989" y="5215"/>
                    </a:cubicBezTo>
                    <a:cubicBezTo>
                      <a:pt x="12946" y="5141"/>
                      <a:pt x="12896" y="5069"/>
                      <a:pt x="12852" y="4997"/>
                    </a:cubicBezTo>
                    <a:cubicBezTo>
                      <a:pt x="12806" y="4925"/>
                      <a:pt x="12761" y="4852"/>
                      <a:pt x="12711" y="4784"/>
                    </a:cubicBezTo>
                    <a:cubicBezTo>
                      <a:pt x="12324" y="4220"/>
                      <a:pt x="11888" y="3686"/>
                      <a:pt x="11402" y="3202"/>
                    </a:cubicBezTo>
                    <a:cubicBezTo>
                      <a:pt x="11162" y="2958"/>
                      <a:pt x="10906" y="2730"/>
                      <a:pt x="10643" y="2509"/>
                    </a:cubicBezTo>
                    <a:cubicBezTo>
                      <a:pt x="10509" y="2402"/>
                      <a:pt x="10378" y="2293"/>
                      <a:pt x="10238" y="2191"/>
                    </a:cubicBezTo>
                    <a:cubicBezTo>
                      <a:pt x="10168" y="2140"/>
                      <a:pt x="10101" y="2089"/>
                      <a:pt x="10032" y="2038"/>
                    </a:cubicBezTo>
                    <a:lnTo>
                      <a:pt x="9820" y="1893"/>
                    </a:lnTo>
                    <a:cubicBezTo>
                      <a:pt x="9784" y="1868"/>
                      <a:pt x="9750" y="1843"/>
                      <a:pt x="9714" y="1820"/>
                    </a:cubicBezTo>
                    <a:lnTo>
                      <a:pt x="9606" y="1750"/>
                    </a:lnTo>
                    <a:lnTo>
                      <a:pt x="9389" y="1612"/>
                    </a:lnTo>
                    <a:lnTo>
                      <a:pt x="9168" y="1481"/>
                    </a:lnTo>
                    <a:lnTo>
                      <a:pt x="9058" y="1416"/>
                    </a:lnTo>
                    <a:lnTo>
                      <a:pt x="8945" y="1354"/>
                    </a:lnTo>
                    <a:lnTo>
                      <a:pt x="8719" y="1231"/>
                    </a:lnTo>
                    <a:lnTo>
                      <a:pt x="8490" y="1115"/>
                    </a:lnTo>
                    <a:lnTo>
                      <a:pt x="8374" y="1058"/>
                    </a:lnTo>
                    <a:cubicBezTo>
                      <a:pt x="8336" y="1038"/>
                      <a:pt x="8296" y="1022"/>
                      <a:pt x="8258" y="1005"/>
                    </a:cubicBezTo>
                    <a:lnTo>
                      <a:pt x="8023" y="898"/>
                    </a:lnTo>
                    <a:cubicBezTo>
                      <a:pt x="7392" y="627"/>
                      <a:pt x="6737" y="416"/>
                      <a:pt x="6069" y="263"/>
                    </a:cubicBezTo>
                    <a:cubicBezTo>
                      <a:pt x="5400" y="117"/>
                      <a:pt x="4717" y="26"/>
                      <a:pt x="4033" y="6"/>
                    </a:cubicBezTo>
                    <a:cubicBezTo>
                      <a:pt x="3921" y="3"/>
                      <a:pt x="3810" y="1"/>
                      <a:pt x="3698" y="1"/>
                    </a:cubicBezTo>
                    <a:close/>
                  </a:path>
                </a:pathLst>
              </a:custGeom>
              <a:solidFill>
                <a:srgbClr val="98A03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0" name="Google Shape;3560;p55"/>
              <p:cNvSpPr/>
              <p:nvPr/>
            </p:nvSpPr>
            <p:spPr>
              <a:xfrm>
                <a:off x="5143935" y="596604"/>
                <a:ext cx="844697" cy="1007275"/>
              </a:xfrm>
              <a:custGeom>
                <a:avLst/>
                <a:gdLst/>
                <a:ahLst/>
                <a:cxnLst/>
                <a:rect l="l" t="t" r="r" b="b"/>
                <a:pathLst>
                  <a:path w="36102" h="43000" extrusionOk="0">
                    <a:moveTo>
                      <a:pt x="19501" y="0"/>
                    </a:moveTo>
                    <a:lnTo>
                      <a:pt x="16128" y="2275"/>
                    </a:lnTo>
                    <a:lnTo>
                      <a:pt x="16127" y="2321"/>
                    </a:lnTo>
                    <a:lnTo>
                      <a:pt x="16009" y="6411"/>
                    </a:lnTo>
                    <a:lnTo>
                      <a:pt x="15982" y="7348"/>
                    </a:lnTo>
                    <a:lnTo>
                      <a:pt x="15975" y="7564"/>
                    </a:lnTo>
                    <a:lnTo>
                      <a:pt x="15795" y="7962"/>
                    </a:lnTo>
                    <a:lnTo>
                      <a:pt x="15765" y="9066"/>
                    </a:lnTo>
                    <a:lnTo>
                      <a:pt x="15515" y="18255"/>
                    </a:lnTo>
                    <a:cubicBezTo>
                      <a:pt x="15507" y="18595"/>
                      <a:pt x="15295" y="18843"/>
                      <a:pt x="15028" y="18943"/>
                    </a:cubicBezTo>
                    <a:lnTo>
                      <a:pt x="15017" y="18947"/>
                    </a:lnTo>
                    <a:cubicBezTo>
                      <a:pt x="14931" y="18978"/>
                      <a:pt x="14841" y="18994"/>
                      <a:pt x="14749" y="18994"/>
                    </a:cubicBezTo>
                    <a:cubicBezTo>
                      <a:pt x="14534" y="18994"/>
                      <a:pt x="14315" y="18904"/>
                      <a:pt x="14158" y="18701"/>
                    </a:cubicBezTo>
                    <a:lnTo>
                      <a:pt x="11418" y="15182"/>
                    </a:lnTo>
                    <a:lnTo>
                      <a:pt x="10898" y="14515"/>
                    </a:lnTo>
                    <a:lnTo>
                      <a:pt x="10693" y="14250"/>
                    </a:lnTo>
                    <a:lnTo>
                      <a:pt x="10099" y="14058"/>
                    </a:lnTo>
                    <a:lnTo>
                      <a:pt x="7826" y="13322"/>
                    </a:lnTo>
                    <a:lnTo>
                      <a:pt x="4669" y="12301"/>
                    </a:lnTo>
                    <a:lnTo>
                      <a:pt x="3129" y="11802"/>
                    </a:lnTo>
                    <a:lnTo>
                      <a:pt x="3618" y="11423"/>
                    </a:lnTo>
                    <a:lnTo>
                      <a:pt x="5467" y="9983"/>
                    </a:lnTo>
                    <a:lnTo>
                      <a:pt x="13731" y="3549"/>
                    </a:lnTo>
                    <a:lnTo>
                      <a:pt x="9218" y="6216"/>
                    </a:lnTo>
                    <a:lnTo>
                      <a:pt x="8257" y="4528"/>
                    </a:lnTo>
                    <a:lnTo>
                      <a:pt x="7321" y="2883"/>
                    </a:lnTo>
                    <a:lnTo>
                      <a:pt x="8043" y="4533"/>
                    </a:lnTo>
                    <a:lnTo>
                      <a:pt x="8882" y="6449"/>
                    </a:lnTo>
                    <a:lnTo>
                      <a:pt x="4531" y="9783"/>
                    </a:lnTo>
                    <a:lnTo>
                      <a:pt x="3375" y="10670"/>
                    </a:lnTo>
                    <a:lnTo>
                      <a:pt x="2962" y="10987"/>
                    </a:lnTo>
                    <a:lnTo>
                      <a:pt x="1590" y="7613"/>
                    </a:lnTo>
                    <a:lnTo>
                      <a:pt x="0" y="3732"/>
                    </a:lnTo>
                    <a:lnTo>
                      <a:pt x="1338" y="7915"/>
                    </a:lnTo>
                    <a:lnTo>
                      <a:pt x="2669" y="12081"/>
                    </a:lnTo>
                    <a:lnTo>
                      <a:pt x="4077" y="12555"/>
                    </a:lnTo>
                    <a:lnTo>
                      <a:pt x="7740" y="13792"/>
                    </a:lnTo>
                    <a:lnTo>
                      <a:pt x="9862" y="14507"/>
                    </a:lnTo>
                    <a:lnTo>
                      <a:pt x="10514" y="14727"/>
                    </a:lnTo>
                    <a:lnTo>
                      <a:pt x="10526" y="14747"/>
                    </a:lnTo>
                    <a:lnTo>
                      <a:pt x="12323" y="17896"/>
                    </a:lnTo>
                    <a:cubicBezTo>
                      <a:pt x="12897" y="18900"/>
                      <a:pt x="13133" y="20031"/>
                      <a:pt x="13038" y="21138"/>
                    </a:cubicBezTo>
                    <a:cubicBezTo>
                      <a:pt x="12971" y="21945"/>
                      <a:pt x="12728" y="22737"/>
                      <a:pt x="12313" y="23458"/>
                    </a:cubicBezTo>
                    <a:cubicBezTo>
                      <a:pt x="12221" y="23619"/>
                      <a:pt x="12119" y="23777"/>
                      <a:pt x="12010" y="23929"/>
                    </a:cubicBezTo>
                    <a:lnTo>
                      <a:pt x="11244" y="24996"/>
                    </a:lnTo>
                    <a:lnTo>
                      <a:pt x="6417" y="31718"/>
                    </a:lnTo>
                    <a:cubicBezTo>
                      <a:pt x="6349" y="31816"/>
                      <a:pt x="6282" y="31914"/>
                      <a:pt x="6217" y="32014"/>
                    </a:cubicBezTo>
                    <a:cubicBezTo>
                      <a:pt x="5263" y="33519"/>
                      <a:pt x="4993" y="35369"/>
                      <a:pt x="5493" y="37093"/>
                    </a:cubicBezTo>
                    <a:lnTo>
                      <a:pt x="6131" y="39295"/>
                    </a:lnTo>
                    <a:lnTo>
                      <a:pt x="6269" y="39770"/>
                    </a:lnTo>
                    <a:cubicBezTo>
                      <a:pt x="6379" y="40152"/>
                      <a:pt x="6467" y="40537"/>
                      <a:pt x="6528" y="40927"/>
                    </a:cubicBezTo>
                    <a:cubicBezTo>
                      <a:pt x="6600" y="41377"/>
                      <a:pt x="6639" y="41829"/>
                      <a:pt x="6647" y="42284"/>
                    </a:cubicBezTo>
                    <a:cubicBezTo>
                      <a:pt x="6649" y="42404"/>
                      <a:pt x="6649" y="42525"/>
                      <a:pt x="6647" y="42644"/>
                    </a:cubicBezTo>
                    <a:cubicBezTo>
                      <a:pt x="6644" y="42762"/>
                      <a:pt x="6641" y="42882"/>
                      <a:pt x="6634" y="43000"/>
                    </a:cubicBezTo>
                    <a:lnTo>
                      <a:pt x="17801" y="43000"/>
                    </a:lnTo>
                    <a:lnTo>
                      <a:pt x="17283" y="41900"/>
                    </a:lnTo>
                    <a:lnTo>
                      <a:pt x="15955" y="39087"/>
                    </a:lnTo>
                    <a:lnTo>
                      <a:pt x="14724" y="36479"/>
                    </a:lnTo>
                    <a:lnTo>
                      <a:pt x="14664" y="36352"/>
                    </a:lnTo>
                    <a:cubicBezTo>
                      <a:pt x="14292" y="35560"/>
                      <a:pt x="14189" y="34673"/>
                      <a:pt x="14363" y="33824"/>
                    </a:cubicBezTo>
                    <a:cubicBezTo>
                      <a:pt x="14397" y="33653"/>
                      <a:pt x="14445" y="33483"/>
                      <a:pt x="14503" y="33316"/>
                    </a:cubicBezTo>
                    <a:lnTo>
                      <a:pt x="16235" y="28337"/>
                    </a:lnTo>
                    <a:lnTo>
                      <a:pt x="18031" y="23767"/>
                    </a:lnTo>
                    <a:cubicBezTo>
                      <a:pt x="18576" y="22947"/>
                      <a:pt x="19318" y="22263"/>
                      <a:pt x="20196" y="21783"/>
                    </a:cubicBezTo>
                    <a:lnTo>
                      <a:pt x="20588" y="21569"/>
                    </a:lnTo>
                    <a:lnTo>
                      <a:pt x="21340" y="21158"/>
                    </a:lnTo>
                    <a:lnTo>
                      <a:pt x="23137" y="20177"/>
                    </a:lnTo>
                    <a:lnTo>
                      <a:pt x="27711" y="14018"/>
                    </a:lnTo>
                    <a:lnTo>
                      <a:pt x="30662" y="13353"/>
                    </a:lnTo>
                    <a:lnTo>
                      <a:pt x="31708" y="13117"/>
                    </a:lnTo>
                    <a:lnTo>
                      <a:pt x="32039" y="12500"/>
                    </a:lnTo>
                    <a:lnTo>
                      <a:pt x="34444" y="8004"/>
                    </a:lnTo>
                    <a:lnTo>
                      <a:pt x="35516" y="6000"/>
                    </a:lnTo>
                    <a:lnTo>
                      <a:pt x="36102" y="4905"/>
                    </a:lnTo>
                    <a:lnTo>
                      <a:pt x="35425" y="5985"/>
                    </a:lnTo>
                    <a:lnTo>
                      <a:pt x="34319" y="7751"/>
                    </a:lnTo>
                    <a:lnTo>
                      <a:pt x="31677" y="11966"/>
                    </a:lnTo>
                    <a:lnTo>
                      <a:pt x="31205" y="12718"/>
                    </a:lnTo>
                    <a:lnTo>
                      <a:pt x="29958" y="12797"/>
                    </a:lnTo>
                    <a:lnTo>
                      <a:pt x="28324" y="12897"/>
                    </a:lnTo>
                    <a:lnTo>
                      <a:pt x="28324" y="12897"/>
                    </a:lnTo>
                    <a:lnTo>
                      <a:pt x="28375" y="11003"/>
                    </a:lnTo>
                    <a:lnTo>
                      <a:pt x="28540" y="5011"/>
                    </a:lnTo>
                    <a:lnTo>
                      <a:pt x="27902" y="10541"/>
                    </a:lnTo>
                    <a:lnTo>
                      <a:pt x="27862" y="10887"/>
                    </a:lnTo>
                    <a:lnTo>
                      <a:pt x="27604" y="13113"/>
                    </a:lnTo>
                    <a:lnTo>
                      <a:pt x="22887" y="19127"/>
                    </a:lnTo>
                    <a:lnTo>
                      <a:pt x="23422" y="15479"/>
                    </a:lnTo>
                    <a:lnTo>
                      <a:pt x="23453" y="15274"/>
                    </a:lnTo>
                    <a:lnTo>
                      <a:pt x="23399" y="15472"/>
                    </a:lnTo>
                    <a:lnTo>
                      <a:pt x="22383" y="19235"/>
                    </a:lnTo>
                    <a:lnTo>
                      <a:pt x="20153" y="19653"/>
                    </a:lnTo>
                    <a:lnTo>
                      <a:pt x="19366" y="19798"/>
                    </a:lnTo>
                    <a:lnTo>
                      <a:pt x="19269" y="19817"/>
                    </a:lnTo>
                    <a:cubicBezTo>
                      <a:pt x="19155" y="19837"/>
                      <a:pt x="19042" y="19848"/>
                      <a:pt x="18932" y="19848"/>
                    </a:cubicBezTo>
                    <a:cubicBezTo>
                      <a:pt x="18814" y="19848"/>
                      <a:pt x="18698" y="19835"/>
                      <a:pt x="18586" y="19814"/>
                    </a:cubicBezTo>
                    <a:cubicBezTo>
                      <a:pt x="17776" y="19656"/>
                      <a:pt x="17137" y="18955"/>
                      <a:pt x="17113" y="18073"/>
                    </a:cubicBezTo>
                    <a:cubicBezTo>
                      <a:pt x="17096" y="17463"/>
                      <a:pt x="17284" y="16880"/>
                      <a:pt x="17628" y="16404"/>
                    </a:cubicBezTo>
                    <a:cubicBezTo>
                      <a:pt x="17892" y="16039"/>
                      <a:pt x="18246" y="15737"/>
                      <a:pt x="18671" y="15536"/>
                    </a:cubicBezTo>
                    <a:lnTo>
                      <a:pt x="21775" y="14061"/>
                    </a:lnTo>
                    <a:lnTo>
                      <a:pt x="21997" y="13957"/>
                    </a:lnTo>
                    <a:lnTo>
                      <a:pt x="22345" y="13792"/>
                    </a:lnTo>
                    <a:lnTo>
                      <a:pt x="23245" y="13364"/>
                    </a:lnTo>
                    <a:lnTo>
                      <a:pt x="23453" y="10153"/>
                    </a:lnTo>
                    <a:lnTo>
                      <a:pt x="22825" y="13120"/>
                    </a:lnTo>
                    <a:lnTo>
                      <a:pt x="22472" y="13279"/>
                    </a:lnTo>
                    <a:lnTo>
                      <a:pt x="21942" y="13518"/>
                    </a:lnTo>
                    <a:lnTo>
                      <a:pt x="16857" y="15808"/>
                    </a:lnTo>
                    <a:lnTo>
                      <a:pt x="16735" y="9175"/>
                    </a:lnTo>
                    <a:lnTo>
                      <a:pt x="16718" y="8199"/>
                    </a:lnTo>
                    <a:lnTo>
                      <a:pt x="16837" y="8059"/>
                    </a:lnTo>
                    <a:lnTo>
                      <a:pt x="17845" y="6872"/>
                    </a:lnTo>
                    <a:lnTo>
                      <a:pt x="18324" y="6308"/>
                    </a:lnTo>
                    <a:lnTo>
                      <a:pt x="19884" y="4472"/>
                    </a:lnTo>
                    <a:lnTo>
                      <a:pt x="20498" y="2466"/>
                    </a:lnTo>
                    <a:lnTo>
                      <a:pt x="20548" y="2301"/>
                    </a:lnTo>
                    <a:lnTo>
                      <a:pt x="20548" y="2301"/>
                    </a:lnTo>
                    <a:lnTo>
                      <a:pt x="20267" y="2353"/>
                    </a:lnTo>
                    <a:lnTo>
                      <a:pt x="20194" y="2562"/>
                    </a:lnTo>
                    <a:lnTo>
                      <a:pt x="19578" y="4295"/>
                    </a:lnTo>
                    <a:lnTo>
                      <a:pt x="17760" y="6362"/>
                    </a:lnTo>
                    <a:lnTo>
                      <a:pt x="17406" y="6764"/>
                    </a:lnTo>
                    <a:lnTo>
                      <a:pt x="16721" y="7543"/>
                    </a:lnTo>
                    <a:lnTo>
                      <a:pt x="16590" y="7692"/>
                    </a:lnTo>
                    <a:lnTo>
                      <a:pt x="16589" y="7485"/>
                    </a:lnTo>
                    <a:lnTo>
                      <a:pt x="16587" y="7259"/>
                    </a:lnTo>
                    <a:lnTo>
                      <a:pt x="16584" y="6557"/>
                    </a:lnTo>
                    <a:lnTo>
                      <a:pt x="16563" y="2249"/>
                    </a:lnTo>
                    <a:lnTo>
                      <a:pt x="16587" y="2232"/>
                    </a:lnTo>
                    <a:lnTo>
                      <a:pt x="19501" y="332"/>
                    </a:lnTo>
                    <a:lnTo>
                      <a:pt x="1950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1" name="Google Shape;3561;p55"/>
              <p:cNvSpPr/>
              <p:nvPr/>
            </p:nvSpPr>
            <p:spPr>
              <a:xfrm>
                <a:off x="5723397" y="664537"/>
                <a:ext cx="317785" cy="258471"/>
              </a:xfrm>
              <a:custGeom>
                <a:avLst/>
                <a:gdLst/>
                <a:ahLst/>
                <a:cxnLst/>
                <a:rect l="l" t="t" r="r" b="b"/>
                <a:pathLst>
                  <a:path w="13582" h="11034" extrusionOk="0">
                    <a:moveTo>
                      <a:pt x="10390" y="0"/>
                    </a:moveTo>
                    <a:cubicBezTo>
                      <a:pt x="9179" y="0"/>
                      <a:pt x="8125" y="674"/>
                      <a:pt x="7585" y="1669"/>
                    </a:cubicBezTo>
                    <a:cubicBezTo>
                      <a:pt x="6779" y="1073"/>
                      <a:pt x="5714" y="709"/>
                      <a:pt x="4545" y="709"/>
                    </a:cubicBezTo>
                    <a:cubicBezTo>
                      <a:pt x="2034" y="709"/>
                      <a:pt x="1" y="2383"/>
                      <a:pt x="1" y="4447"/>
                    </a:cubicBezTo>
                    <a:cubicBezTo>
                      <a:pt x="1" y="6094"/>
                      <a:pt x="1295" y="7492"/>
                      <a:pt x="3094" y="7990"/>
                    </a:cubicBezTo>
                    <a:cubicBezTo>
                      <a:pt x="3207" y="8022"/>
                      <a:pt x="3324" y="8051"/>
                      <a:pt x="3442" y="8073"/>
                    </a:cubicBezTo>
                    <a:cubicBezTo>
                      <a:pt x="3675" y="8121"/>
                      <a:pt x="3915" y="8155"/>
                      <a:pt x="4160" y="8171"/>
                    </a:cubicBezTo>
                    <a:cubicBezTo>
                      <a:pt x="4636" y="9825"/>
                      <a:pt x="6160" y="11033"/>
                      <a:pt x="7966" y="11033"/>
                    </a:cubicBezTo>
                    <a:cubicBezTo>
                      <a:pt x="10154" y="11033"/>
                      <a:pt x="11928" y="9261"/>
                      <a:pt x="11928" y="7074"/>
                    </a:cubicBezTo>
                    <a:cubicBezTo>
                      <a:pt x="11928" y="6723"/>
                      <a:pt x="11882" y="6381"/>
                      <a:pt x="11795" y="6058"/>
                    </a:cubicBezTo>
                    <a:cubicBezTo>
                      <a:pt x="12854" y="5539"/>
                      <a:pt x="13582" y="4451"/>
                      <a:pt x="13582" y="3192"/>
                    </a:cubicBezTo>
                    <a:cubicBezTo>
                      <a:pt x="13582" y="1429"/>
                      <a:pt x="12153" y="0"/>
                      <a:pt x="1039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2" name="Google Shape;3562;p55"/>
              <p:cNvSpPr/>
              <p:nvPr/>
            </p:nvSpPr>
            <p:spPr>
              <a:xfrm>
                <a:off x="5814624" y="663506"/>
                <a:ext cx="227470" cy="176625"/>
              </a:xfrm>
              <a:custGeom>
                <a:avLst/>
                <a:gdLst/>
                <a:ahLst/>
                <a:cxnLst/>
                <a:rect l="l" t="t" r="r" b="b"/>
                <a:pathLst>
                  <a:path w="9722" h="7540" extrusionOk="0">
                    <a:moveTo>
                      <a:pt x="6488" y="0"/>
                    </a:moveTo>
                    <a:lnTo>
                      <a:pt x="6441" y="1"/>
                    </a:lnTo>
                    <a:cubicBezTo>
                      <a:pt x="6379" y="4"/>
                      <a:pt x="6314" y="5"/>
                      <a:pt x="6251" y="9"/>
                    </a:cubicBezTo>
                    <a:lnTo>
                      <a:pt x="6063" y="30"/>
                    </a:lnTo>
                    <a:cubicBezTo>
                      <a:pt x="5561" y="101"/>
                      <a:pt x="5076" y="285"/>
                      <a:pt x="4661" y="575"/>
                    </a:cubicBezTo>
                    <a:cubicBezTo>
                      <a:pt x="4256" y="856"/>
                      <a:pt x="3918" y="1233"/>
                      <a:pt x="3677" y="1664"/>
                    </a:cubicBezTo>
                    <a:lnTo>
                      <a:pt x="3677" y="1664"/>
                    </a:lnTo>
                    <a:cubicBezTo>
                      <a:pt x="3421" y="1482"/>
                      <a:pt x="3148" y="1326"/>
                      <a:pt x="2862" y="1196"/>
                    </a:cubicBezTo>
                    <a:cubicBezTo>
                      <a:pt x="2565" y="1065"/>
                      <a:pt x="2255" y="959"/>
                      <a:pt x="1938" y="885"/>
                    </a:cubicBezTo>
                    <a:cubicBezTo>
                      <a:pt x="1621" y="810"/>
                      <a:pt x="1297" y="768"/>
                      <a:pt x="973" y="751"/>
                    </a:cubicBezTo>
                    <a:cubicBezTo>
                      <a:pt x="932" y="750"/>
                      <a:pt x="892" y="746"/>
                      <a:pt x="851" y="746"/>
                    </a:cubicBezTo>
                    <a:lnTo>
                      <a:pt x="729" y="745"/>
                    </a:lnTo>
                    <a:cubicBezTo>
                      <a:pt x="710" y="745"/>
                      <a:pt x="691" y="744"/>
                      <a:pt x="671" y="744"/>
                    </a:cubicBezTo>
                    <a:cubicBezTo>
                      <a:pt x="609" y="744"/>
                      <a:pt x="547" y="746"/>
                      <a:pt x="486" y="749"/>
                    </a:cubicBezTo>
                    <a:cubicBezTo>
                      <a:pt x="324" y="755"/>
                      <a:pt x="161" y="769"/>
                      <a:pt x="1" y="790"/>
                    </a:cubicBezTo>
                    <a:cubicBezTo>
                      <a:pt x="163" y="773"/>
                      <a:pt x="324" y="763"/>
                      <a:pt x="486" y="760"/>
                    </a:cubicBezTo>
                    <a:cubicBezTo>
                      <a:pt x="519" y="760"/>
                      <a:pt x="552" y="759"/>
                      <a:pt x="586" y="759"/>
                    </a:cubicBezTo>
                    <a:cubicBezTo>
                      <a:pt x="633" y="759"/>
                      <a:pt x="680" y="760"/>
                      <a:pt x="728" y="761"/>
                    </a:cubicBezTo>
                    <a:lnTo>
                      <a:pt x="850" y="765"/>
                    </a:lnTo>
                    <a:cubicBezTo>
                      <a:pt x="891" y="766"/>
                      <a:pt x="930" y="770"/>
                      <a:pt x="970" y="773"/>
                    </a:cubicBezTo>
                    <a:cubicBezTo>
                      <a:pt x="1293" y="795"/>
                      <a:pt x="1614" y="843"/>
                      <a:pt x="1927" y="923"/>
                    </a:cubicBezTo>
                    <a:cubicBezTo>
                      <a:pt x="2239" y="1004"/>
                      <a:pt x="2545" y="1109"/>
                      <a:pt x="2837" y="1243"/>
                    </a:cubicBezTo>
                    <a:cubicBezTo>
                      <a:pt x="3130" y="1380"/>
                      <a:pt x="3409" y="1545"/>
                      <a:pt x="3667" y="1737"/>
                    </a:cubicBezTo>
                    <a:lnTo>
                      <a:pt x="3697" y="1759"/>
                    </a:lnTo>
                    <a:lnTo>
                      <a:pt x="3714" y="1727"/>
                    </a:lnTo>
                    <a:cubicBezTo>
                      <a:pt x="3955" y="1293"/>
                      <a:pt x="4298" y="920"/>
                      <a:pt x="4703" y="638"/>
                    </a:cubicBezTo>
                    <a:cubicBezTo>
                      <a:pt x="5109" y="358"/>
                      <a:pt x="5584" y="179"/>
                      <a:pt x="6072" y="113"/>
                    </a:cubicBezTo>
                    <a:lnTo>
                      <a:pt x="6257" y="94"/>
                    </a:lnTo>
                    <a:cubicBezTo>
                      <a:pt x="6318" y="89"/>
                      <a:pt x="6380" y="88"/>
                      <a:pt x="6441" y="87"/>
                    </a:cubicBezTo>
                    <a:lnTo>
                      <a:pt x="6487" y="86"/>
                    </a:lnTo>
                    <a:cubicBezTo>
                      <a:pt x="6503" y="86"/>
                      <a:pt x="6518" y="87"/>
                      <a:pt x="6533" y="87"/>
                    </a:cubicBezTo>
                    <a:lnTo>
                      <a:pt x="6626" y="89"/>
                    </a:lnTo>
                    <a:cubicBezTo>
                      <a:pt x="6687" y="93"/>
                      <a:pt x="6749" y="99"/>
                      <a:pt x="6810" y="103"/>
                    </a:cubicBezTo>
                    <a:cubicBezTo>
                      <a:pt x="7056" y="128"/>
                      <a:pt x="7298" y="184"/>
                      <a:pt x="7531" y="264"/>
                    </a:cubicBezTo>
                    <a:cubicBezTo>
                      <a:pt x="7764" y="345"/>
                      <a:pt x="7986" y="456"/>
                      <a:pt x="8194" y="587"/>
                    </a:cubicBezTo>
                    <a:cubicBezTo>
                      <a:pt x="8298" y="652"/>
                      <a:pt x="8396" y="727"/>
                      <a:pt x="8493" y="804"/>
                    </a:cubicBezTo>
                    <a:cubicBezTo>
                      <a:pt x="8588" y="883"/>
                      <a:pt x="8680" y="965"/>
                      <a:pt x="8764" y="1056"/>
                    </a:cubicBezTo>
                    <a:cubicBezTo>
                      <a:pt x="9108" y="1409"/>
                      <a:pt x="9364" y="1847"/>
                      <a:pt x="9509" y="2319"/>
                    </a:cubicBezTo>
                    <a:cubicBezTo>
                      <a:pt x="9580" y="2555"/>
                      <a:pt x="9625" y="2800"/>
                      <a:pt x="9640" y="3046"/>
                    </a:cubicBezTo>
                    <a:cubicBezTo>
                      <a:pt x="9644" y="3108"/>
                      <a:pt x="9644" y="3169"/>
                      <a:pt x="9646" y="3231"/>
                    </a:cubicBezTo>
                    <a:lnTo>
                      <a:pt x="9641" y="3415"/>
                    </a:lnTo>
                    <a:lnTo>
                      <a:pt x="9640" y="3461"/>
                    </a:lnTo>
                    <a:cubicBezTo>
                      <a:pt x="9639" y="3477"/>
                      <a:pt x="9637" y="3492"/>
                      <a:pt x="9635" y="3508"/>
                    </a:cubicBezTo>
                    <a:lnTo>
                      <a:pt x="9626" y="3600"/>
                    </a:lnTo>
                    <a:lnTo>
                      <a:pt x="9616" y="3692"/>
                    </a:lnTo>
                    <a:lnTo>
                      <a:pt x="9600" y="3783"/>
                    </a:lnTo>
                    <a:cubicBezTo>
                      <a:pt x="9522" y="4272"/>
                      <a:pt x="9316" y="4737"/>
                      <a:pt x="9021" y="5135"/>
                    </a:cubicBezTo>
                    <a:cubicBezTo>
                      <a:pt x="8876" y="5335"/>
                      <a:pt x="8702" y="5515"/>
                      <a:pt x="8512" y="5676"/>
                    </a:cubicBezTo>
                    <a:cubicBezTo>
                      <a:pt x="8322" y="5836"/>
                      <a:pt x="8113" y="5973"/>
                      <a:pt x="7891" y="6087"/>
                    </a:cubicBezTo>
                    <a:lnTo>
                      <a:pt x="7880" y="6092"/>
                    </a:lnTo>
                    <a:lnTo>
                      <a:pt x="7883" y="6103"/>
                    </a:lnTo>
                    <a:cubicBezTo>
                      <a:pt x="7948" y="6335"/>
                      <a:pt x="7990" y="6574"/>
                      <a:pt x="8010" y="6814"/>
                    </a:cubicBezTo>
                    <a:cubicBezTo>
                      <a:pt x="8029" y="7057"/>
                      <a:pt x="8029" y="7300"/>
                      <a:pt x="8006" y="7539"/>
                    </a:cubicBezTo>
                    <a:cubicBezTo>
                      <a:pt x="8035" y="7300"/>
                      <a:pt x="8042" y="7056"/>
                      <a:pt x="8026" y="6815"/>
                    </a:cubicBezTo>
                    <a:cubicBezTo>
                      <a:pt x="8010" y="6578"/>
                      <a:pt x="7974" y="6342"/>
                      <a:pt x="7915" y="6111"/>
                    </a:cubicBezTo>
                    <a:lnTo>
                      <a:pt x="7915" y="6111"/>
                    </a:lnTo>
                    <a:cubicBezTo>
                      <a:pt x="8362" y="5891"/>
                      <a:pt x="8762" y="5570"/>
                      <a:pt x="9063" y="5170"/>
                    </a:cubicBezTo>
                    <a:cubicBezTo>
                      <a:pt x="9365" y="4769"/>
                      <a:pt x="9582" y="4296"/>
                      <a:pt x="9668" y="3798"/>
                    </a:cubicBezTo>
                    <a:lnTo>
                      <a:pt x="9686" y="3703"/>
                    </a:lnTo>
                    <a:lnTo>
                      <a:pt x="9696" y="3610"/>
                    </a:lnTo>
                    <a:lnTo>
                      <a:pt x="9707" y="3517"/>
                    </a:lnTo>
                    <a:cubicBezTo>
                      <a:pt x="9708" y="3501"/>
                      <a:pt x="9710" y="3486"/>
                      <a:pt x="9712" y="3470"/>
                    </a:cubicBezTo>
                    <a:lnTo>
                      <a:pt x="9714" y="3421"/>
                    </a:lnTo>
                    <a:lnTo>
                      <a:pt x="9722" y="3232"/>
                    </a:lnTo>
                    <a:cubicBezTo>
                      <a:pt x="9719" y="3169"/>
                      <a:pt x="9721" y="3106"/>
                      <a:pt x="9716" y="3042"/>
                    </a:cubicBezTo>
                    <a:cubicBezTo>
                      <a:pt x="9700" y="2790"/>
                      <a:pt x="9656" y="2538"/>
                      <a:pt x="9585" y="2296"/>
                    </a:cubicBezTo>
                    <a:cubicBezTo>
                      <a:pt x="9439" y="1811"/>
                      <a:pt x="9177" y="1362"/>
                      <a:pt x="8826" y="996"/>
                    </a:cubicBezTo>
                    <a:cubicBezTo>
                      <a:pt x="8738" y="904"/>
                      <a:pt x="8645" y="820"/>
                      <a:pt x="8549" y="738"/>
                    </a:cubicBezTo>
                    <a:cubicBezTo>
                      <a:pt x="8450" y="658"/>
                      <a:pt x="8349" y="581"/>
                      <a:pt x="8242" y="513"/>
                    </a:cubicBezTo>
                    <a:cubicBezTo>
                      <a:pt x="8030" y="376"/>
                      <a:pt x="7801" y="262"/>
                      <a:pt x="7561" y="180"/>
                    </a:cubicBezTo>
                    <a:cubicBezTo>
                      <a:pt x="7322" y="97"/>
                      <a:pt x="7073" y="41"/>
                      <a:pt x="6821" y="17"/>
                    </a:cubicBezTo>
                    <a:cubicBezTo>
                      <a:pt x="6758" y="14"/>
                      <a:pt x="6696" y="6"/>
                      <a:pt x="6631" y="4"/>
                    </a:cubicBezTo>
                    <a:lnTo>
                      <a:pt x="6537" y="1"/>
                    </a:lnTo>
                    <a:cubicBezTo>
                      <a:pt x="6521" y="1"/>
                      <a:pt x="6504" y="0"/>
                      <a:pt x="6488" y="0"/>
                    </a:cubicBezTo>
                    <a:close/>
                  </a:path>
                </a:pathLst>
              </a:custGeom>
              <a:solidFill>
                <a:srgbClr val="AABA4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3" name="Google Shape;3563;p55"/>
              <p:cNvSpPr/>
              <p:nvPr/>
            </p:nvSpPr>
            <p:spPr>
              <a:xfrm>
                <a:off x="5036915" y="516092"/>
                <a:ext cx="604732" cy="456108"/>
              </a:xfrm>
              <a:custGeom>
                <a:avLst/>
                <a:gdLst/>
                <a:ahLst/>
                <a:cxnLst/>
                <a:rect l="l" t="t" r="r" b="b"/>
                <a:pathLst>
                  <a:path w="25846" h="19471" extrusionOk="0">
                    <a:moveTo>
                      <a:pt x="13019" y="0"/>
                    </a:moveTo>
                    <a:cubicBezTo>
                      <a:pt x="11984" y="0"/>
                      <a:pt x="10886" y="283"/>
                      <a:pt x="9866" y="872"/>
                    </a:cubicBezTo>
                    <a:cubicBezTo>
                      <a:pt x="8038" y="1927"/>
                      <a:pt x="6938" y="3688"/>
                      <a:pt x="6848" y="5396"/>
                    </a:cubicBezTo>
                    <a:cubicBezTo>
                      <a:pt x="6585" y="5566"/>
                      <a:pt x="6338" y="5756"/>
                      <a:pt x="6109" y="5965"/>
                    </a:cubicBezTo>
                    <a:cubicBezTo>
                      <a:pt x="5525" y="5032"/>
                      <a:pt x="4488" y="4411"/>
                      <a:pt x="3307" y="4411"/>
                    </a:cubicBezTo>
                    <a:cubicBezTo>
                      <a:pt x="3305" y="4411"/>
                      <a:pt x="3303" y="4411"/>
                      <a:pt x="3301" y="4411"/>
                    </a:cubicBezTo>
                    <a:cubicBezTo>
                      <a:pt x="1476" y="4411"/>
                      <a:pt x="0" y="5890"/>
                      <a:pt x="0" y="7713"/>
                    </a:cubicBezTo>
                    <a:cubicBezTo>
                      <a:pt x="0" y="9537"/>
                      <a:pt x="1478" y="11016"/>
                      <a:pt x="3304" y="11016"/>
                    </a:cubicBezTo>
                    <a:cubicBezTo>
                      <a:pt x="3620" y="11016"/>
                      <a:pt x="3924" y="10971"/>
                      <a:pt x="4214" y="10889"/>
                    </a:cubicBezTo>
                    <a:cubicBezTo>
                      <a:pt x="4384" y="12554"/>
                      <a:pt x="5252" y="14014"/>
                      <a:pt x="6524" y="14965"/>
                    </a:cubicBezTo>
                    <a:cubicBezTo>
                      <a:pt x="5907" y="15678"/>
                      <a:pt x="5616" y="16463"/>
                      <a:pt x="5780" y="17208"/>
                    </a:cubicBezTo>
                    <a:cubicBezTo>
                      <a:pt x="6085" y="18611"/>
                      <a:pt x="7897" y="19471"/>
                      <a:pt x="10186" y="19471"/>
                    </a:cubicBezTo>
                    <a:cubicBezTo>
                      <a:pt x="10867" y="19471"/>
                      <a:pt x="11591" y="19394"/>
                      <a:pt x="12330" y="19234"/>
                    </a:cubicBezTo>
                    <a:cubicBezTo>
                      <a:pt x="13371" y="19006"/>
                      <a:pt x="14314" y="18640"/>
                      <a:pt x="15102" y="18185"/>
                    </a:cubicBezTo>
                    <a:cubicBezTo>
                      <a:pt x="15491" y="17960"/>
                      <a:pt x="15842" y="17713"/>
                      <a:pt x="16149" y="17451"/>
                    </a:cubicBezTo>
                    <a:cubicBezTo>
                      <a:pt x="17136" y="16606"/>
                      <a:pt x="17647" y="15606"/>
                      <a:pt x="17442" y="14666"/>
                    </a:cubicBezTo>
                    <a:cubicBezTo>
                      <a:pt x="17410" y="14518"/>
                      <a:pt x="17362" y="14378"/>
                      <a:pt x="17296" y="14241"/>
                    </a:cubicBezTo>
                    <a:cubicBezTo>
                      <a:pt x="18534" y="14099"/>
                      <a:pt x="19618" y="13452"/>
                      <a:pt x="20336" y="12511"/>
                    </a:cubicBezTo>
                    <a:cubicBezTo>
                      <a:pt x="20691" y="12045"/>
                      <a:pt x="20957" y="11507"/>
                      <a:pt x="21107" y="10923"/>
                    </a:cubicBezTo>
                    <a:cubicBezTo>
                      <a:pt x="21199" y="10566"/>
                      <a:pt x="21249" y="10191"/>
                      <a:pt x="21249" y="9807"/>
                    </a:cubicBezTo>
                    <a:cubicBezTo>
                      <a:pt x="21249" y="9776"/>
                      <a:pt x="21249" y="9745"/>
                      <a:pt x="21247" y="9714"/>
                    </a:cubicBezTo>
                    <a:lnTo>
                      <a:pt x="21247" y="9714"/>
                    </a:lnTo>
                    <a:cubicBezTo>
                      <a:pt x="21544" y="9775"/>
                      <a:pt x="21856" y="9807"/>
                      <a:pt x="22177" y="9807"/>
                    </a:cubicBezTo>
                    <a:cubicBezTo>
                      <a:pt x="24204" y="9807"/>
                      <a:pt x="25845" y="8530"/>
                      <a:pt x="25845" y="6956"/>
                    </a:cubicBezTo>
                    <a:cubicBezTo>
                      <a:pt x="25845" y="6173"/>
                      <a:pt x="25439" y="5464"/>
                      <a:pt x="24782" y="4949"/>
                    </a:cubicBezTo>
                    <a:cubicBezTo>
                      <a:pt x="24702" y="2515"/>
                      <a:pt x="22705" y="569"/>
                      <a:pt x="20254" y="569"/>
                    </a:cubicBezTo>
                    <a:cubicBezTo>
                      <a:pt x="18933" y="569"/>
                      <a:pt x="17745" y="1134"/>
                      <a:pt x="16917" y="2035"/>
                    </a:cubicBezTo>
                    <a:cubicBezTo>
                      <a:pt x="16142" y="709"/>
                      <a:pt x="14658" y="0"/>
                      <a:pt x="13019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4" name="Google Shape;3564;p55"/>
              <p:cNvSpPr/>
              <p:nvPr/>
            </p:nvSpPr>
            <p:spPr>
              <a:xfrm>
                <a:off x="5070888" y="514617"/>
                <a:ext cx="545817" cy="142401"/>
              </a:xfrm>
              <a:custGeom>
                <a:avLst/>
                <a:gdLst/>
                <a:ahLst/>
                <a:cxnLst/>
                <a:rect l="l" t="t" r="r" b="b"/>
                <a:pathLst>
                  <a:path w="23328" h="6079" extrusionOk="0">
                    <a:moveTo>
                      <a:pt x="11563" y="0"/>
                    </a:moveTo>
                    <a:cubicBezTo>
                      <a:pt x="11399" y="0"/>
                      <a:pt x="11235" y="8"/>
                      <a:pt x="11071" y="22"/>
                    </a:cubicBezTo>
                    <a:cubicBezTo>
                      <a:pt x="10502" y="69"/>
                      <a:pt x="9942" y="202"/>
                      <a:pt x="9406" y="399"/>
                    </a:cubicBezTo>
                    <a:cubicBezTo>
                      <a:pt x="9139" y="500"/>
                      <a:pt x="8879" y="617"/>
                      <a:pt x="8626" y="747"/>
                    </a:cubicBezTo>
                    <a:cubicBezTo>
                      <a:pt x="8501" y="817"/>
                      <a:pt x="8374" y="884"/>
                      <a:pt x="8255" y="961"/>
                    </a:cubicBezTo>
                    <a:lnTo>
                      <a:pt x="8073" y="1074"/>
                    </a:lnTo>
                    <a:cubicBezTo>
                      <a:pt x="8042" y="1091"/>
                      <a:pt x="8014" y="1114"/>
                      <a:pt x="7985" y="1134"/>
                    </a:cubicBezTo>
                    <a:lnTo>
                      <a:pt x="7897" y="1196"/>
                    </a:lnTo>
                    <a:cubicBezTo>
                      <a:pt x="7430" y="1522"/>
                      <a:pt x="7004" y="1906"/>
                      <a:pt x="6635" y="2342"/>
                    </a:cubicBezTo>
                    <a:cubicBezTo>
                      <a:pt x="6270" y="2781"/>
                      <a:pt x="5964" y="3269"/>
                      <a:pt x="5742" y="3795"/>
                    </a:cubicBezTo>
                    <a:lnTo>
                      <a:pt x="5719" y="3844"/>
                    </a:lnTo>
                    <a:lnTo>
                      <a:pt x="5700" y="3894"/>
                    </a:lnTo>
                    <a:lnTo>
                      <a:pt x="5663" y="3993"/>
                    </a:lnTo>
                    <a:lnTo>
                      <a:pt x="5626" y="4094"/>
                    </a:lnTo>
                    <a:cubicBezTo>
                      <a:pt x="5614" y="4127"/>
                      <a:pt x="5600" y="4160"/>
                      <a:pt x="5590" y="4195"/>
                    </a:cubicBezTo>
                    <a:lnTo>
                      <a:pt x="5528" y="4400"/>
                    </a:lnTo>
                    <a:cubicBezTo>
                      <a:pt x="5518" y="4434"/>
                      <a:pt x="5507" y="4468"/>
                      <a:pt x="5499" y="4503"/>
                    </a:cubicBezTo>
                    <a:lnTo>
                      <a:pt x="5475" y="4607"/>
                    </a:lnTo>
                    <a:cubicBezTo>
                      <a:pt x="5460" y="4675"/>
                      <a:pt x="5442" y="4745"/>
                      <a:pt x="5427" y="4815"/>
                    </a:cubicBezTo>
                    <a:lnTo>
                      <a:pt x="5394" y="5027"/>
                    </a:lnTo>
                    <a:lnTo>
                      <a:pt x="5378" y="5132"/>
                    </a:lnTo>
                    <a:lnTo>
                      <a:pt x="5368" y="5238"/>
                    </a:lnTo>
                    <a:lnTo>
                      <a:pt x="5352" y="5430"/>
                    </a:lnTo>
                    <a:lnTo>
                      <a:pt x="5352" y="5430"/>
                    </a:lnTo>
                    <a:cubicBezTo>
                      <a:pt x="5107" y="5591"/>
                      <a:pt x="4875" y="5770"/>
                      <a:pt x="4658" y="5966"/>
                    </a:cubicBezTo>
                    <a:lnTo>
                      <a:pt x="4658" y="5966"/>
                    </a:lnTo>
                    <a:cubicBezTo>
                      <a:pt x="4420" y="5606"/>
                      <a:pt x="4117" y="5287"/>
                      <a:pt x="3760" y="5042"/>
                    </a:cubicBezTo>
                    <a:cubicBezTo>
                      <a:pt x="3671" y="4977"/>
                      <a:pt x="3574" y="4921"/>
                      <a:pt x="3477" y="4865"/>
                    </a:cubicBezTo>
                    <a:lnTo>
                      <a:pt x="3329" y="4788"/>
                    </a:lnTo>
                    <a:cubicBezTo>
                      <a:pt x="3304" y="4776"/>
                      <a:pt x="3278" y="4764"/>
                      <a:pt x="3253" y="4752"/>
                    </a:cubicBezTo>
                    <a:lnTo>
                      <a:pt x="3176" y="4719"/>
                    </a:lnTo>
                    <a:cubicBezTo>
                      <a:pt x="3150" y="4709"/>
                      <a:pt x="3124" y="4696"/>
                      <a:pt x="3099" y="4686"/>
                    </a:cubicBezTo>
                    <a:lnTo>
                      <a:pt x="3021" y="4658"/>
                    </a:lnTo>
                    <a:cubicBezTo>
                      <a:pt x="2969" y="4639"/>
                      <a:pt x="2917" y="4618"/>
                      <a:pt x="2863" y="4604"/>
                    </a:cubicBezTo>
                    <a:lnTo>
                      <a:pt x="2703" y="4557"/>
                    </a:lnTo>
                    <a:lnTo>
                      <a:pt x="2540" y="4520"/>
                    </a:lnTo>
                    <a:lnTo>
                      <a:pt x="2499" y="4511"/>
                    </a:lnTo>
                    <a:lnTo>
                      <a:pt x="2458" y="4505"/>
                    </a:lnTo>
                    <a:lnTo>
                      <a:pt x="2376" y="4492"/>
                    </a:lnTo>
                    <a:lnTo>
                      <a:pt x="2294" y="4479"/>
                    </a:lnTo>
                    <a:cubicBezTo>
                      <a:pt x="2266" y="4475"/>
                      <a:pt x="2239" y="4474"/>
                      <a:pt x="2211" y="4471"/>
                    </a:cubicBezTo>
                    <a:cubicBezTo>
                      <a:pt x="2155" y="4468"/>
                      <a:pt x="2101" y="4460"/>
                      <a:pt x="2045" y="4458"/>
                    </a:cubicBezTo>
                    <a:lnTo>
                      <a:pt x="1877" y="4454"/>
                    </a:lnTo>
                    <a:cubicBezTo>
                      <a:pt x="1868" y="4454"/>
                      <a:pt x="1860" y="4454"/>
                      <a:pt x="1851" y="4454"/>
                    </a:cubicBezTo>
                    <a:cubicBezTo>
                      <a:pt x="1638" y="4454"/>
                      <a:pt x="1426" y="4477"/>
                      <a:pt x="1216" y="4518"/>
                    </a:cubicBezTo>
                    <a:cubicBezTo>
                      <a:pt x="780" y="4606"/>
                      <a:pt x="366" y="4783"/>
                      <a:pt x="1" y="5033"/>
                    </a:cubicBezTo>
                    <a:cubicBezTo>
                      <a:pt x="370" y="4790"/>
                      <a:pt x="786" y="4622"/>
                      <a:pt x="1220" y="4541"/>
                    </a:cubicBezTo>
                    <a:cubicBezTo>
                      <a:pt x="1414" y="4507"/>
                      <a:pt x="1612" y="4487"/>
                      <a:pt x="1809" y="4487"/>
                    </a:cubicBezTo>
                    <a:cubicBezTo>
                      <a:pt x="1832" y="4487"/>
                      <a:pt x="1854" y="4487"/>
                      <a:pt x="1876" y="4488"/>
                    </a:cubicBezTo>
                    <a:lnTo>
                      <a:pt x="2041" y="4494"/>
                    </a:lnTo>
                    <a:cubicBezTo>
                      <a:pt x="2097" y="4496"/>
                      <a:pt x="2150" y="4504"/>
                      <a:pt x="2206" y="4509"/>
                    </a:cubicBezTo>
                    <a:cubicBezTo>
                      <a:pt x="2232" y="4511"/>
                      <a:pt x="2261" y="4514"/>
                      <a:pt x="2288" y="4518"/>
                    </a:cubicBezTo>
                    <a:lnTo>
                      <a:pt x="2369" y="4532"/>
                    </a:lnTo>
                    <a:lnTo>
                      <a:pt x="2449" y="4546"/>
                    </a:lnTo>
                    <a:lnTo>
                      <a:pt x="2491" y="4552"/>
                    </a:lnTo>
                    <a:lnTo>
                      <a:pt x="2530" y="4563"/>
                    </a:lnTo>
                    <a:lnTo>
                      <a:pt x="2691" y="4601"/>
                    </a:lnTo>
                    <a:lnTo>
                      <a:pt x="2848" y="4650"/>
                    </a:lnTo>
                    <a:cubicBezTo>
                      <a:pt x="2901" y="4664"/>
                      <a:pt x="2952" y="4687"/>
                      <a:pt x="3003" y="4705"/>
                    </a:cubicBezTo>
                    <a:lnTo>
                      <a:pt x="3080" y="4735"/>
                    </a:lnTo>
                    <a:cubicBezTo>
                      <a:pt x="3106" y="4745"/>
                      <a:pt x="3130" y="4756"/>
                      <a:pt x="3155" y="4768"/>
                    </a:cubicBezTo>
                    <a:lnTo>
                      <a:pt x="3230" y="4802"/>
                    </a:lnTo>
                    <a:cubicBezTo>
                      <a:pt x="3254" y="4814"/>
                      <a:pt x="3279" y="4824"/>
                      <a:pt x="3304" y="4838"/>
                    </a:cubicBezTo>
                    <a:lnTo>
                      <a:pt x="3449" y="4915"/>
                    </a:lnTo>
                    <a:cubicBezTo>
                      <a:pt x="3543" y="4972"/>
                      <a:pt x="3637" y="5028"/>
                      <a:pt x="3724" y="5094"/>
                    </a:cubicBezTo>
                    <a:cubicBezTo>
                      <a:pt x="4083" y="5345"/>
                      <a:pt x="4386" y="5673"/>
                      <a:pt x="4620" y="6042"/>
                    </a:cubicBezTo>
                    <a:lnTo>
                      <a:pt x="4642" y="6078"/>
                    </a:lnTo>
                    <a:lnTo>
                      <a:pt x="4674" y="6050"/>
                    </a:lnTo>
                    <a:cubicBezTo>
                      <a:pt x="4905" y="5843"/>
                      <a:pt x="5151" y="5655"/>
                      <a:pt x="5412" y="5487"/>
                    </a:cubicBezTo>
                    <a:lnTo>
                      <a:pt x="5430" y="5476"/>
                    </a:lnTo>
                    <a:lnTo>
                      <a:pt x="5432" y="5456"/>
                    </a:lnTo>
                    <a:lnTo>
                      <a:pt x="5451" y="5248"/>
                    </a:lnTo>
                    <a:lnTo>
                      <a:pt x="5462" y="5142"/>
                    </a:lnTo>
                    <a:lnTo>
                      <a:pt x="5478" y="5038"/>
                    </a:lnTo>
                    <a:lnTo>
                      <a:pt x="5513" y="4830"/>
                    </a:lnTo>
                    <a:cubicBezTo>
                      <a:pt x="5528" y="4762"/>
                      <a:pt x="5545" y="4695"/>
                      <a:pt x="5560" y="4625"/>
                    </a:cubicBezTo>
                    <a:lnTo>
                      <a:pt x="5585" y="4523"/>
                    </a:lnTo>
                    <a:cubicBezTo>
                      <a:pt x="5592" y="4489"/>
                      <a:pt x="5605" y="4456"/>
                      <a:pt x="5614" y="4422"/>
                    </a:cubicBezTo>
                    <a:lnTo>
                      <a:pt x="5677" y="4220"/>
                    </a:lnTo>
                    <a:cubicBezTo>
                      <a:pt x="5686" y="4187"/>
                      <a:pt x="5700" y="4155"/>
                      <a:pt x="5713" y="4122"/>
                    </a:cubicBezTo>
                    <a:lnTo>
                      <a:pt x="5750" y="4023"/>
                    </a:lnTo>
                    <a:lnTo>
                      <a:pt x="5787" y="3925"/>
                    </a:lnTo>
                    <a:lnTo>
                      <a:pt x="5806" y="3875"/>
                    </a:lnTo>
                    <a:lnTo>
                      <a:pt x="5828" y="3828"/>
                    </a:lnTo>
                    <a:cubicBezTo>
                      <a:pt x="6053" y="3315"/>
                      <a:pt x="6355" y="2835"/>
                      <a:pt x="6715" y="2405"/>
                    </a:cubicBezTo>
                    <a:cubicBezTo>
                      <a:pt x="7079" y="1978"/>
                      <a:pt x="7499" y="1600"/>
                      <a:pt x="7960" y="1280"/>
                    </a:cubicBezTo>
                    <a:lnTo>
                      <a:pt x="8046" y="1219"/>
                    </a:lnTo>
                    <a:cubicBezTo>
                      <a:pt x="8076" y="1200"/>
                      <a:pt x="8102" y="1178"/>
                      <a:pt x="8133" y="1161"/>
                    </a:cubicBezTo>
                    <a:lnTo>
                      <a:pt x="8313" y="1050"/>
                    </a:lnTo>
                    <a:cubicBezTo>
                      <a:pt x="8431" y="974"/>
                      <a:pt x="8555" y="909"/>
                      <a:pt x="8678" y="841"/>
                    </a:cubicBezTo>
                    <a:cubicBezTo>
                      <a:pt x="8928" y="713"/>
                      <a:pt x="9184" y="599"/>
                      <a:pt x="9446" y="500"/>
                    </a:cubicBezTo>
                    <a:cubicBezTo>
                      <a:pt x="9973" y="307"/>
                      <a:pt x="10523" y="178"/>
                      <a:pt x="11082" y="135"/>
                    </a:cubicBezTo>
                    <a:cubicBezTo>
                      <a:pt x="11243" y="121"/>
                      <a:pt x="11405" y="114"/>
                      <a:pt x="11567" y="114"/>
                    </a:cubicBezTo>
                    <a:cubicBezTo>
                      <a:pt x="11965" y="114"/>
                      <a:pt x="12362" y="157"/>
                      <a:pt x="12749" y="245"/>
                    </a:cubicBezTo>
                    <a:cubicBezTo>
                      <a:pt x="13021" y="307"/>
                      <a:pt x="13289" y="392"/>
                      <a:pt x="13545" y="501"/>
                    </a:cubicBezTo>
                    <a:cubicBezTo>
                      <a:pt x="13801" y="612"/>
                      <a:pt x="14048" y="746"/>
                      <a:pt x="14277" y="904"/>
                    </a:cubicBezTo>
                    <a:cubicBezTo>
                      <a:pt x="14738" y="1219"/>
                      <a:pt x="15130" y="1634"/>
                      <a:pt x="15412" y="2114"/>
                    </a:cubicBezTo>
                    <a:lnTo>
                      <a:pt x="15448" y="2176"/>
                    </a:lnTo>
                    <a:lnTo>
                      <a:pt x="15497" y="2123"/>
                    </a:lnTo>
                    <a:cubicBezTo>
                      <a:pt x="15648" y="1962"/>
                      <a:pt x="15806" y="1809"/>
                      <a:pt x="15979" y="1669"/>
                    </a:cubicBezTo>
                    <a:cubicBezTo>
                      <a:pt x="16021" y="1635"/>
                      <a:pt x="16066" y="1602"/>
                      <a:pt x="16109" y="1568"/>
                    </a:cubicBezTo>
                    <a:lnTo>
                      <a:pt x="16175" y="1518"/>
                    </a:lnTo>
                    <a:lnTo>
                      <a:pt x="16242" y="1470"/>
                    </a:lnTo>
                    <a:cubicBezTo>
                      <a:pt x="16288" y="1440"/>
                      <a:pt x="16333" y="1407"/>
                      <a:pt x="16380" y="1378"/>
                    </a:cubicBezTo>
                    <a:lnTo>
                      <a:pt x="16521" y="1291"/>
                    </a:lnTo>
                    <a:cubicBezTo>
                      <a:pt x="16544" y="1276"/>
                      <a:pt x="16568" y="1263"/>
                      <a:pt x="16593" y="1250"/>
                    </a:cubicBezTo>
                    <a:lnTo>
                      <a:pt x="16666" y="1210"/>
                    </a:lnTo>
                    <a:cubicBezTo>
                      <a:pt x="16714" y="1183"/>
                      <a:pt x="16762" y="1157"/>
                      <a:pt x="16814" y="1133"/>
                    </a:cubicBezTo>
                    <a:lnTo>
                      <a:pt x="16962" y="1061"/>
                    </a:lnTo>
                    <a:lnTo>
                      <a:pt x="17114" y="998"/>
                    </a:lnTo>
                    <a:cubicBezTo>
                      <a:pt x="17319" y="916"/>
                      <a:pt x="17528" y="844"/>
                      <a:pt x="17744" y="793"/>
                    </a:cubicBezTo>
                    <a:cubicBezTo>
                      <a:pt x="17850" y="763"/>
                      <a:pt x="17959" y="746"/>
                      <a:pt x="18068" y="725"/>
                    </a:cubicBezTo>
                    <a:lnTo>
                      <a:pt x="18232" y="701"/>
                    </a:lnTo>
                    <a:lnTo>
                      <a:pt x="18314" y="690"/>
                    </a:lnTo>
                    <a:lnTo>
                      <a:pt x="18396" y="684"/>
                    </a:lnTo>
                    <a:cubicBezTo>
                      <a:pt x="18451" y="680"/>
                      <a:pt x="18507" y="674"/>
                      <a:pt x="18562" y="671"/>
                    </a:cubicBezTo>
                    <a:lnTo>
                      <a:pt x="18727" y="665"/>
                    </a:lnTo>
                    <a:cubicBezTo>
                      <a:pt x="18751" y="665"/>
                      <a:pt x="18774" y="664"/>
                      <a:pt x="18797" y="664"/>
                    </a:cubicBezTo>
                    <a:cubicBezTo>
                      <a:pt x="18829" y="664"/>
                      <a:pt x="18860" y="665"/>
                      <a:pt x="18892" y="665"/>
                    </a:cubicBezTo>
                    <a:lnTo>
                      <a:pt x="18975" y="666"/>
                    </a:lnTo>
                    <a:cubicBezTo>
                      <a:pt x="19004" y="666"/>
                      <a:pt x="19031" y="668"/>
                      <a:pt x="19060" y="671"/>
                    </a:cubicBezTo>
                    <a:lnTo>
                      <a:pt x="19225" y="682"/>
                    </a:lnTo>
                    <a:cubicBezTo>
                      <a:pt x="19280" y="687"/>
                      <a:pt x="19334" y="695"/>
                      <a:pt x="19390" y="701"/>
                    </a:cubicBezTo>
                    <a:cubicBezTo>
                      <a:pt x="19416" y="705"/>
                      <a:pt x="19445" y="707"/>
                      <a:pt x="19472" y="712"/>
                    </a:cubicBezTo>
                    <a:lnTo>
                      <a:pt x="19554" y="726"/>
                    </a:lnTo>
                    <a:cubicBezTo>
                      <a:pt x="19608" y="736"/>
                      <a:pt x="19663" y="742"/>
                      <a:pt x="19717" y="756"/>
                    </a:cubicBezTo>
                    <a:cubicBezTo>
                      <a:pt x="19933" y="799"/>
                      <a:pt x="20147" y="861"/>
                      <a:pt x="20355" y="936"/>
                    </a:cubicBezTo>
                    <a:cubicBezTo>
                      <a:pt x="21188" y="1240"/>
                      <a:pt x="21926" y="1798"/>
                      <a:pt x="22451" y="2514"/>
                    </a:cubicBezTo>
                    <a:cubicBezTo>
                      <a:pt x="22582" y="2694"/>
                      <a:pt x="22701" y="2882"/>
                      <a:pt x="22805" y="3080"/>
                    </a:cubicBezTo>
                    <a:cubicBezTo>
                      <a:pt x="22907" y="3276"/>
                      <a:pt x="22998" y="3481"/>
                      <a:pt x="23072" y="3691"/>
                    </a:cubicBezTo>
                    <a:cubicBezTo>
                      <a:pt x="23143" y="3901"/>
                      <a:pt x="23201" y="4117"/>
                      <a:pt x="23245" y="4336"/>
                    </a:cubicBezTo>
                    <a:cubicBezTo>
                      <a:pt x="23291" y="4565"/>
                      <a:pt x="23317" y="4787"/>
                      <a:pt x="23328" y="5010"/>
                    </a:cubicBezTo>
                    <a:cubicBezTo>
                      <a:pt x="23321" y="4787"/>
                      <a:pt x="23300" y="4565"/>
                      <a:pt x="23263" y="4343"/>
                    </a:cubicBezTo>
                    <a:cubicBezTo>
                      <a:pt x="23223" y="4123"/>
                      <a:pt x="23169" y="3906"/>
                      <a:pt x="23099" y="3694"/>
                    </a:cubicBezTo>
                    <a:cubicBezTo>
                      <a:pt x="23027" y="3482"/>
                      <a:pt x="22940" y="3274"/>
                      <a:pt x="22840" y="3074"/>
                    </a:cubicBezTo>
                    <a:cubicBezTo>
                      <a:pt x="22738" y="2874"/>
                      <a:pt x="22620" y="2684"/>
                      <a:pt x="22491" y="2500"/>
                    </a:cubicBezTo>
                    <a:cubicBezTo>
                      <a:pt x="22363" y="2316"/>
                      <a:pt x="22217" y="2145"/>
                      <a:pt x="22061" y="1982"/>
                    </a:cubicBezTo>
                    <a:cubicBezTo>
                      <a:pt x="22022" y="1942"/>
                      <a:pt x="21984" y="1900"/>
                      <a:pt x="21942" y="1863"/>
                    </a:cubicBezTo>
                    <a:lnTo>
                      <a:pt x="21819" y="1747"/>
                    </a:lnTo>
                    <a:cubicBezTo>
                      <a:pt x="21733" y="1675"/>
                      <a:pt x="21650" y="1600"/>
                      <a:pt x="21559" y="1532"/>
                    </a:cubicBezTo>
                    <a:cubicBezTo>
                      <a:pt x="21381" y="1395"/>
                      <a:pt x="21194" y="1269"/>
                      <a:pt x="20997" y="1162"/>
                    </a:cubicBezTo>
                    <a:cubicBezTo>
                      <a:pt x="20972" y="1147"/>
                      <a:pt x="20948" y="1134"/>
                      <a:pt x="20923" y="1121"/>
                    </a:cubicBezTo>
                    <a:lnTo>
                      <a:pt x="20848" y="1083"/>
                    </a:lnTo>
                    <a:cubicBezTo>
                      <a:pt x="20798" y="1058"/>
                      <a:pt x="20748" y="1029"/>
                      <a:pt x="20696" y="1008"/>
                    </a:cubicBezTo>
                    <a:lnTo>
                      <a:pt x="20542" y="939"/>
                    </a:lnTo>
                    <a:lnTo>
                      <a:pt x="20385" y="878"/>
                    </a:lnTo>
                    <a:cubicBezTo>
                      <a:pt x="20173" y="801"/>
                      <a:pt x="19958" y="734"/>
                      <a:pt x="19737" y="688"/>
                    </a:cubicBezTo>
                    <a:cubicBezTo>
                      <a:pt x="19682" y="674"/>
                      <a:pt x="19628" y="667"/>
                      <a:pt x="19572" y="655"/>
                    </a:cubicBezTo>
                    <a:lnTo>
                      <a:pt x="19489" y="640"/>
                    </a:lnTo>
                    <a:cubicBezTo>
                      <a:pt x="19461" y="637"/>
                      <a:pt x="19433" y="633"/>
                      <a:pt x="19405" y="628"/>
                    </a:cubicBezTo>
                    <a:cubicBezTo>
                      <a:pt x="19349" y="622"/>
                      <a:pt x="19294" y="613"/>
                      <a:pt x="19238" y="608"/>
                    </a:cubicBezTo>
                    <a:lnTo>
                      <a:pt x="19070" y="596"/>
                    </a:lnTo>
                    <a:cubicBezTo>
                      <a:pt x="19041" y="593"/>
                      <a:pt x="19013" y="592"/>
                      <a:pt x="18985" y="592"/>
                    </a:cubicBezTo>
                    <a:lnTo>
                      <a:pt x="18901" y="588"/>
                    </a:lnTo>
                    <a:cubicBezTo>
                      <a:pt x="18862" y="588"/>
                      <a:pt x="18823" y="587"/>
                      <a:pt x="18784" y="587"/>
                    </a:cubicBezTo>
                    <a:cubicBezTo>
                      <a:pt x="18766" y="587"/>
                      <a:pt x="18749" y="587"/>
                      <a:pt x="18731" y="587"/>
                    </a:cubicBezTo>
                    <a:lnTo>
                      <a:pt x="18562" y="592"/>
                    </a:lnTo>
                    <a:cubicBezTo>
                      <a:pt x="18506" y="594"/>
                      <a:pt x="18449" y="599"/>
                      <a:pt x="18393" y="603"/>
                    </a:cubicBezTo>
                    <a:lnTo>
                      <a:pt x="18308" y="609"/>
                    </a:lnTo>
                    <a:lnTo>
                      <a:pt x="18225" y="619"/>
                    </a:lnTo>
                    <a:lnTo>
                      <a:pt x="18057" y="642"/>
                    </a:lnTo>
                    <a:cubicBezTo>
                      <a:pt x="17947" y="663"/>
                      <a:pt x="17834" y="679"/>
                      <a:pt x="17724" y="708"/>
                    </a:cubicBezTo>
                    <a:cubicBezTo>
                      <a:pt x="16868" y="906"/>
                      <a:pt x="16077" y="1368"/>
                      <a:pt x="15469" y="2006"/>
                    </a:cubicBezTo>
                    <a:lnTo>
                      <a:pt x="15469" y="2006"/>
                    </a:lnTo>
                    <a:cubicBezTo>
                      <a:pt x="15182" y="1536"/>
                      <a:pt x="14794" y="1131"/>
                      <a:pt x="14342" y="818"/>
                    </a:cubicBezTo>
                    <a:cubicBezTo>
                      <a:pt x="14106" y="655"/>
                      <a:pt x="13853" y="517"/>
                      <a:pt x="13590" y="403"/>
                    </a:cubicBezTo>
                    <a:cubicBezTo>
                      <a:pt x="13328" y="289"/>
                      <a:pt x="13054" y="202"/>
                      <a:pt x="12775" y="137"/>
                    </a:cubicBezTo>
                    <a:cubicBezTo>
                      <a:pt x="12377" y="46"/>
                      <a:pt x="11970" y="0"/>
                      <a:pt x="11563" y="0"/>
                    </a:cubicBezTo>
                    <a:close/>
                  </a:path>
                </a:pathLst>
              </a:custGeom>
              <a:solidFill>
                <a:srgbClr val="AABA4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5" name="Google Shape;3565;p55"/>
              <p:cNvSpPr/>
              <p:nvPr/>
            </p:nvSpPr>
            <p:spPr>
              <a:xfrm>
                <a:off x="5593027" y="785386"/>
                <a:ext cx="162355" cy="176039"/>
              </a:xfrm>
              <a:custGeom>
                <a:avLst/>
                <a:gdLst/>
                <a:ahLst/>
                <a:cxnLst/>
                <a:rect l="l" t="t" r="r" b="b"/>
                <a:pathLst>
                  <a:path w="6939" h="7515" extrusionOk="0">
                    <a:moveTo>
                      <a:pt x="2625" y="1"/>
                    </a:moveTo>
                    <a:cubicBezTo>
                      <a:pt x="1602" y="1"/>
                      <a:pt x="772" y="830"/>
                      <a:pt x="772" y="1853"/>
                    </a:cubicBezTo>
                    <a:cubicBezTo>
                      <a:pt x="772" y="2009"/>
                      <a:pt x="791" y="2162"/>
                      <a:pt x="828" y="2308"/>
                    </a:cubicBezTo>
                    <a:cubicBezTo>
                      <a:pt x="333" y="2615"/>
                      <a:pt x="1" y="3164"/>
                      <a:pt x="1" y="3790"/>
                    </a:cubicBezTo>
                    <a:cubicBezTo>
                      <a:pt x="1" y="4750"/>
                      <a:pt x="780" y="5530"/>
                      <a:pt x="1740" y="5530"/>
                    </a:cubicBezTo>
                    <a:cubicBezTo>
                      <a:pt x="2118" y="5530"/>
                      <a:pt x="2468" y="5409"/>
                      <a:pt x="2754" y="5203"/>
                    </a:cubicBezTo>
                    <a:lnTo>
                      <a:pt x="2754" y="5203"/>
                    </a:lnTo>
                    <a:cubicBezTo>
                      <a:pt x="2747" y="5273"/>
                      <a:pt x="2744" y="5345"/>
                      <a:pt x="2744" y="5417"/>
                    </a:cubicBezTo>
                    <a:cubicBezTo>
                      <a:pt x="2744" y="5432"/>
                      <a:pt x="2744" y="5448"/>
                      <a:pt x="2745" y="5464"/>
                    </a:cubicBezTo>
                    <a:cubicBezTo>
                      <a:pt x="2749" y="5614"/>
                      <a:pt x="2768" y="5761"/>
                      <a:pt x="2801" y="5903"/>
                    </a:cubicBezTo>
                    <a:cubicBezTo>
                      <a:pt x="2971" y="6619"/>
                      <a:pt x="3509" y="7193"/>
                      <a:pt x="4204" y="7416"/>
                    </a:cubicBezTo>
                    <a:lnTo>
                      <a:pt x="4227" y="7423"/>
                    </a:lnTo>
                    <a:cubicBezTo>
                      <a:pt x="4422" y="7483"/>
                      <a:pt x="4629" y="7514"/>
                      <a:pt x="4841" y="7514"/>
                    </a:cubicBezTo>
                    <a:cubicBezTo>
                      <a:pt x="6000" y="7514"/>
                      <a:pt x="6939" y="6576"/>
                      <a:pt x="6939" y="5417"/>
                    </a:cubicBezTo>
                    <a:cubicBezTo>
                      <a:pt x="6939" y="4580"/>
                      <a:pt x="6447" y="3857"/>
                      <a:pt x="5739" y="3521"/>
                    </a:cubicBezTo>
                    <a:cubicBezTo>
                      <a:pt x="5829" y="3325"/>
                      <a:pt x="5880" y="3106"/>
                      <a:pt x="5880" y="2878"/>
                    </a:cubicBezTo>
                    <a:cubicBezTo>
                      <a:pt x="5880" y="2048"/>
                      <a:pt x="5225" y="1371"/>
                      <a:pt x="4403" y="1335"/>
                    </a:cubicBezTo>
                    <a:cubicBezTo>
                      <a:pt x="4179" y="565"/>
                      <a:pt x="3468" y="1"/>
                      <a:pt x="262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6" name="Google Shape;3566;p55"/>
              <p:cNvSpPr/>
              <p:nvPr/>
            </p:nvSpPr>
            <p:spPr>
              <a:xfrm>
                <a:off x="5680018" y="793796"/>
                <a:ext cx="75012" cy="112440"/>
              </a:xfrm>
              <a:custGeom>
                <a:avLst/>
                <a:gdLst/>
                <a:ahLst/>
                <a:cxnLst/>
                <a:rect l="l" t="t" r="r" b="b"/>
                <a:pathLst>
                  <a:path w="3206" h="4800" extrusionOk="0">
                    <a:moveTo>
                      <a:pt x="0" y="1"/>
                    </a:moveTo>
                    <a:lnTo>
                      <a:pt x="0" y="1"/>
                    </a:lnTo>
                    <a:cubicBezTo>
                      <a:pt x="159" y="126"/>
                      <a:pt x="299" y="275"/>
                      <a:pt x="411" y="443"/>
                    </a:cubicBezTo>
                    <a:cubicBezTo>
                      <a:pt x="521" y="611"/>
                      <a:pt x="606" y="795"/>
                      <a:pt x="658" y="987"/>
                    </a:cubicBezTo>
                    <a:lnTo>
                      <a:pt x="663" y="1008"/>
                    </a:lnTo>
                    <a:lnTo>
                      <a:pt x="685" y="1010"/>
                    </a:lnTo>
                    <a:cubicBezTo>
                      <a:pt x="932" y="1026"/>
                      <a:pt x="1173" y="1100"/>
                      <a:pt x="1384" y="1226"/>
                    </a:cubicBezTo>
                    <a:lnTo>
                      <a:pt x="1461" y="1277"/>
                    </a:lnTo>
                    <a:cubicBezTo>
                      <a:pt x="1473" y="1285"/>
                      <a:pt x="1486" y="1293"/>
                      <a:pt x="1499" y="1302"/>
                    </a:cubicBezTo>
                    <a:lnTo>
                      <a:pt x="1535" y="1330"/>
                    </a:lnTo>
                    <a:cubicBezTo>
                      <a:pt x="1558" y="1349"/>
                      <a:pt x="1584" y="1367"/>
                      <a:pt x="1606" y="1387"/>
                    </a:cubicBezTo>
                    <a:lnTo>
                      <a:pt x="1673" y="1452"/>
                    </a:lnTo>
                    <a:cubicBezTo>
                      <a:pt x="1685" y="1462"/>
                      <a:pt x="1696" y="1472"/>
                      <a:pt x="1707" y="1484"/>
                    </a:cubicBezTo>
                    <a:lnTo>
                      <a:pt x="1737" y="1519"/>
                    </a:lnTo>
                    <a:lnTo>
                      <a:pt x="1796" y="1587"/>
                    </a:lnTo>
                    <a:lnTo>
                      <a:pt x="1850" y="1662"/>
                    </a:lnTo>
                    <a:lnTo>
                      <a:pt x="1877" y="1699"/>
                    </a:lnTo>
                    <a:lnTo>
                      <a:pt x="1901" y="1739"/>
                    </a:lnTo>
                    <a:lnTo>
                      <a:pt x="1947" y="1818"/>
                    </a:lnTo>
                    <a:cubicBezTo>
                      <a:pt x="1960" y="1846"/>
                      <a:pt x="1972" y="1873"/>
                      <a:pt x="1985" y="1902"/>
                    </a:cubicBezTo>
                    <a:cubicBezTo>
                      <a:pt x="2013" y="1956"/>
                      <a:pt x="2030" y="2016"/>
                      <a:pt x="2050" y="2072"/>
                    </a:cubicBezTo>
                    <a:cubicBezTo>
                      <a:pt x="2061" y="2100"/>
                      <a:pt x="2066" y="2131"/>
                      <a:pt x="2073" y="2161"/>
                    </a:cubicBezTo>
                    <a:lnTo>
                      <a:pt x="2085" y="2206"/>
                    </a:lnTo>
                    <a:lnTo>
                      <a:pt x="2090" y="2227"/>
                    </a:lnTo>
                    <a:lnTo>
                      <a:pt x="2093" y="2251"/>
                    </a:lnTo>
                    <a:cubicBezTo>
                      <a:pt x="2102" y="2310"/>
                      <a:pt x="2114" y="2371"/>
                      <a:pt x="2116" y="2432"/>
                    </a:cubicBezTo>
                    <a:lnTo>
                      <a:pt x="2121" y="2524"/>
                    </a:lnTo>
                    <a:cubicBezTo>
                      <a:pt x="2121" y="2554"/>
                      <a:pt x="2119" y="2585"/>
                      <a:pt x="2118" y="2616"/>
                    </a:cubicBezTo>
                    <a:cubicBezTo>
                      <a:pt x="2114" y="2678"/>
                      <a:pt x="2107" y="2738"/>
                      <a:pt x="2097" y="2798"/>
                    </a:cubicBezTo>
                    <a:cubicBezTo>
                      <a:pt x="2074" y="2919"/>
                      <a:pt x="2038" y="3036"/>
                      <a:pt x="1989" y="3148"/>
                    </a:cubicBezTo>
                    <a:lnTo>
                      <a:pt x="1971" y="3184"/>
                    </a:lnTo>
                    <a:lnTo>
                      <a:pt x="2007" y="3201"/>
                    </a:lnTo>
                    <a:cubicBezTo>
                      <a:pt x="2164" y="3273"/>
                      <a:pt x="2310" y="3366"/>
                      <a:pt x="2445" y="3473"/>
                    </a:cubicBezTo>
                    <a:cubicBezTo>
                      <a:pt x="2580" y="3582"/>
                      <a:pt x="2700" y="3708"/>
                      <a:pt x="2804" y="3847"/>
                    </a:cubicBezTo>
                    <a:cubicBezTo>
                      <a:pt x="2908" y="3985"/>
                      <a:pt x="2996" y="4136"/>
                      <a:pt x="3064" y="4297"/>
                    </a:cubicBezTo>
                    <a:cubicBezTo>
                      <a:pt x="3128" y="4456"/>
                      <a:pt x="3178" y="4624"/>
                      <a:pt x="3205" y="4799"/>
                    </a:cubicBezTo>
                    <a:cubicBezTo>
                      <a:pt x="3190" y="4623"/>
                      <a:pt x="3150" y="4451"/>
                      <a:pt x="3090" y="4285"/>
                    </a:cubicBezTo>
                    <a:cubicBezTo>
                      <a:pt x="3030" y="4118"/>
                      <a:pt x="2948" y="3959"/>
                      <a:pt x="2845" y="3815"/>
                    </a:cubicBezTo>
                    <a:cubicBezTo>
                      <a:pt x="2650" y="3533"/>
                      <a:pt x="2382" y="3300"/>
                      <a:pt x="2075" y="3145"/>
                    </a:cubicBezTo>
                    <a:lnTo>
                      <a:pt x="2075" y="3145"/>
                    </a:lnTo>
                    <a:cubicBezTo>
                      <a:pt x="2173" y="2920"/>
                      <a:pt x="2220" y="2671"/>
                      <a:pt x="2203" y="2426"/>
                    </a:cubicBezTo>
                    <a:cubicBezTo>
                      <a:pt x="2203" y="2361"/>
                      <a:pt x="2190" y="2298"/>
                      <a:pt x="2181" y="2233"/>
                    </a:cubicBezTo>
                    <a:lnTo>
                      <a:pt x="2178" y="2210"/>
                    </a:lnTo>
                    <a:lnTo>
                      <a:pt x="2172" y="2186"/>
                    </a:lnTo>
                    <a:lnTo>
                      <a:pt x="2160" y="2139"/>
                    </a:lnTo>
                    <a:cubicBezTo>
                      <a:pt x="2152" y="2108"/>
                      <a:pt x="2147" y="2077"/>
                      <a:pt x="2135" y="2046"/>
                    </a:cubicBezTo>
                    <a:cubicBezTo>
                      <a:pt x="2112" y="1985"/>
                      <a:pt x="2093" y="1923"/>
                      <a:pt x="2065" y="1864"/>
                    </a:cubicBezTo>
                    <a:cubicBezTo>
                      <a:pt x="2050" y="1836"/>
                      <a:pt x="2037" y="1806"/>
                      <a:pt x="2022" y="1777"/>
                    </a:cubicBezTo>
                    <a:lnTo>
                      <a:pt x="1972" y="1694"/>
                    </a:lnTo>
                    <a:lnTo>
                      <a:pt x="1948" y="1653"/>
                    </a:lnTo>
                    <a:lnTo>
                      <a:pt x="1919" y="1613"/>
                    </a:lnTo>
                    <a:lnTo>
                      <a:pt x="1862" y="1535"/>
                    </a:lnTo>
                    <a:lnTo>
                      <a:pt x="1798" y="1462"/>
                    </a:lnTo>
                    <a:lnTo>
                      <a:pt x="1765" y="1426"/>
                    </a:lnTo>
                    <a:cubicBezTo>
                      <a:pt x="1754" y="1415"/>
                      <a:pt x="1743" y="1405"/>
                      <a:pt x="1731" y="1393"/>
                    </a:cubicBezTo>
                    <a:lnTo>
                      <a:pt x="1661" y="1326"/>
                    </a:lnTo>
                    <a:cubicBezTo>
                      <a:pt x="1636" y="1305"/>
                      <a:pt x="1609" y="1287"/>
                      <a:pt x="1585" y="1266"/>
                    </a:cubicBezTo>
                    <a:lnTo>
                      <a:pt x="1547" y="1237"/>
                    </a:lnTo>
                    <a:cubicBezTo>
                      <a:pt x="1534" y="1226"/>
                      <a:pt x="1519" y="1218"/>
                      <a:pt x="1506" y="1210"/>
                    </a:cubicBezTo>
                    <a:lnTo>
                      <a:pt x="1424" y="1159"/>
                    </a:lnTo>
                    <a:cubicBezTo>
                      <a:pt x="1311" y="1097"/>
                      <a:pt x="1193" y="1042"/>
                      <a:pt x="1068" y="1010"/>
                    </a:cubicBezTo>
                    <a:cubicBezTo>
                      <a:pt x="952" y="973"/>
                      <a:pt x="830" y="960"/>
                      <a:pt x="710" y="951"/>
                    </a:cubicBezTo>
                    <a:lnTo>
                      <a:pt x="710" y="951"/>
                    </a:lnTo>
                    <a:cubicBezTo>
                      <a:pt x="648" y="761"/>
                      <a:pt x="556" y="582"/>
                      <a:pt x="439" y="423"/>
                    </a:cubicBezTo>
                    <a:cubicBezTo>
                      <a:pt x="378" y="341"/>
                      <a:pt x="311" y="264"/>
                      <a:pt x="237" y="193"/>
                    </a:cubicBezTo>
                    <a:cubicBezTo>
                      <a:pt x="164" y="121"/>
                      <a:pt x="85" y="58"/>
                      <a:pt x="0" y="1"/>
                    </a:cubicBezTo>
                    <a:close/>
                  </a:path>
                </a:pathLst>
              </a:custGeom>
              <a:solidFill>
                <a:srgbClr val="AABA4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7" name="Google Shape;3567;p55"/>
              <p:cNvSpPr/>
              <p:nvPr/>
            </p:nvSpPr>
            <p:spPr>
              <a:xfrm>
                <a:off x="5476437" y="648701"/>
                <a:ext cx="211841" cy="174797"/>
              </a:xfrm>
              <a:custGeom>
                <a:avLst/>
                <a:gdLst/>
                <a:ahLst/>
                <a:cxnLst/>
                <a:rect l="l" t="t" r="r" b="b"/>
                <a:pathLst>
                  <a:path w="9054" h="7462" extrusionOk="0">
                    <a:moveTo>
                      <a:pt x="2640" y="0"/>
                    </a:moveTo>
                    <a:cubicBezTo>
                      <a:pt x="1183" y="1"/>
                      <a:pt x="1" y="1182"/>
                      <a:pt x="1" y="2640"/>
                    </a:cubicBezTo>
                    <a:cubicBezTo>
                      <a:pt x="1" y="3791"/>
                      <a:pt x="738" y="4770"/>
                      <a:pt x="1767" y="5130"/>
                    </a:cubicBezTo>
                    <a:cubicBezTo>
                      <a:pt x="1958" y="5199"/>
                      <a:pt x="2162" y="5245"/>
                      <a:pt x="2373" y="5266"/>
                    </a:cubicBezTo>
                    <a:cubicBezTo>
                      <a:pt x="2415" y="5269"/>
                      <a:pt x="2457" y="5273"/>
                      <a:pt x="2500" y="5276"/>
                    </a:cubicBezTo>
                    <a:cubicBezTo>
                      <a:pt x="2501" y="5292"/>
                      <a:pt x="2503" y="5309"/>
                      <a:pt x="2505" y="5324"/>
                    </a:cubicBezTo>
                    <a:cubicBezTo>
                      <a:pt x="2525" y="5503"/>
                      <a:pt x="2564" y="5674"/>
                      <a:pt x="2623" y="5840"/>
                    </a:cubicBezTo>
                    <a:cubicBezTo>
                      <a:pt x="2952" y="6785"/>
                      <a:pt x="3849" y="7461"/>
                      <a:pt x="4907" y="7461"/>
                    </a:cubicBezTo>
                    <a:cubicBezTo>
                      <a:pt x="6243" y="7461"/>
                      <a:pt x="7326" y="6378"/>
                      <a:pt x="7326" y="5042"/>
                    </a:cubicBezTo>
                    <a:cubicBezTo>
                      <a:pt x="7326" y="4903"/>
                      <a:pt x="7313" y="4766"/>
                      <a:pt x="7291" y="4633"/>
                    </a:cubicBezTo>
                    <a:cubicBezTo>
                      <a:pt x="8299" y="4410"/>
                      <a:pt x="9053" y="3511"/>
                      <a:pt x="9053" y="2437"/>
                    </a:cubicBezTo>
                    <a:cubicBezTo>
                      <a:pt x="9053" y="1195"/>
                      <a:pt x="8045" y="187"/>
                      <a:pt x="6803" y="187"/>
                    </a:cubicBezTo>
                    <a:cubicBezTo>
                      <a:pt x="5994" y="187"/>
                      <a:pt x="5285" y="614"/>
                      <a:pt x="4887" y="1255"/>
                    </a:cubicBezTo>
                    <a:cubicBezTo>
                      <a:pt x="4423" y="503"/>
                      <a:pt x="3590" y="0"/>
                      <a:pt x="264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8" name="Google Shape;3568;p55"/>
              <p:cNvSpPr/>
              <p:nvPr/>
            </p:nvSpPr>
            <p:spPr>
              <a:xfrm>
                <a:off x="5267404" y="716189"/>
                <a:ext cx="43824" cy="45117"/>
              </a:xfrm>
              <a:custGeom>
                <a:avLst/>
                <a:gdLst/>
                <a:ahLst/>
                <a:cxnLst/>
                <a:rect l="l" t="t" r="r" b="b"/>
                <a:pathLst>
                  <a:path w="1873" h="1926" extrusionOk="0">
                    <a:moveTo>
                      <a:pt x="936" y="0"/>
                    </a:moveTo>
                    <a:cubicBezTo>
                      <a:pt x="770" y="0"/>
                      <a:pt x="602" y="51"/>
                      <a:pt x="456" y="155"/>
                    </a:cubicBezTo>
                    <a:cubicBezTo>
                      <a:pt x="86" y="421"/>
                      <a:pt x="1" y="936"/>
                      <a:pt x="267" y="1306"/>
                    </a:cubicBezTo>
                    <a:cubicBezTo>
                      <a:pt x="532" y="1677"/>
                      <a:pt x="1727" y="1925"/>
                      <a:pt x="1727" y="1925"/>
                    </a:cubicBezTo>
                    <a:cubicBezTo>
                      <a:pt x="1727" y="1925"/>
                      <a:pt x="1873" y="715"/>
                      <a:pt x="1607" y="345"/>
                    </a:cubicBezTo>
                    <a:cubicBezTo>
                      <a:pt x="1446" y="120"/>
                      <a:pt x="1193" y="0"/>
                      <a:pt x="936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9" name="Google Shape;3569;p55"/>
              <p:cNvSpPr/>
              <p:nvPr/>
            </p:nvSpPr>
            <p:spPr>
              <a:xfrm>
                <a:off x="5106897" y="689836"/>
                <a:ext cx="37085" cy="48958"/>
              </a:xfrm>
              <a:custGeom>
                <a:avLst/>
                <a:gdLst/>
                <a:ahLst/>
                <a:cxnLst/>
                <a:rect l="l" t="t" r="r" b="b"/>
                <a:pathLst>
                  <a:path w="1585" h="2090" extrusionOk="0">
                    <a:moveTo>
                      <a:pt x="793" y="0"/>
                    </a:moveTo>
                    <a:cubicBezTo>
                      <a:pt x="357" y="0"/>
                      <a:pt x="4" y="354"/>
                      <a:pt x="3" y="789"/>
                    </a:cubicBezTo>
                    <a:cubicBezTo>
                      <a:pt x="1" y="1226"/>
                      <a:pt x="790" y="2089"/>
                      <a:pt x="790" y="2089"/>
                    </a:cubicBezTo>
                    <a:cubicBezTo>
                      <a:pt x="790" y="2089"/>
                      <a:pt x="1582" y="1229"/>
                      <a:pt x="1583" y="793"/>
                    </a:cubicBezTo>
                    <a:cubicBezTo>
                      <a:pt x="1584" y="356"/>
                      <a:pt x="1231" y="2"/>
                      <a:pt x="795" y="0"/>
                    </a:cubicBezTo>
                    <a:cubicBezTo>
                      <a:pt x="794" y="0"/>
                      <a:pt x="793" y="0"/>
                      <a:pt x="793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0" name="Google Shape;3570;p55"/>
              <p:cNvSpPr/>
              <p:nvPr/>
            </p:nvSpPr>
            <p:spPr>
              <a:xfrm>
                <a:off x="5165063" y="578450"/>
                <a:ext cx="30042" cy="36590"/>
              </a:xfrm>
              <a:custGeom>
                <a:avLst/>
                <a:gdLst/>
                <a:ahLst/>
                <a:cxnLst/>
                <a:rect l="l" t="t" r="r" b="b"/>
                <a:pathLst>
                  <a:path w="1284" h="1562" extrusionOk="0">
                    <a:moveTo>
                      <a:pt x="804" y="1"/>
                    </a:moveTo>
                    <a:cubicBezTo>
                      <a:pt x="804" y="1"/>
                      <a:pt x="109" y="543"/>
                      <a:pt x="55" y="867"/>
                    </a:cubicBezTo>
                    <a:cubicBezTo>
                      <a:pt x="1" y="1191"/>
                      <a:pt x="220" y="1499"/>
                      <a:pt x="544" y="1553"/>
                    </a:cubicBezTo>
                    <a:cubicBezTo>
                      <a:pt x="577" y="1559"/>
                      <a:pt x="610" y="1561"/>
                      <a:pt x="642" y="1561"/>
                    </a:cubicBezTo>
                    <a:cubicBezTo>
                      <a:pt x="928" y="1561"/>
                      <a:pt x="1182" y="1355"/>
                      <a:pt x="1231" y="1063"/>
                    </a:cubicBezTo>
                    <a:cubicBezTo>
                      <a:pt x="1284" y="739"/>
                      <a:pt x="804" y="1"/>
                      <a:pt x="80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1" name="Google Shape;3571;p55"/>
              <p:cNvSpPr/>
              <p:nvPr/>
            </p:nvSpPr>
            <p:spPr>
              <a:xfrm>
                <a:off x="5219439" y="825677"/>
                <a:ext cx="62846" cy="46850"/>
              </a:xfrm>
              <a:custGeom>
                <a:avLst/>
                <a:gdLst/>
                <a:ahLst/>
                <a:cxnLst/>
                <a:rect l="l" t="t" r="r" b="b"/>
                <a:pathLst>
                  <a:path w="2686" h="2000" extrusionOk="0">
                    <a:moveTo>
                      <a:pt x="1094" y="0"/>
                    </a:moveTo>
                    <a:cubicBezTo>
                      <a:pt x="967" y="0"/>
                      <a:pt x="854" y="15"/>
                      <a:pt x="767" y="51"/>
                    </a:cubicBezTo>
                    <a:cubicBezTo>
                      <a:pt x="250" y="262"/>
                      <a:pt x="1" y="853"/>
                      <a:pt x="213" y="1370"/>
                    </a:cubicBezTo>
                    <a:cubicBezTo>
                      <a:pt x="373" y="1762"/>
                      <a:pt x="751" y="1999"/>
                      <a:pt x="1150" y="1999"/>
                    </a:cubicBezTo>
                    <a:cubicBezTo>
                      <a:pt x="1277" y="1999"/>
                      <a:pt x="1407" y="1975"/>
                      <a:pt x="1532" y="1924"/>
                    </a:cubicBezTo>
                    <a:cubicBezTo>
                      <a:pt x="2048" y="1712"/>
                      <a:pt x="2686" y="359"/>
                      <a:pt x="2686" y="359"/>
                    </a:cubicBezTo>
                    <a:cubicBezTo>
                      <a:pt x="2686" y="359"/>
                      <a:pt x="1717" y="0"/>
                      <a:pt x="1094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2" name="Google Shape;3572;p55"/>
              <p:cNvSpPr/>
              <p:nvPr/>
            </p:nvSpPr>
            <p:spPr>
              <a:xfrm>
                <a:off x="5263894" y="553362"/>
                <a:ext cx="47520" cy="52261"/>
              </a:xfrm>
              <a:custGeom>
                <a:avLst/>
                <a:gdLst/>
                <a:ahLst/>
                <a:cxnLst/>
                <a:rect l="l" t="t" r="r" b="b"/>
                <a:pathLst>
                  <a:path w="2031" h="2231" extrusionOk="0">
                    <a:moveTo>
                      <a:pt x="1014" y="0"/>
                    </a:moveTo>
                    <a:cubicBezTo>
                      <a:pt x="893" y="0"/>
                      <a:pt x="771" y="25"/>
                      <a:pt x="653" y="77"/>
                    </a:cubicBezTo>
                    <a:cubicBezTo>
                      <a:pt x="203" y="277"/>
                      <a:pt x="0" y="804"/>
                      <a:pt x="200" y="1253"/>
                    </a:cubicBezTo>
                    <a:cubicBezTo>
                      <a:pt x="400" y="1703"/>
                      <a:pt x="1608" y="2231"/>
                      <a:pt x="1608" y="2231"/>
                    </a:cubicBezTo>
                    <a:cubicBezTo>
                      <a:pt x="1608" y="2231"/>
                      <a:pt x="2031" y="980"/>
                      <a:pt x="1831" y="531"/>
                    </a:cubicBezTo>
                    <a:cubicBezTo>
                      <a:pt x="1683" y="198"/>
                      <a:pt x="1356" y="0"/>
                      <a:pt x="1014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3" name="Google Shape;3573;p55"/>
              <p:cNvSpPr/>
              <p:nvPr/>
            </p:nvSpPr>
            <p:spPr>
              <a:xfrm>
                <a:off x="5412889" y="757721"/>
                <a:ext cx="73000" cy="53924"/>
              </a:xfrm>
              <a:custGeom>
                <a:avLst/>
                <a:gdLst/>
                <a:ahLst/>
                <a:cxnLst/>
                <a:rect l="l" t="t" r="r" b="b"/>
                <a:pathLst>
                  <a:path w="3120" h="2302" extrusionOk="0">
                    <a:moveTo>
                      <a:pt x="1822" y="1"/>
                    </a:moveTo>
                    <a:cubicBezTo>
                      <a:pt x="1709" y="1"/>
                      <a:pt x="1594" y="18"/>
                      <a:pt x="1480" y="53"/>
                    </a:cubicBezTo>
                    <a:cubicBezTo>
                      <a:pt x="867" y="240"/>
                      <a:pt x="1" y="1722"/>
                      <a:pt x="1" y="1722"/>
                    </a:cubicBezTo>
                    <a:cubicBezTo>
                      <a:pt x="1" y="1722"/>
                      <a:pt x="1218" y="2302"/>
                      <a:pt x="1922" y="2302"/>
                    </a:cubicBezTo>
                    <a:cubicBezTo>
                      <a:pt x="2012" y="2302"/>
                      <a:pt x="2093" y="2292"/>
                      <a:pt x="2163" y="2271"/>
                    </a:cubicBezTo>
                    <a:cubicBezTo>
                      <a:pt x="2776" y="2083"/>
                      <a:pt x="3120" y="1433"/>
                      <a:pt x="2931" y="820"/>
                    </a:cubicBezTo>
                    <a:cubicBezTo>
                      <a:pt x="2777" y="321"/>
                      <a:pt x="2318" y="1"/>
                      <a:pt x="1822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4" name="Google Shape;3574;p55"/>
              <p:cNvSpPr/>
              <p:nvPr/>
            </p:nvSpPr>
            <p:spPr>
              <a:xfrm>
                <a:off x="5458327" y="559241"/>
                <a:ext cx="59570" cy="65192"/>
              </a:xfrm>
              <a:custGeom>
                <a:avLst/>
                <a:gdLst/>
                <a:ahLst/>
                <a:cxnLst/>
                <a:rect l="l" t="t" r="r" b="b"/>
                <a:pathLst>
                  <a:path w="2546" h="2783" extrusionOk="0">
                    <a:moveTo>
                      <a:pt x="1275" y="1"/>
                    </a:moveTo>
                    <a:cubicBezTo>
                      <a:pt x="852" y="1"/>
                      <a:pt x="447" y="242"/>
                      <a:pt x="260" y="649"/>
                    </a:cubicBezTo>
                    <a:cubicBezTo>
                      <a:pt x="0" y="1209"/>
                      <a:pt x="505" y="2783"/>
                      <a:pt x="505" y="2783"/>
                    </a:cubicBezTo>
                    <a:cubicBezTo>
                      <a:pt x="505" y="2783"/>
                      <a:pt x="2028" y="2145"/>
                      <a:pt x="2286" y="1586"/>
                    </a:cubicBezTo>
                    <a:cubicBezTo>
                      <a:pt x="2546" y="1026"/>
                      <a:pt x="2301" y="361"/>
                      <a:pt x="1742" y="104"/>
                    </a:cubicBezTo>
                    <a:cubicBezTo>
                      <a:pt x="1590" y="34"/>
                      <a:pt x="1431" y="1"/>
                      <a:pt x="1275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5" name="Google Shape;3575;p55"/>
              <p:cNvSpPr/>
              <p:nvPr/>
            </p:nvSpPr>
            <p:spPr>
              <a:xfrm>
                <a:off x="5618085" y="506371"/>
                <a:ext cx="56926" cy="73133"/>
              </a:xfrm>
              <a:custGeom>
                <a:avLst/>
                <a:gdLst/>
                <a:ahLst/>
                <a:cxnLst/>
                <a:rect l="l" t="t" r="r" b="b"/>
                <a:pathLst>
                  <a:path w="2433" h="3122" extrusionOk="0">
                    <a:moveTo>
                      <a:pt x="1215" y="0"/>
                    </a:moveTo>
                    <a:cubicBezTo>
                      <a:pt x="591" y="0"/>
                      <a:pt x="70" y="489"/>
                      <a:pt x="36" y="1119"/>
                    </a:cubicBezTo>
                    <a:cubicBezTo>
                      <a:pt x="0" y="1771"/>
                      <a:pt x="1111" y="3122"/>
                      <a:pt x="1111" y="3122"/>
                    </a:cubicBezTo>
                    <a:cubicBezTo>
                      <a:pt x="1111" y="3122"/>
                      <a:pt x="2361" y="1899"/>
                      <a:pt x="2397" y="1247"/>
                    </a:cubicBezTo>
                    <a:cubicBezTo>
                      <a:pt x="2433" y="595"/>
                      <a:pt x="1934" y="37"/>
                      <a:pt x="1281" y="2"/>
                    </a:cubicBezTo>
                    <a:cubicBezTo>
                      <a:pt x="1259" y="1"/>
                      <a:pt x="1237" y="0"/>
                      <a:pt x="1215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6" name="Google Shape;3576;p55"/>
              <p:cNvSpPr/>
              <p:nvPr/>
            </p:nvSpPr>
            <p:spPr>
              <a:xfrm>
                <a:off x="5455239" y="454813"/>
                <a:ext cx="42934" cy="44906"/>
              </a:xfrm>
              <a:custGeom>
                <a:avLst/>
                <a:gdLst/>
                <a:ahLst/>
                <a:cxnLst/>
                <a:rect l="l" t="t" r="r" b="b"/>
                <a:pathLst>
                  <a:path w="1835" h="1917" extrusionOk="0">
                    <a:moveTo>
                      <a:pt x="1632" y="0"/>
                    </a:moveTo>
                    <a:cubicBezTo>
                      <a:pt x="1631" y="0"/>
                      <a:pt x="480" y="304"/>
                      <a:pt x="240" y="678"/>
                    </a:cubicBezTo>
                    <a:cubicBezTo>
                      <a:pt x="1" y="1052"/>
                      <a:pt x="110" y="1550"/>
                      <a:pt x="484" y="1790"/>
                    </a:cubicBezTo>
                    <a:cubicBezTo>
                      <a:pt x="618" y="1876"/>
                      <a:pt x="768" y="1917"/>
                      <a:pt x="917" y="1917"/>
                    </a:cubicBezTo>
                    <a:cubicBezTo>
                      <a:pt x="1182" y="1917"/>
                      <a:pt x="1442" y="1786"/>
                      <a:pt x="1596" y="1546"/>
                    </a:cubicBezTo>
                    <a:cubicBezTo>
                      <a:pt x="1835" y="1171"/>
                      <a:pt x="1632" y="0"/>
                      <a:pt x="163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7" name="Google Shape;3577;p55"/>
              <p:cNvSpPr/>
              <p:nvPr/>
            </p:nvSpPr>
            <p:spPr>
              <a:xfrm>
                <a:off x="5780745" y="597143"/>
                <a:ext cx="48199" cy="5451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327" extrusionOk="0">
                    <a:moveTo>
                      <a:pt x="526" y="1"/>
                    </a:moveTo>
                    <a:cubicBezTo>
                      <a:pt x="526" y="1"/>
                      <a:pt x="1" y="1245"/>
                      <a:pt x="170" y="1719"/>
                    </a:cubicBezTo>
                    <a:cubicBezTo>
                      <a:pt x="303" y="2094"/>
                      <a:pt x="655" y="2327"/>
                      <a:pt x="1030" y="2327"/>
                    </a:cubicBezTo>
                    <a:cubicBezTo>
                      <a:pt x="1132" y="2327"/>
                      <a:pt x="1236" y="2309"/>
                      <a:pt x="1337" y="2273"/>
                    </a:cubicBezTo>
                    <a:cubicBezTo>
                      <a:pt x="1813" y="2104"/>
                      <a:pt x="2060" y="1581"/>
                      <a:pt x="1891" y="1105"/>
                    </a:cubicBezTo>
                    <a:cubicBezTo>
                      <a:pt x="1721" y="629"/>
                      <a:pt x="526" y="1"/>
                      <a:pt x="52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8" name="Google Shape;3578;p55"/>
              <p:cNvSpPr/>
              <p:nvPr/>
            </p:nvSpPr>
            <p:spPr>
              <a:xfrm>
                <a:off x="5673631" y="618671"/>
                <a:ext cx="61138" cy="45866"/>
              </a:xfrm>
              <a:custGeom>
                <a:avLst/>
                <a:gdLst/>
                <a:ahLst/>
                <a:cxnLst/>
                <a:rect l="l" t="t" r="r" b="b"/>
                <a:pathLst>
                  <a:path w="2613" h="1958" extrusionOk="0">
                    <a:moveTo>
                      <a:pt x="1605" y="0"/>
                    </a:moveTo>
                    <a:cubicBezTo>
                      <a:pt x="1587" y="0"/>
                      <a:pt x="1568" y="1"/>
                      <a:pt x="1550" y="2"/>
                    </a:cubicBezTo>
                    <a:cubicBezTo>
                      <a:pt x="1011" y="32"/>
                      <a:pt x="1" y="1069"/>
                      <a:pt x="1" y="1069"/>
                    </a:cubicBezTo>
                    <a:cubicBezTo>
                      <a:pt x="1" y="1069"/>
                      <a:pt x="1084" y="1957"/>
                      <a:pt x="1634" y="1957"/>
                    </a:cubicBezTo>
                    <a:cubicBezTo>
                      <a:pt x="1643" y="1957"/>
                      <a:pt x="1652" y="1957"/>
                      <a:pt x="1661" y="1956"/>
                    </a:cubicBezTo>
                    <a:cubicBezTo>
                      <a:pt x="2200" y="1925"/>
                      <a:pt x="2613" y="1464"/>
                      <a:pt x="2582" y="925"/>
                    </a:cubicBezTo>
                    <a:cubicBezTo>
                      <a:pt x="2552" y="403"/>
                      <a:pt x="2120" y="0"/>
                      <a:pt x="1605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9" name="Google Shape;3579;p55"/>
              <p:cNvSpPr/>
              <p:nvPr/>
            </p:nvSpPr>
            <p:spPr>
              <a:xfrm>
                <a:off x="5742373" y="741722"/>
                <a:ext cx="58236" cy="4298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1835" extrusionOk="0">
                    <a:moveTo>
                      <a:pt x="1470" y="1"/>
                    </a:moveTo>
                    <a:cubicBezTo>
                      <a:pt x="1393" y="1"/>
                      <a:pt x="1316" y="10"/>
                      <a:pt x="1239" y="30"/>
                    </a:cubicBezTo>
                    <a:cubicBezTo>
                      <a:pt x="745" y="157"/>
                      <a:pt x="1" y="1301"/>
                      <a:pt x="1" y="1301"/>
                    </a:cubicBezTo>
                    <a:cubicBezTo>
                      <a:pt x="1" y="1301"/>
                      <a:pt x="999" y="1834"/>
                      <a:pt x="1550" y="1834"/>
                    </a:cubicBezTo>
                    <a:cubicBezTo>
                      <a:pt x="1604" y="1834"/>
                      <a:pt x="1654" y="1829"/>
                      <a:pt x="1698" y="1818"/>
                    </a:cubicBezTo>
                    <a:cubicBezTo>
                      <a:pt x="2191" y="1691"/>
                      <a:pt x="2489" y="1188"/>
                      <a:pt x="2362" y="695"/>
                    </a:cubicBezTo>
                    <a:cubicBezTo>
                      <a:pt x="2255" y="278"/>
                      <a:pt x="1881" y="1"/>
                      <a:pt x="1470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0" name="Google Shape;3580;p55"/>
              <p:cNvSpPr/>
              <p:nvPr/>
            </p:nvSpPr>
            <p:spPr>
              <a:xfrm>
                <a:off x="5935987" y="735210"/>
                <a:ext cx="72579" cy="62521"/>
              </a:xfrm>
              <a:custGeom>
                <a:avLst/>
                <a:gdLst/>
                <a:ahLst/>
                <a:cxnLst/>
                <a:rect l="l" t="t" r="r" b="b"/>
                <a:pathLst>
                  <a:path w="3102" h="2669" extrusionOk="0">
                    <a:moveTo>
                      <a:pt x="433" y="1"/>
                    </a:moveTo>
                    <a:cubicBezTo>
                      <a:pt x="175" y="1"/>
                      <a:pt x="1" y="10"/>
                      <a:pt x="1" y="10"/>
                    </a:cubicBezTo>
                    <a:cubicBezTo>
                      <a:pt x="1" y="10"/>
                      <a:pt x="260" y="1912"/>
                      <a:pt x="814" y="2370"/>
                    </a:cubicBezTo>
                    <a:cubicBezTo>
                      <a:pt x="1057" y="2570"/>
                      <a:pt x="1351" y="2668"/>
                      <a:pt x="1643" y="2668"/>
                    </a:cubicBezTo>
                    <a:cubicBezTo>
                      <a:pt x="2016" y="2668"/>
                      <a:pt x="2387" y="2508"/>
                      <a:pt x="2644" y="2198"/>
                    </a:cubicBezTo>
                    <a:cubicBezTo>
                      <a:pt x="3101" y="1645"/>
                      <a:pt x="3024" y="826"/>
                      <a:pt x="2473" y="369"/>
                    </a:cubicBezTo>
                    <a:cubicBezTo>
                      <a:pt x="2086" y="49"/>
                      <a:pt x="1032" y="1"/>
                      <a:pt x="433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1" name="Google Shape;3581;p55"/>
              <p:cNvSpPr/>
              <p:nvPr/>
            </p:nvSpPr>
            <p:spPr>
              <a:xfrm>
                <a:off x="5861911" y="976534"/>
                <a:ext cx="38957" cy="38206"/>
              </a:xfrm>
              <a:custGeom>
                <a:avLst/>
                <a:gdLst/>
                <a:ahLst/>
                <a:cxnLst/>
                <a:rect l="l" t="t" r="r" b="b"/>
                <a:pathLst>
                  <a:path w="1665" h="1631" extrusionOk="0">
                    <a:moveTo>
                      <a:pt x="1665" y="0"/>
                    </a:moveTo>
                    <a:cubicBezTo>
                      <a:pt x="1664" y="0"/>
                      <a:pt x="565" y="75"/>
                      <a:pt x="283" y="374"/>
                    </a:cubicBezTo>
                    <a:cubicBezTo>
                      <a:pt x="0" y="671"/>
                      <a:pt x="13" y="1143"/>
                      <a:pt x="311" y="1426"/>
                    </a:cubicBezTo>
                    <a:cubicBezTo>
                      <a:pt x="455" y="1563"/>
                      <a:pt x="639" y="1630"/>
                      <a:pt x="823" y="1630"/>
                    </a:cubicBezTo>
                    <a:cubicBezTo>
                      <a:pt x="1020" y="1630"/>
                      <a:pt x="1217" y="1553"/>
                      <a:pt x="1363" y="1399"/>
                    </a:cubicBezTo>
                    <a:cubicBezTo>
                      <a:pt x="1646" y="1102"/>
                      <a:pt x="1665" y="0"/>
                      <a:pt x="1665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2" name="Google Shape;3582;p55"/>
              <p:cNvSpPr/>
              <p:nvPr/>
            </p:nvSpPr>
            <p:spPr>
              <a:xfrm>
                <a:off x="5229921" y="1032637"/>
                <a:ext cx="76463" cy="56407"/>
              </a:xfrm>
              <a:custGeom>
                <a:avLst/>
                <a:gdLst/>
                <a:ahLst/>
                <a:cxnLst/>
                <a:rect l="l" t="t" r="r" b="b"/>
                <a:pathLst>
                  <a:path w="3268" h="2408" extrusionOk="0">
                    <a:moveTo>
                      <a:pt x="1928" y="1"/>
                    </a:moveTo>
                    <a:cubicBezTo>
                      <a:pt x="1828" y="1"/>
                      <a:pt x="1725" y="13"/>
                      <a:pt x="1623" y="40"/>
                    </a:cubicBezTo>
                    <a:cubicBezTo>
                      <a:pt x="976" y="206"/>
                      <a:pt x="1" y="1708"/>
                      <a:pt x="1" y="1708"/>
                    </a:cubicBezTo>
                    <a:cubicBezTo>
                      <a:pt x="1" y="1708"/>
                      <a:pt x="1309" y="2407"/>
                      <a:pt x="2033" y="2407"/>
                    </a:cubicBezTo>
                    <a:cubicBezTo>
                      <a:pt x="2104" y="2407"/>
                      <a:pt x="2170" y="2400"/>
                      <a:pt x="2228" y="2385"/>
                    </a:cubicBezTo>
                    <a:cubicBezTo>
                      <a:pt x="2876" y="2219"/>
                      <a:pt x="3267" y="1559"/>
                      <a:pt x="3099" y="911"/>
                    </a:cubicBezTo>
                    <a:cubicBezTo>
                      <a:pt x="2958" y="364"/>
                      <a:pt x="2468" y="1"/>
                      <a:pt x="1928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3" name="Google Shape;3583;p55"/>
              <p:cNvSpPr/>
              <p:nvPr/>
            </p:nvSpPr>
            <p:spPr>
              <a:xfrm>
                <a:off x="5436544" y="936805"/>
                <a:ext cx="47918" cy="35395"/>
              </a:xfrm>
              <a:custGeom>
                <a:avLst/>
                <a:gdLst/>
                <a:ahLst/>
                <a:cxnLst/>
                <a:rect l="l" t="t" r="r" b="b"/>
                <a:pathLst>
                  <a:path w="2048" h="1511" extrusionOk="0">
                    <a:moveTo>
                      <a:pt x="1213" y="1"/>
                    </a:moveTo>
                    <a:cubicBezTo>
                      <a:pt x="1156" y="1"/>
                      <a:pt x="1098" y="7"/>
                      <a:pt x="1041" y="20"/>
                    </a:cubicBezTo>
                    <a:cubicBezTo>
                      <a:pt x="633" y="116"/>
                      <a:pt x="0" y="1044"/>
                      <a:pt x="0" y="1044"/>
                    </a:cubicBezTo>
                    <a:cubicBezTo>
                      <a:pt x="0" y="1044"/>
                      <a:pt x="828" y="1510"/>
                      <a:pt x="1279" y="1510"/>
                    </a:cubicBezTo>
                    <a:cubicBezTo>
                      <a:pt x="1317" y="1510"/>
                      <a:pt x="1353" y="1507"/>
                      <a:pt x="1386" y="1499"/>
                    </a:cubicBezTo>
                    <a:cubicBezTo>
                      <a:pt x="1793" y="1404"/>
                      <a:pt x="2047" y="995"/>
                      <a:pt x="1952" y="588"/>
                    </a:cubicBezTo>
                    <a:cubicBezTo>
                      <a:pt x="1871" y="237"/>
                      <a:pt x="1557" y="1"/>
                      <a:pt x="121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4" name="Google Shape;3584;p55"/>
              <p:cNvSpPr/>
              <p:nvPr/>
            </p:nvSpPr>
            <p:spPr>
              <a:xfrm>
                <a:off x="5322271" y="873441"/>
                <a:ext cx="61559" cy="73133"/>
              </a:xfrm>
              <a:custGeom>
                <a:avLst/>
                <a:gdLst/>
                <a:ahLst/>
                <a:cxnLst/>
                <a:rect l="l" t="t" r="r" b="b"/>
                <a:pathLst>
                  <a:path w="2631" h="3122" extrusionOk="0">
                    <a:moveTo>
                      <a:pt x="1744" y="1"/>
                    </a:moveTo>
                    <a:cubicBezTo>
                      <a:pt x="1744" y="1"/>
                      <a:pt x="291" y="1013"/>
                      <a:pt x="146" y="1660"/>
                    </a:cubicBezTo>
                    <a:cubicBezTo>
                      <a:pt x="0" y="2307"/>
                      <a:pt x="408" y="2949"/>
                      <a:pt x="1055" y="3093"/>
                    </a:cubicBezTo>
                    <a:cubicBezTo>
                      <a:pt x="1143" y="3112"/>
                      <a:pt x="1230" y="3122"/>
                      <a:pt x="1317" y="3122"/>
                    </a:cubicBezTo>
                    <a:cubicBezTo>
                      <a:pt x="1866" y="3122"/>
                      <a:pt x="2362" y="2741"/>
                      <a:pt x="2486" y="2183"/>
                    </a:cubicBezTo>
                    <a:cubicBezTo>
                      <a:pt x="2631" y="1537"/>
                      <a:pt x="1744" y="1"/>
                      <a:pt x="1744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5" name="Google Shape;3585;p55"/>
              <p:cNvSpPr/>
              <p:nvPr/>
            </p:nvSpPr>
            <p:spPr>
              <a:xfrm>
                <a:off x="5096719" y="1003590"/>
                <a:ext cx="48105" cy="48818"/>
              </a:xfrm>
              <a:custGeom>
                <a:avLst/>
                <a:gdLst/>
                <a:ahLst/>
                <a:cxnLst/>
                <a:rect l="l" t="t" r="r" b="b"/>
                <a:pathLst>
                  <a:path w="2056" h="2084" extrusionOk="0">
                    <a:moveTo>
                      <a:pt x="1029" y="0"/>
                    </a:moveTo>
                    <a:cubicBezTo>
                      <a:pt x="761" y="0"/>
                      <a:pt x="495" y="118"/>
                      <a:pt x="315" y="344"/>
                    </a:cubicBezTo>
                    <a:cubicBezTo>
                      <a:pt x="0" y="737"/>
                      <a:pt x="94" y="2084"/>
                      <a:pt x="94" y="2084"/>
                    </a:cubicBezTo>
                    <a:cubicBezTo>
                      <a:pt x="94" y="2084"/>
                      <a:pt x="1428" y="1876"/>
                      <a:pt x="1741" y="1481"/>
                    </a:cubicBezTo>
                    <a:cubicBezTo>
                      <a:pt x="2055" y="1087"/>
                      <a:pt x="1990" y="513"/>
                      <a:pt x="1597" y="199"/>
                    </a:cubicBezTo>
                    <a:cubicBezTo>
                      <a:pt x="1429" y="65"/>
                      <a:pt x="1228" y="0"/>
                      <a:pt x="1029" y="0"/>
                    </a:cubicBezTo>
                    <a:close/>
                  </a:path>
                </a:pathLst>
              </a:custGeom>
              <a:solidFill>
                <a:srgbClr val="AABA4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6" name="Google Shape;3586;p55"/>
              <p:cNvSpPr/>
              <p:nvPr/>
            </p:nvSpPr>
            <p:spPr>
              <a:xfrm>
                <a:off x="5605965" y="972177"/>
                <a:ext cx="50702" cy="40268"/>
              </a:xfrm>
              <a:custGeom>
                <a:avLst/>
                <a:gdLst/>
                <a:ahLst/>
                <a:cxnLst/>
                <a:rect l="l" t="t" r="r" b="b"/>
                <a:pathLst>
                  <a:path w="2167" h="1719" extrusionOk="0">
                    <a:moveTo>
                      <a:pt x="917" y="0"/>
                    </a:moveTo>
                    <a:cubicBezTo>
                      <a:pt x="464" y="0"/>
                      <a:pt x="0" y="74"/>
                      <a:pt x="0" y="74"/>
                    </a:cubicBezTo>
                    <a:cubicBezTo>
                      <a:pt x="0" y="74"/>
                      <a:pt x="309" y="1313"/>
                      <a:pt x="708" y="1576"/>
                    </a:cubicBezTo>
                    <a:cubicBezTo>
                      <a:pt x="854" y="1673"/>
                      <a:pt x="1019" y="1719"/>
                      <a:pt x="1183" y="1719"/>
                    </a:cubicBezTo>
                    <a:cubicBezTo>
                      <a:pt x="1463" y="1719"/>
                      <a:pt x="1738" y="1583"/>
                      <a:pt x="1904" y="1331"/>
                    </a:cubicBezTo>
                    <a:cubicBezTo>
                      <a:pt x="2166" y="934"/>
                      <a:pt x="2058" y="397"/>
                      <a:pt x="1659" y="135"/>
                    </a:cubicBezTo>
                    <a:cubicBezTo>
                      <a:pt x="1502" y="32"/>
                      <a:pt x="1212" y="0"/>
                      <a:pt x="917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7" name="Google Shape;3587;p55"/>
              <p:cNvSpPr/>
              <p:nvPr/>
            </p:nvSpPr>
            <p:spPr>
              <a:xfrm>
                <a:off x="5620214" y="849055"/>
                <a:ext cx="55218" cy="51933"/>
              </a:xfrm>
              <a:custGeom>
                <a:avLst/>
                <a:gdLst/>
                <a:ahLst/>
                <a:cxnLst/>
                <a:rect l="l" t="t" r="r" b="b"/>
                <a:pathLst>
                  <a:path w="2360" h="2217" extrusionOk="0">
                    <a:moveTo>
                      <a:pt x="1219" y="1"/>
                    </a:moveTo>
                    <a:cubicBezTo>
                      <a:pt x="960" y="1"/>
                      <a:pt x="700" y="98"/>
                      <a:pt x="499" y="293"/>
                    </a:cubicBezTo>
                    <a:cubicBezTo>
                      <a:pt x="89" y="690"/>
                      <a:pt x="1" y="2217"/>
                      <a:pt x="1" y="2217"/>
                    </a:cubicBezTo>
                    <a:cubicBezTo>
                      <a:pt x="1" y="2217"/>
                      <a:pt x="1529" y="2177"/>
                      <a:pt x="1939" y="1778"/>
                    </a:cubicBezTo>
                    <a:cubicBezTo>
                      <a:pt x="2349" y="1381"/>
                      <a:pt x="2359" y="726"/>
                      <a:pt x="1962" y="315"/>
                    </a:cubicBezTo>
                    <a:cubicBezTo>
                      <a:pt x="1759" y="106"/>
                      <a:pt x="1489" y="1"/>
                      <a:pt x="1219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8" name="Google Shape;3588;p55"/>
              <p:cNvSpPr/>
              <p:nvPr/>
            </p:nvSpPr>
            <p:spPr>
              <a:xfrm>
                <a:off x="5774685" y="995602"/>
                <a:ext cx="47848" cy="51441"/>
              </a:xfrm>
              <a:custGeom>
                <a:avLst/>
                <a:gdLst/>
                <a:ahLst/>
                <a:cxnLst/>
                <a:rect l="l" t="t" r="r" b="b"/>
                <a:pathLst>
                  <a:path w="2045" h="2196" extrusionOk="0">
                    <a:moveTo>
                      <a:pt x="1020" y="0"/>
                    </a:moveTo>
                    <a:cubicBezTo>
                      <a:pt x="880" y="0"/>
                      <a:pt x="738" y="33"/>
                      <a:pt x="605" y="103"/>
                    </a:cubicBezTo>
                    <a:cubicBezTo>
                      <a:pt x="168" y="334"/>
                      <a:pt x="0" y="874"/>
                      <a:pt x="230" y="1312"/>
                    </a:cubicBezTo>
                    <a:cubicBezTo>
                      <a:pt x="461" y="1749"/>
                      <a:pt x="1706" y="2195"/>
                      <a:pt x="1706" y="2195"/>
                    </a:cubicBezTo>
                    <a:cubicBezTo>
                      <a:pt x="1706" y="2195"/>
                      <a:pt x="2044" y="915"/>
                      <a:pt x="1814" y="478"/>
                    </a:cubicBezTo>
                    <a:cubicBezTo>
                      <a:pt x="1654" y="174"/>
                      <a:pt x="1342" y="0"/>
                      <a:pt x="102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9" name="Google Shape;3589;p55"/>
              <p:cNvSpPr/>
              <p:nvPr/>
            </p:nvSpPr>
            <p:spPr>
              <a:xfrm>
                <a:off x="5815911" y="798223"/>
                <a:ext cx="56575" cy="58211"/>
              </a:xfrm>
              <a:custGeom>
                <a:avLst/>
                <a:gdLst/>
                <a:ahLst/>
                <a:cxnLst/>
                <a:rect l="l" t="t" r="r" b="b"/>
                <a:pathLst>
                  <a:path w="2418" h="2485" extrusionOk="0">
                    <a:moveTo>
                      <a:pt x="1210" y="1"/>
                    </a:moveTo>
                    <a:cubicBezTo>
                      <a:pt x="880" y="1"/>
                      <a:pt x="555" y="153"/>
                      <a:pt x="346" y="439"/>
                    </a:cubicBezTo>
                    <a:cubicBezTo>
                      <a:pt x="0" y="916"/>
                      <a:pt x="177" y="2484"/>
                      <a:pt x="177" y="2484"/>
                    </a:cubicBezTo>
                    <a:cubicBezTo>
                      <a:pt x="177" y="2484"/>
                      <a:pt x="1725" y="2173"/>
                      <a:pt x="2072" y="1696"/>
                    </a:cubicBezTo>
                    <a:cubicBezTo>
                      <a:pt x="2417" y="1219"/>
                      <a:pt x="2313" y="552"/>
                      <a:pt x="1837" y="206"/>
                    </a:cubicBezTo>
                    <a:cubicBezTo>
                      <a:pt x="1647" y="67"/>
                      <a:pt x="1428" y="1"/>
                      <a:pt x="1210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0" name="Google Shape;3590;p55"/>
              <p:cNvSpPr/>
              <p:nvPr/>
            </p:nvSpPr>
            <p:spPr>
              <a:xfrm>
                <a:off x="5260712" y="936782"/>
                <a:ext cx="203348" cy="667097"/>
              </a:xfrm>
              <a:custGeom>
                <a:avLst/>
                <a:gdLst/>
                <a:ahLst/>
                <a:cxnLst/>
                <a:rect l="l" t="t" r="r" b="b"/>
                <a:pathLst>
                  <a:path w="8691" h="28478" extrusionOk="0">
                    <a:moveTo>
                      <a:pt x="5902" y="1"/>
                    </a:moveTo>
                    <a:cubicBezTo>
                      <a:pt x="5875" y="19"/>
                      <a:pt x="5846" y="37"/>
                      <a:pt x="5819" y="55"/>
                    </a:cubicBezTo>
                    <a:cubicBezTo>
                      <a:pt x="5773" y="85"/>
                      <a:pt x="5725" y="114"/>
                      <a:pt x="5677" y="142"/>
                    </a:cubicBezTo>
                    <a:cubicBezTo>
                      <a:pt x="5654" y="158"/>
                      <a:pt x="5630" y="172"/>
                      <a:pt x="5605" y="186"/>
                    </a:cubicBezTo>
                    <a:cubicBezTo>
                      <a:pt x="5594" y="231"/>
                      <a:pt x="5586" y="256"/>
                      <a:pt x="5575" y="301"/>
                    </a:cubicBezTo>
                    <a:lnTo>
                      <a:pt x="7331" y="3379"/>
                    </a:lnTo>
                    <a:cubicBezTo>
                      <a:pt x="7905" y="4383"/>
                      <a:pt x="8141" y="5515"/>
                      <a:pt x="8046" y="6621"/>
                    </a:cubicBezTo>
                    <a:cubicBezTo>
                      <a:pt x="7979" y="7428"/>
                      <a:pt x="7736" y="8220"/>
                      <a:pt x="7321" y="8941"/>
                    </a:cubicBezTo>
                    <a:cubicBezTo>
                      <a:pt x="7229" y="9102"/>
                      <a:pt x="7127" y="9260"/>
                      <a:pt x="7017" y="9412"/>
                    </a:cubicBezTo>
                    <a:lnTo>
                      <a:pt x="6252" y="10479"/>
                    </a:lnTo>
                    <a:lnTo>
                      <a:pt x="1424" y="17202"/>
                    </a:lnTo>
                    <a:cubicBezTo>
                      <a:pt x="1354" y="17299"/>
                      <a:pt x="1288" y="17397"/>
                      <a:pt x="1224" y="17497"/>
                    </a:cubicBezTo>
                    <a:cubicBezTo>
                      <a:pt x="269" y="18996"/>
                      <a:pt x="1" y="20845"/>
                      <a:pt x="501" y="22570"/>
                    </a:cubicBezTo>
                    <a:lnTo>
                      <a:pt x="1139" y="24772"/>
                    </a:lnTo>
                    <a:lnTo>
                      <a:pt x="1277" y="25247"/>
                    </a:lnTo>
                    <a:cubicBezTo>
                      <a:pt x="1387" y="25629"/>
                      <a:pt x="1474" y="26014"/>
                      <a:pt x="1536" y="26404"/>
                    </a:cubicBezTo>
                    <a:cubicBezTo>
                      <a:pt x="1608" y="26854"/>
                      <a:pt x="1647" y="27306"/>
                      <a:pt x="1655" y="27761"/>
                    </a:cubicBezTo>
                    <a:cubicBezTo>
                      <a:pt x="1657" y="27881"/>
                      <a:pt x="1657" y="28002"/>
                      <a:pt x="1655" y="28122"/>
                    </a:cubicBezTo>
                    <a:cubicBezTo>
                      <a:pt x="1652" y="28240"/>
                      <a:pt x="1649" y="28360"/>
                      <a:pt x="1642" y="28478"/>
                    </a:cubicBezTo>
                    <a:lnTo>
                      <a:pt x="4882" y="28478"/>
                    </a:lnTo>
                    <a:cubicBezTo>
                      <a:pt x="4736" y="28206"/>
                      <a:pt x="4591" y="27932"/>
                      <a:pt x="4452" y="27660"/>
                    </a:cubicBezTo>
                    <a:cubicBezTo>
                      <a:pt x="3825" y="26447"/>
                      <a:pt x="3277" y="25249"/>
                      <a:pt x="2912" y="24193"/>
                    </a:cubicBezTo>
                    <a:cubicBezTo>
                      <a:pt x="2616" y="23335"/>
                      <a:pt x="2441" y="22568"/>
                      <a:pt x="2441" y="21958"/>
                    </a:cubicBezTo>
                    <a:cubicBezTo>
                      <a:pt x="2441" y="20773"/>
                      <a:pt x="2925" y="19437"/>
                      <a:pt x="3624" y="18027"/>
                    </a:cubicBezTo>
                    <a:cubicBezTo>
                      <a:pt x="4707" y="15841"/>
                      <a:pt x="6303" y="13482"/>
                      <a:pt x="7402" y="11246"/>
                    </a:cubicBezTo>
                    <a:cubicBezTo>
                      <a:pt x="7780" y="10476"/>
                      <a:pt x="8101" y="9720"/>
                      <a:pt x="8318" y="8992"/>
                    </a:cubicBezTo>
                    <a:cubicBezTo>
                      <a:pt x="8390" y="8754"/>
                      <a:pt x="8450" y="8518"/>
                      <a:pt x="8500" y="8287"/>
                    </a:cubicBezTo>
                    <a:cubicBezTo>
                      <a:pt x="8653" y="7553"/>
                      <a:pt x="8690" y="6861"/>
                      <a:pt x="8645" y="6216"/>
                    </a:cubicBezTo>
                    <a:cubicBezTo>
                      <a:pt x="8476" y="3760"/>
                      <a:pt x="7122" y="2004"/>
                      <a:pt x="6528" y="1343"/>
                    </a:cubicBezTo>
                    <a:cubicBezTo>
                      <a:pt x="6363" y="1159"/>
                      <a:pt x="6321" y="896"/>
                      <a:pt x="6421" y="670"/>
                    </a:cubicBezTo>
                    <a:lnTo>
                      <a:pt x="5902" y="1"/>
                    </a:ln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1" name="Google Shape;3591;p55"/>
              <p:cNvSpPr/>
              <p:nvPr/>
            </p:nvSpPr>
            <p:spPr>
              <a:xfrm>
                <a:off x="5495436" y="771870"/>
                <a:ext cx="42326" cy="268661"/>
              </a:xfrm>
              <a:custGeom>
                <a:avLst/>
                <a:gdLst/>
                <a:ahLst/>
                <a:cxnLst/>
                <a:rect l="l" t="t" r="r" b="b"/>
                <a:pathLst>
                  <a:path w="1809" h="11469" extrusionOk="0">
                    <a:moveTo>
                      <a:pt x="1507" y="0"/>
                    </a:moveTo>
                    <a:cubicBezTo>
                      <a:pt x="1358" y="585"/>
                      <a:pt x="1091" y="1123"/>
                      <a:pt x="736" y="1589"/>
                    </a:cubicBezTo>
                    <a:lnTo>
                      <a:pt x="486" y="10778"/>
                    </a:lnTo>
                    <a:cubicBezTo>
                      <a:pt x="479" y="11121"/>
                      <a:pt x="267" y="11366"/>
                      <a:pt x="1" y="11468"/>
                    </a:cubicBezTo>
                    <a:lnTo>
                      <a:pt x="894" y="11133"/>
                    </a:lnTo>
                    <a:lnTo>
                      <a:pt x="1193" y="2195"/>
                    </a:lnTo>
                    <a:cubicBezTo>
                      <a:pt x="1203" y="1918"/>
                      <a:pt x="1431" y="1698"/>
                      <a:pt x="1708" y="1698"/>
                    </a:cubicBezTo>
                    <a:lnTo>
                      <a:pt x="1690" y="722"/>
                    </a:lnTo>
                    <a:lnTo>
                      <a:pt x="1809" y="582"/>
                    </a:lnTo>
                    <a:cubicBezTo>
                      <a:pt x="1751" y="418"/>
                      <a:pt x="1711" y="246"/>
                      <a:pt x="1691" y="66"/>
                    </a:cubicBezTo>
                    <a:lnTo>
                      <a:pt x="1561" y="215"/>
                    </a:lnTo>
                    <a:lnTo>
                      <a:pt x="1559" y="8"/>
                    </a:lnTo>
                    <a:cubicBezTo>
                      <a:pt x="1542" y="6"/>
                      <a:pt x="1525" y="4"/>
                      <a:pt x="1507" y="0"/>
                    </a:cubicBez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2" name="Google Shape;3592;p55"/>
              <p:cNvSpPr/>
              <p:nvPr/>
            </p:nvSpPr>
            <p:spPr>
              <a:xfrm>
                <a:off x="5495155" y="1040508"/>
                <a:ext cx="304" cy="94"/>
              </a:xfrm>
              <a:custGeom>
                <a:avLst/>
                <a:gdLst/>
                <a:ahLst/>
                <a:cxnLst/>
                <a:rect l="l" t="t" r="r" b="b"/>
                <a:pathLst>
                  <a:path w="13" h="4" extrusionOk="0">
                    <a:moveTo>
                      <a:pt x="0" y="3"/>
                    </a:moveTo>
                    <a:lnTo>
                      <a:pt x="0" y="3"/>
                    </a:lnTo>
                    <a:lnTo>
                      <a:pt x="13" y="0"/>
                    </a:lnTo>
                    <a:close/>
                  </a:path>
                </a:pathLst>
              </a:custGeom>
              <a:solidFill>
                <a:srgbClr val="753F5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3" name="Google Shape;3593;p55"/>
              <p:cNvSpPr/>
              <p:nvPr/>
            </p:nvSpPr>
            <p:spPr>
              <a:xfrm>
                <a:off x="5596981" y="851749"/>
                <a:ext cx="206974" cy="208740"/>
              </a:xfrm>
              <a:custGeom>
                <a:avLst/>
                <a:gdLst/>
                <a:ahLst/>
                <a:cxnLst/>
                <a:rect l="l" t="t" r="r" b="b"/>
                <a:pathLst>
                  <a:path w="8846" h="8911" extrusionOk="0">
                    <a:moveTo>
                      <a:pt x="8497" y="0"/>
                    </a:moveTo>
                    <a:lnTo>
                      <a:pt x="8238" y="2226"/>
                    </a:lnTo>
                    <a:lnTo>
                      <a:pt x="3521" y="8240"/>
                    </a:lnTo>
                    <a:lnTo>
                      <a:pt x="4057" y="4589"/>
                    </a:lnTo>
                    <a:cubicBezTo>
                      <a:pt x="4042" y="4586"/>
                      <a:pt x="4048" y="4588"/>
                      <a:pt x="4033" y="4584"/>
                    </a:cubicBezTo>
                    <a:lnTo>
                      <a:pt x="3017" y="8347"/>
                    </a:lnTo>
                    <a:lnTo>
                      <a:pt x="1" y="8911"/>
                    </a:lnTo>
                    <a:lnTo>
                      <a:pt x="1" y="8911"/>
                    </a:lnTo>
                    <a:lnTo>
                      <a:pt x="3042" y="8848"/>
                    </a:lnTo>
                    <a:cubicBezTo>
                      <a:pt x="3425" y="8840"/>
                      <a:pt x="3784" y="8655"/>
                      <a:pt x="4014" y="8349"/>
                    </a:cubicBezTo>
                    <a:lnTo>
                      <a:pt x="8559" y="2280"/>
                    </a:lnTo>
                    <a:lnTo>
                      <a:pt x="8845" y="84"/>
                    </a:lnTo>
                    <a:cubicBezTo>
                      <a:pt x="8727" y="60"/>
                      <a:pt x="8610" y="31"/>
                      <a:pt x="8497" y="0"/>
                    </a:cubicBez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4" name="Google Shape;3594;p55"/>
              <p:cNvSpPr/>
              <p:nvPr/>
            </p:nvSpPr>
            <p:spPr>
              <a:xfrm>
                <a:off x="5538276" y="913334"/>
                <a:ext cx="120310" cy="53714"/>
              </a:xfrm>
              <a:custGeom>
                <a:avLst/>
                <a:gdLst/>
                <a:ahLst/>
                <a:cxnLst/>
                <a:rect l="l" t="t" r="r" b="b"/>
                <a:pathLst>
                  <a:path w="5142" h="2293" extrusionOk="0">
                    <a:moveTo>
                      <a:pt x="5085" y="1"/>
                    </a:moveTo>
                    <a:lnTo>
                      <a:pt x="0" y="2292"/>
                    </a:lnTo>
                    <a:lnTo>
                      <a:pt x="4684" y="366"/>
                    </a:lnTo>
                    <a:lnTo>
                      <a:pt x="4920" y="545"/>
                    </a:lnTo>
                    <a:lnTo>
                      <a:pt x="5141" y="440"/>
                    </a:lnTo>
                    <a:cubicBezTo>
                      <a:pt x="5109" y="298"/>
                      <a:pt x="5089" y="151"/>
                      <a:pt x="5085" y="1"/>
                    </a:cubicBez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5" name="Google Shape;3595;p55"/>
              <p:cNvSpPr/>
              <p:nvPr/>
            </p:nvSpPr>
            <p:spPr>
              <a:xfrm>
                <a:off x="5404794" y="1101788"/>
                <a:ext cx="220896" cy="502021"/>
              </a:xfrm>
              <a:custGeom>
                <a:avLst/>
                <a:gdLst/>
                <a:ahLst/>
                <a:cxnLst/>
                <a:rect l="l" t="t" r="r" b="b"/>
                <a:pathLst>
                  <a:path w="9441" h="21431" extrusionOk="0">
                    <a:moveTo>
                      <a:pt x="9440" y="0"/>
                    </a:moveTo>
                    <a:cubicBezTo>
                      <a:pt x="9440" y="0"/>
                      <a:pt x="6574" y="17"/>
                      <a:pt x="5247" y="2892"/>
                    </a:cubicBezTo>
                    <a:cubicBezTo>
                      <a:pt x="4348" y="4840"/>
                      <a:pt x="3663" y="6723"/>
                      <a:pt x="3318" y="7734"/>
                    </a:cubicBezTo>
                    <a:cubicBezTo>
                      <a:pt x="3155" y="8207"/>
                      <a:pt x="2753" y="8558"/>
                      <a:pt x="2262" y="8652"/>
                    </a:cubicBezTo>
                    <a:lnTo>
                      <a:pt x="0" y="9089"/>
                    </a:lnTo>
                    <a:lnTo>
                      <a:pt x="1367" y="9333"/>
                    </a:lnTo>
                    <a:cubicBezTo>
                      <a:pt x="2226" y="9486"/>
                      <a:pt x="2748" y="10364"/>
                      <a:pt x="2475" y="11191"/>
                    </a:cubicBezTo>
                    <a:cubicBezTo>
                      <a:pt x="2136" y="12215"/>
                      <a:pt x="1787" y="13557"/>
                      <a:pt x="1837" y="14626"/>
                    </a:cubicBezTo>
                    <a:cubicBezTo>
                      <a:pt x="1932" y="16639"/>
                      <a:pt x="4337" y="21431"/>
                      <a:pt x="4337" y="21431"/>
                    </a:cubicBezTo>
                    <a:lnTo>
                      <a:pt x="6654" y="21431"/>
                    </a:lnTo>
                    <a:lnTo>
                      <a:pt x="6136" y="20332"/>
                    </a:lnTo>
                    <a:lnTo>
                      <a:pt x="4808" y="17518"/>
                    </a:lnTo>
                    <a:lnTo>
                      <a:pt x="3577" y="14911"/>
                    </a:lnTo>
                    <a:lnTo>
                      <a:pt x="3517" y="14784"/>
                    </a:lnTo>
                    <a:cubicBezTo>
                      <a:pt x="3144" y="13991"/>
                      <a:pt x="3041" y="13104"/>
                      <a:pt x="3215" y="12256"/>
                    </a:cubicBezTo>
                    <a:cubicBezTo>
                      <a:pt x="3250" y="12084"/>
                      <a:pt x="3297" y="11914"/>
                      <a:pt x="3355" y="11748"/>
                    </a:cubicBezTo>
                    <a:lnTo>
                      <a:pt x="5087" y="6769"/>
                    </a:lnTo>
                    <a:lnTo>
                      <a:pt x="6883" y="2199"/>
                    </a:lnTo>
                    <a:cubicBezTo>
                      <a:pt x="7429" y="1379"/>
                      <a:pt x="8170" y="694"/>
                      <a:pt x="9048" y="215"/>
                    </a:cubicBezTo>
                    <a:lnTo>
                      <a:pt x="9440" y="0"/>
                    </a:ln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596" name="Google Shape;3596;p55"/>
            <p:cNvSpPr/>
            <p:nvPr/>
          </p:nvSpPr>
          <p:spPr>
            <a:xfrm>
              <a:off x="3637540" y="713579"/>
              <a:ext cx="965405" cy="796587"/>
            </a:xfrm>
            <a:custGeom>
              <a:avLst/>
              <a:gdLst/>
              <a:ahLst/>
              <a:cxnLst/>
              <a:rect l="l" t="t" r="r" b="b"/>
              <a:pathLst>
                <a:path w="9054" h="7462" extrusionOk="0">
                  <a:moveTo>
                    <a:pt x="2640" y="0"/>
                  </a:moveTo>
                  <a:cubicBezTo>
                    <a:pt x="1183" y="1"/>
                    <a:pt x="1" y="1182"/>
                    <a:pt x="1" y="2640"/>
                  </a:cubicBezTo>
                  <a:cubicBezTo>
                    <a:pt x="1" y="3791"/>
                    <a:pt x="738" y="4770"/>
                    <a:pt x="1767" y="5130"/>
                  </a:cubicBezTo>
                  <a:cubicBezTo>
                    <a:pt x="1958" y="5199"/>
                    <a:pt x="2162" y="5245"/>
                    <a:pt x="2373" y="5266"/>
                  </a:cubicBezTo>
                  <a:cubicBezTo>
                    <a:pt x="2415" y="5269"/>
                    <a:pt x="2457" y="5273"/>
                    <a:pt x="2500" y="5276"/>
                  </a:cubicBezTo>
                  <a:cubicBezTo>
                    <a:pt x="2501" y="5292"/>
                    <a:pt x="2503" y="5309"/>
                    <a:pt x="2505" y="5324"/>
                  </a:cubicBezTo>
                  <a:cubicBezTo>
                    <a:pt x="2525" y="5503"/>
                    <a:pt x="2564" y="5674"/>
                    <a:pt x="2623" y="5840"/>
                  </a:cubicBezTo>
                  <a:cubicBezTo>
                    <a:pt x="2952" y="6785"/>
                    <a:pt x="3849" y="7461"/>
                    <a:pt x="4907" y="7461"/>
                  </a:cubicBezTo>
                  <a:cubicBezTo>
                    <a:pt x="6243" y="7461"/>
                    <a:pt x="7326" y="6378"/>
                    <a:pt x="7326" y="5042"/>
                  </a:cubicBezTo>
                  <a:cubicBezTo>
                    <a:pt x="7326" y="4903"/>
                    <a:pt x="7313" y="4766"/>
                    <a:pt x="7291" y="4633"/>
                  </a:cubicBezTo>
                  <a:cubicBezTo>
                    <a:pt x="8299" y="4410"/>
                    <a:pt x="9053" y="3511"/>
                    <a:pt x="9053" y="2437"/>
                  </a:cubicBezTo>
                  <a:cubicBezTo>
                    <a:pt x="9053" y="1195"/>
                    <a:pt x="8045" y="187"/>
                    <a:pt x="6803" y="187"/>
                  </a:cubicBezTo>
                  <a:cubicBezTo>
                    <a:pt x="5994" y="187"/>
                    <a:pt x="5285" y="614"/>
                    <a:pt x="4887" y="1255"/>
                  </a:cubicBezTo>
                  <a:cubicBezTo>
                    <a:pt x="4423" y="503"/>
                    <a:pt x="3590" y="0"/>
                    <a:pt x="2640" y="0"/>
                  </a:cubicBezTo>
                  <a:close/>
                </a:path>
              </a:pathLst>
            </a:custGeom>
            <a:solidFill>
              <a:srgbClr val="FFFFFF">
                <a:alpha val="142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7" name="Google Shape;3597;p55"/>
            <p:cNvSpPr/>
            <p:nvPr/>
          </p:nvSpPr>
          <p:spPr>
            <a:xfrm>
              <a:off x="4090355" y="901036"/>
              <a:ext cx="231168" cy="254498"/>
            </a:xfrm>
            <a:custGeom>
              <a:avLst/>
              <a:gdLst/>
              <a:ahLst/>
              <a:cxnLst/>
              <a:rect l="l" t="t" r="r" b="b"/>
              <a:pathLst>
                <a:path w="2168" h="2384" extrusionOk="0">
                  <a:moveTo>
                    <a:pt x="1086" y="0"/>
                  </a:moveTo>
                  <a:cubicBezTo>
                    <a:pt x="720" y="0"/>
                    <a:pt x="370" y="212"/>
                    <a:pt x="213" y="568"/>
                  </a:cubicBezTo>
                  <a:cubicBezTo>
                    <a:pt x="1" y="1050"/>
                    <a:pt x="454" y="2384"/>
                    <a:pt x="454" y="2384"/>
                  </a:cubicBezTo>
                  <a:cubicBezTo>
                    <a:pt x="454" y="2384"/>
                    <a:pt x="1744" y="1819"/>
                    <a:pt x="1957" y="1338"/>
                  </a:cubicBezTo>
                  <a:cubicBezTo>
                    <a:pt x="2168" y="856"/>
                    <a:pt x="1950" y="294"/>
                    <a:pt x="1470" y="81"/>
                  </a:cubicBezTo>
                  <a:cubicBezTo>
                    <a:pt x="1345" y="26"/>
                    <a:pt x="1214" y="0"/>
                    <a:pt x="1086" y="0"/>
                  </a:cubicBezTo>
                  <a:close/>
                </a:path>
              </a:pathLst>
            </a:custGeom>
            <a:solidFill>
              <a:srgbClr val="B4B73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8" name="Google Shape;3598;p55"/>
          <p:cNvGrpSpPr/>
          <p:nvPr/>
        </p:nvGrpSpPr>
        <p:grpSpPr>
          <a:xfrm>
            <a:off x="-996750" y="3946300"/>
            <a:ext cx="10436575" cy="1197200"/>
            <a:chOff x="-646237" y="3946300"/>
            <a:chExt cx="10436575" cy="1197200"/>
          </a:xfrm>
        </p:grpSpPr>
        <p:grpSp>
          <p:nvGrpSpPr>
            <p:cNvPr id="3599" name="Google Shape;3599;p55"/>
            <p:cNvGrpSpPr/>
            <p:nvPr/>
          </p:nvGrpSpPr>
          <p:grpSpPr>
            <a:xfrm>
              <a:off x="-646237" y="4340034"/>
              <a:ext cx="10436575" cy="803466"/>
              <a:chOff x="0" y="4340034"/>
              <a:chExt cx="10436575" cy="803466"/>
            </a:xfrm>
          </p:grpSpPr>
          <p:sp>
            <p:nvSpPr>
              <p:cNvPr id="3600" name="Google Shape;3600;p55"/>
              <p:cNvSpPr/>
              <p:nvPr/>
            </p:nvSpPr>
            <p:spPr>
              <a:xfrm rot="10800000">
                <a:off x="2007684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1" name="Google Shape;3601;p55"/>
              <p:cNvSpPr/>
              <p:nvPr/>
            </p:nvSpPr>
            <p:spPr>
              <a:xfrm rot="10800000" flipH="1">
                <a:off x="0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2" name="Google Shape;3602;p55"/>
              <p:cNvSpPr/>
              <p:nvPr/>
            </p:nvSpPr>
            <p:spPr>
              <a:xfrm rot="10800000">
                <a:off x="5184834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3" name="Google Shape;3603;p55"/>
              <p:cNvSpPr/>
              <p:nvPr/>
            </p:nvSpPr>
            <p:spPr>
              <a:xfrm rot="10800000" flipH="1">
                <a:off x="3177150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4" name="Google Shape;3604;p55"/>
              <p:cNvSpPr/>
              <p:nvPr/>
            </p:nvSpPr>
            <p:spPr>
              <a:xfrm rot="10800000">
                <a:off x="8428909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5" name="Google Shape;3605;p55"/>
              <p:cNvSpPr/>
              <p:nvPr/>
            </p:nvSpPr>
            <p:spPr>
              <a:xfrm rot="10800000" flipH="1">
                <a:off x="6421225" y="4340034"/>
                <a:ext cx="2007666" cy="803466"/>
              </a:xfrm>
              <a:prstGeom prst="flowChartDocument">
                <a:avLst/>
              </a:pr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606" name="Google Shape;3606;p55"/>
            <p:cNvGrpSpPr/>
            <p:nvPr/>
          </p:nvGrpSpPr>
          <p:grpSpPr>
            <a:xfrm>
              <a:off x="3777011" y="4033243"/>
              <a:ext cx="1995146" cy="575273"/>
              <a:chOff x="2074412" y="3315245"/>
              <a:chExt cx="927457" cy="267420"/>
            </a:xfrm>
          </p:grpSpPr>
          <p:sp>
            <p:nvSpPr>
              <p:cNvPr id="3607" name="Google Shape;3607;p55"/>
              <p:cNvSpPr/>
              <p:nvPr/>
            </p:nvSpPr>
            <p:spPr>
              <a:xfrm>
                <a:off x="2161713" y="3351361"/>
                <a:ext cx="191789" cy="231298"/>
              </a:xfrm>
              <a:custGeom>
                <a:avLst/>
                <a:gdLst/>
                <a:ahLst/>
                <a:cxnLst/>
                <a:rect l="l" t="t" r="r" b="b"/>
                <a:pathLst>
                  <a:path w="8197" h="9874" extrusionOk="0">
                    <a:moveTo>
                      <a:pt x="7172" y="1"/>
                    </a:moveTo>
                    <a:lnTo>
                      <a:pt x="7172" y="1"/>
                    </a:lnTo>
                    <a:cubicBezTo>
                      <a:pt x="4099" y="1599"/>
                      <a:pt x="3892" y="4964"/>
                      <a:pt x="3523" y="7464"/>
                    </a:cubicBezTo>
                    <a:cubicBezTo>
                      <a:pt x="3359" y="5580"/>
                      <a:pt x="2090" y="985"/>
                      <a:pt x="0" y="616"/>
                    </a:cubicBezTo>
                    <a:lnTo>
                      <a:pt x="0" y="616"/>
                    </a:lnTo>
                    <a:cubicBezTo>
                      <a:pt x="2705" y="2746"/>
                      <a:pt x="1844" y="9874"/>
                      <a:pt x="1844" y="9874"/>
                    </a:cubicBezTo>
                    <a:lnTo>
                      <a:pt x="7909" y="9874"/>
                    </a:lnTo>
                    <a:cubicBezTo>
                      <a:pt x="8196" y="7044"/>
                      <a:pt x="7172" y="3279"/>
                      <a:pt x="7172" y="3278"/>
                    </a:cubicBezTo>
                    <a:lnTo>
                      <a:pt x="7172" y="3278"/>
                    </a:lnTo>
                    <a:cubicBezTo>
                      <a:pt x="7172" y="3279"/>
                      <a:pt x="7295" y="6966"/>
                      <a:pt x="5819" y="7704"/>
                    </a:cubicBezTo>
                    <a:cubicBezTo>
                      <a:pt x="5123" y="6351"/>
                      <a:pt x="5328" y="2131"/>
                      <a:pt x="7172" y="1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8" name="Google Shape;3608;p55"/>
              <p:cNvSpPr/>
              <p:nvPr/>
            </p:nvSpPr>
            <p:spPr>
              <a:xfrm>
                <a:off x="2664179" y="3315245"/>
                <a:ext cx="217878" cy="267420"/>
              </a:xfrm>
              <a:custGeom>
                <a:avLst/>
                <a:gdLst/>
                <a:ahLst/>
                <a:cxnLst/>
                <a:rect l="l" t="t" r="r" b="b"/>
                <a:pathLst>
                  <a:path w="9312" h="11416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5510" y="2559"/>
                      <a:pt x="2346" y="11416"/>
                      <a:pt x="2346" y="11416"/>
                    </a:cubicBezTo>
                    <a:lnTo>
                      <a:pt x="7642" y="11416"/>
                    </a:lnTo>
                    <a:cubicBezTo>
                      <a:pt x="7642" y="11416"/>
                      <a:pt x="5118" y="3709"/>
                      <a:pt x="9312" y="1102"/>
                    </a:cubicBezTo>
                    <a:lnTo>
                      <a:pt x="9312" y="1102"/>
                    </a:lnTo>
                    <a:cubicBezTo>
                      <a:pt x="6368" y="1913"/>
                      <a:pt x="5407" y="4656"/>
                      <a:pt x="5300" y="9241"/>
                    </a:cubicBezTo>
                    <a:cubicBezTo>
                      <a:pt x="4768" y="2950"/>
                      <a:pt x="2098" y="533"/>
                      <a:pt x="1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9" name="Google Shape;3609;p55"/>
              <p:cNvSpPr/>
              <p:nvPr/>
            </p:nvSpPr>
            <p:spPr>
              <a:xfrm>
                <a:off x="2819393" y="3353934"/>
                <a:ext cx="182477" cy="223943"/>
              </a:xfrm>
              <a:custGeom>
                <a:avLst/>
                <a:gdLst/>
                <a:ahLst/>
                <a:cxnLst/>
                <a:rect l="l" t="t" r="r" b="b"/>
                <a:pathLst>
                  <a:path w="7799" h="9560" extrusionOk="0">
                    <a:moveTo>
                      <a:pt x="7799" y="0"/>
                    </a:moveTo>
                    <a:lnTo>
                      <a:pt x="7799" y="0"/>
                    </a:lnTo>
                    <a:cubicBezTo>
                      <a:pt x="6042" y="447"/>
                      <a:pt x="3806" y="2471"/>
                      <a:pt x="3360" y="7739"/>
                    </a:cubicBezTo>
                    <a:cubicBezTo>
                      <a:pt x="3271" y="3901"/>
                      <a:pt x="2466" y="1603"/>
                      <a:pt x="0" y="923"/>
                    </a:cubicBezTo>
                    <a:lnTo>
                      <a:pt x="0" y="923"/>
                    </a:lnTo>
                    <a:cubicBezTo>
                      <a:pt x="3513" y="3107"/>
                      <a:pt x="1399" y="9560"/>
                      <a:pt x="1399" y="9560"/>
                    </a:cubicBezTo>
                    <a:lnTo>
                      <a:pt x="5835" y="9560"/>
                    </a:lnTo>
                    <a:cubicBezTo>
                      <a:pt x="5835" y="9560"/>
                      <a:pt x="3186" y="2144"/>
                      <a:pt x="7799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0" name="Google Shape;3610;p55"/>
              <p:cNvSpPr/>
              <p:nvPr/>
            </p:nvSpPr>
            <p:spPr>
              <a:xfrm>
                <a:off x="2665687" y="3375207"/>
                <a:ext cx="152388" cy="183605"/>
              </a:xfrm>
              <a:custGeom>
                <a:avLst/>
                <a:gdLst/>
                <a:ahLst/>
                <a:cxnLst/>
                <a:rect l="l" t="t" r="r" b="b"/>
                <a:pathLst>
                  <a:path w="6513" h="7838" extrusionOk="0">
                    <a:moveTo>
                      <a:pt x="6513" y="0"/>
                    </a:moveTo>
                    <a:lnTo>
                      <a:pt x="6513" y="0"/>
                    </a:lnTo>
                    <a:cubicBezTo>
                      <a:pt x="2237" y="1667"/>
                      <a:pt x="2572" y="6951"/>
                      <a:pt x="2572" y="6951"/>
                    </a:cubicBezTo>
                    <a:cubicBezTo>
                      <a:pt x="2572" y="6951"/>
                      <a:pt x="1771" y="2944"/>
                      <a:pt x="3140" y="1174"/>
                    </a:cubicBezTo>
                    <a:lnTo>
                      <a:pt x="3140" y="1174"/>
                    </a:lnTo>
                    <a:cubicBezTo>
                      <a:pt x="1" y="2977"/>
                      <a:pt x="1069" y="7838"/>
                      <a:pt x="1069" y="7838"/>
                    </a:cubicBezTo>
                    <a:lnTo>
                      <a:pt x="1069" y="7837"/>
                    </a:lnTo>
                    <a:lnTo>
                      <a:pt x="5578" y="7837"/>
                    </a:lnTo>
                    <a:cubicBezTo>
                      <a:pt x="5578" y="7837"/>
                      <a:pt x="3707" y="3277"/>
                      <a:pt x="6513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1" name="Google Shape;3611;p55"/>
              <p:cNvSpPr/>
              <p:nvPr/>
            </p:nvSpPr>
            <p:spPr>
              <a:xfrm>
                <a:off x="2074412" y="3321844"/>
                <a:ext cx="164414" cy="254208"/>
              </a:xfrm>
              <a:custGeom>
                <a:avLst/>
                <a:gdLst/>
                <a:ahLst/>
                <a:cxnLst/>
                <a:rect l="l" t="t" r="r" b="b"/>
                <a:pathLst>
                  <a:path w="7027" h="10852" extrusionOk="0">
                    <a:moveTo>
                      <a:pt x="7027" y="0"/>
                    </a:moveTo>
                    <a:lnTo>
                      <a:pt x="7027" y="0"/>
                    </a:lnTo>
                    <a:cubicBezTo>
                      <a:pt x="3755" y="1988"/>
                      <a:pt x="2954" y="9623"/>
                      <a:pt x="2954" y="9623"/>
                    </a:cubicBezTo>
                    <a:cubicBezTo>
                      <a:pt x="2954" y="9623"/>
                      <a:pt x="1950" y="2100"/>
                      <a:pt x="1" y="1563"/>
                    </a:cubicBezTo>
                    <a:lnTo>
                      <a:pt x="1" y="1563"/>
                    </a:lnTo>
                    <a:cubicBezTo>
                      <a:pt x="2751" y="6649"/>
                      <a:pt x="831" y="10852"/>
                      <a:pt x="831" y="10852"/>
                    </a:cubicBezTo>
                    <a:lnTo>
                      <a:pt x="5468" y="10852"/>
                    </a:lnTo>
                    <a:cubicBezTo>
                      <a:pt x="5468" y="10852"/>
                      <a:pt x="2924" y="5144"/>
                      <a:pt x="7027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612" name="Google Shape;3612;p55"/>
            <p:cNvGrpSpPr/>
            <p:nvPr/>
          </p:nvGrpSpPr>
          <p:grpSpPr>
            <a:xfrm>
              <a:off x="218815" y="3946300"/>
              <a:ext cx="767639" cy="575285"/>
              <a:chOff x="1286413" y="3306853"/>
              <a:chExt cx="450519" cy="337648"/>
            </a:xfrm>
          </p:grpSpPr>
          <p:sp>
            <p:nvSpPr>
              <p:cNvPr id="3613" name="Google Shape;3613;p55"/>
              <p:cNvSpPr/>
              <p:nvPr/>
            </p:nvSpPr>
            <p:spPr>
              <a:xfrm>
                <a:off x="1357869" y="3306853"/>
                <a:ext cx="275108" cy="337625"/>
              </a:xfrm>
              <a:custGeom>
                <a:avLst/>
                <a:gdLst/>
                <a:ahLst/>
                <a:cxnLst/>
                <a:rect l="l" t="t" r="r" b="b"/>
                <a:pathLst>
                  <a:path w="11758" h="14413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6955" y="3231"/>
                      <a:pt x="2962" y="14412"/>
                      <a:pt x="2962" y="14412"/>
                    </a:cubicBezTo>
                    <a:lnTo>
                      <a:pt x="9648" y="14412"/>
                    </a:lnTo>
                    <a:cubicBezTo>
                      <a:pt x="9648" y="14412"/>
                      <a:pt x="6461" y="4682"/>
                      <a:pt x="11757" y="1391"/>
                    </a:cubicBezTo>
                    <a:lnTo>
                      <a:pt x="11757" y="1391"/>
                    </a:lnTo>
                    <a:cubicBezTo>
                      <a:pt x="8039" y="2415"/>
                      <a:pt x="6825" y="5880"/>
                      <a:pt x="6691" y="11668"/>
                    </a:cubicBezTo>
                    <a:cubicBezTo>
                      <a:pt x="6018" y="3724"/>
                      <a:pt x="2648" y="673"/>
                      <a:pt x="0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4" name="Google Shape;3614;p55"/>
              <p:cNvSpPr/>
              <p:nvPr/>
            </p:nvSpPr>
            <p:spPr>
              <a:xfrm>
                <a:off x="1286413" y="3412664"/>
                <a:ext cx="192374" cy="231814"/>
              </a:xfrm>
              <a:custGeom>
                <a:avLst/>
                <a:gdLst/>
                <a:ahLst/>
                <a:cxnLst/>
                <a:rect l="l" t="t" r="r" b="b"/>
                <a:pathLst>
                  <a:path w="8222" h="9896" extrusionOk="0">
                    <a:moveTo>
                      <a:pt x="8222" y="1"/>
                    </a:moveTo>
                    <a:lnTo>
                      <a:pt x="8222" y="1"/>
                    </a:lnTo>
                    <a:cubicBezTo>
                      <a:pt x="2825" y="2105"/>
                      <a:pt x="3247" y="8774"/>
                      <a:pt x="3247" y="8774"/>
                    </a:cubicBezTo>
                    <a:cubicBezTo>
                      <a:pt x="3247" y="8774"/>
                      <a:pt x="2235" y="3716"/>
                      <a:pt x="3963" y="1482"/>
                    </a:cubicBezTo>
                    <a:lnTo>
                      <a:pt x="3963" y="1482"/>
                    </a:lnTo>
                    <a:cubicBezTo>
                      <a:pt x="1" y="3758"/>
                      <a:pt x="1350" y="9895"/>
                      <a:pt x="1350" y="9895"/>
                    </a:cubicBezTo>
                    <a:lnTo>
                      <a:pt x="1350" y="9894"/>
                    </a:lnTo>
                    <a:lnTo>
                      <a:pt x="7041" y="9894"/>
                    </a:lnTo>
                    <a:cubicBezTo>
                      <a:pt x="7041" y="9894"/>
                      <a:pt x="4682" y="4138"/>
                      <a:pt x="8222" y="1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5" name="Google Shape;3615;p55"/>
              <p:cNvSpPr/>
              <p:nvPr/>
            </p:nvSpPr>
            <p:spPr>
              <a:xfrm>
                <a:off x="1529349" y="3323555"/>
                <a:ext cx="207583" cy="320946"/>
              </a:xfrm>
              <a:custGeom>
                <a:avLst/>
                <a:gdLst/>
                <a:ahLst/>
                <a:cxnLst/>
                <a:rect l="l" t="t" r="r" b="b"/>
                <a:pathLst>
                  <a:path w="8872" h="13701" extrusionOk="0">
                    <a:moveTo>
                      <a:pt x="8872" y="0"/>
                    </a:moveTo>
                    <a:lnTo>
                      <a:pt x="8872" y="0"/>
                    </a:lnTo>
                    <a:cubicBezTo>
                      <a:pt x="4741" y="2510"/>
                      <a:pt x="3730" y="12147"/>
                      <a:pt x="3730" y="12147"/>
                    </a:cubicBezTo>
                    <a:cubicBezTo>
                      <a:pt x="3730" y="12147"/>
                      <a:pt x="2463" y="2651"/>
                      <a:pt x="1" y="1973"/>
                    </a:cubicBezTo>
                    <a:lnTo>
                      <a:pt x="1" y="1973"/>
                    </a:lnTo>
                    <a:cubicBezTo>
                      <a:pt x="3473" y="8392"/>
                      <a:pt x="1049" y="13699"/>
                      <a:pt x="1049" y="13699"/>
                    </a:cubicBezTo>
                    <a:lnTo>
                      <a:pt x="6905" y="13700"/>
                    </a:lnTo>
                    <a:cubicBezTo>
                      <a:pt x="6905" y="13700"/>
                      <a:pt x="3693" y="6494"/>
                      <a:pt x="8872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616" name="Google Shape;3616;p55"/>
            <p:cNvGrpSpPr/>
            <p:nvPr/>
          </p:nvGrpSpPr>
          <p:grpSpPr>
            <a:xfrm>
              <a:off x="8251040" y="3946300"/>
              <a:ext cx="767639" cy="575285"/>
              <a:chOff x="1286413" y="3306853"/>
              <a:chExt cx="450519" cy="337648"/>
            </a:xfrm>
          </p:grpSpPr>
          <p:sp>
            <p:nvSpPr>
              <p:cNvPr id="3617" name="Google Shape;3617;p55"/>
              <p:cNvSpPr/>
              <p:nvPr/>
            </p:nvSpPr>
            <p:spPr>
              <a:xfrm>
                <a:off x="1357869" y="3306853"/>
                <a:ext cx="275108" cy="337625"/>
              </a:xfrm>
              <a:custGeom>
                <a:avLst/>
                <a:gdLst/>
                <a:ahLst/>
                <a:cxnLst/>
                <a:rect l="l" t="t" r="r" b="b"/>
                <a:pathLst>
                  <a:path w="11758" h="14413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6955" y="3231"/>
                      <a:pt x="2962" y="14412"/>
                      <a:pt x="2962" y="14412"/>
                    </a:cubicBezTo>
                    <a:lnTo>
                      <a:pt x="9648" y="14412"/>
                    </a:lnTo>
                    <a:cubicBezTo>
                      <a:pt x="9648" y="14412"/>
                      <a:pt x="6461" y="4682"/>
                      <a:pt x="11757" y="1391"/>
                    </a:cubicBezTo>
                    <a:lnTo>
                      <a:pt x="11757" y="1391"/>
                    </a:lnTo>
                    <a:cubicBezTo>
                      <a:pt x="8039" y="2415"/>
                      <a:pt x="6825" y="5880"/>
                      <a:pt x="6691" y="11668"/>
                    </a:cubicBezTo>
                    <a:cubicBezTo>
                      <a:pt x="6018" y="3724"/>
                      <a:pt x="2648" y="673"/>
                      <a:pt x="0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8" name="Google Shape;3618;p55"/>
              <p:cNvSpPr/>
              <p:nvPr/>
            </p:nvSpPr>
            <p:spPr>
              <a:xfrm>
                <a:off x="1286413" y="3412664"/>
                <a:ext cx="192374" cy="231814"/>
              </a:xfrm>
              <a:custGeom>
                <a:avLst/>
                <a:gdLst/>
                <a:ahLst/>
                <a:cxnLst/>
                <a:rect l="l" t="t" r="r" b="b"/>
                <a:pathLst>
                  <a:path w="8222" h="9896" extrusionOk="0">
                    <a:moveTo>
                      <a:pt x="8222" y="1"/>
                    </a:moveTo>
                    <a:lnTo>
                      <a:pt x="8222" y="1"/>
                    </a:lnTo>
                    <a:cubicBezTo>
                      <a:pt x="2825" y="2105"/>
                      <a:pt x="3247" y="8774"/>
                      <a:pt x="3247" y="8774"/>
                    </a:cubicBezTo>
                    <a:cubicBezTo>
                      <a:pt x="3247" y="8774"/>
                      <a:pt x="2235" y="3716"/>
                      <a:pt x="3963" y="1482"/>
                    </a:cubicBezTo>
                    <a:lnTo>
                      <a:pt x="3963" y="1482"/>
                    </a:lnTo>
                    <a:cubicBezTo>
                      <a:pt x="1" y="3758"/>
                      <a:pt x="1350" y="9895"/>
                      <a:pt x="1350" y="9895"/>
                    </a:cubicBezTo>
                    <a:lnTo>
                      <a:pt x="1350" y="9894"/>
                    </a:lnTo>
                    <a:lnTo>
                      <a:pt x="7041" y="9894"/>
                    </a:lnTo>
                    <a:cubicBezTo>
                      <a:pt x="7041" y="9894"/>
                      <a:pt x="4682" y="4138"/>
                      <a:pt x="8222" y="1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9" name="Google Shape;3619;p55"/>
              <p:cNvSpPr/>
              <p:nvPr/>
            </p:nvSpPr>
            <p:spPr>
              <a:xfrm>
                <a:off x="1529349" y="3323555"/>
                <a:ext cx="207583" cy="320946"/>
              </a:xfrm>
              <a:custGeom>
                <a:avLst/>
                <a:gdLst/>
                <a:ahLst/>
                <a:cxnLst/>
                <a:rect l="l" t="t" r="r" b="b"/>
                <a:pathLst>
                  <a:path w="8872" h="13701" extrusionOk="0">
                    <a:moveTo>
                      <a:pt x="8872" y="0"/>
                    </a:moveTo>
                    <a:lnTo>
                      <a:pt x="8872" y="0"/>
                    </a:lnTo>
                    <a:cubicBezTo>
                      <a:pt x="4741" y="2510"/>
                      <a:pt x="3730" y="12147"/>
                      <a:pt x="3730" y="12147"/>
                    </a:cubicBezTo>
                    <a:cubicBezTo>
                      <a:pt x="3730" y="12147"/>
                      <a:pt x="2463" y="2651"/>
                      <a:pt x="1" y="1973"/>
                    </a:cubicBezTo>
                    <a:lnTo>
                      <a:pt x="1" y="1973"/>
                    </a:lnTo>
                    <a:cubicBezTo>
                      <a:pt x="3473" y="8392"/>
                      <a:pt x="1049" y="13699"/>
                      <a:pt x="1049" y="13699"/>
                    </a:cubicBezTo>
                    <a:lnTo>
                      <a:pt x="6905" y="13700"/>
                    </a:lnTo>
                    <a:cubicBezTo>
                      <a:pt x="6905" y="13700"/>
                      <a:pt x="3693" y="6494"/>
                      <a:pt x="8872" y="0"/>
                    </a:cubicBezTo>
                    <a:close/>
                  </a:path>
                </a:pathLst>
              </a:custGeom>
              <a:solidFill>
                <a:srgbClr val="B4B73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620" name="Google Shape;3620;p55"/>
          <p:cNvGrpSpPr/>
          <p:nvPr/>
        </p:nvGrpSpPr>
        <p:grpSpPr>
          <a:xfrm rot="405992">
            <a:off x="6690716" y="251230"/>
            <a:ext cx="2184194" cy="3761513"/>
            <a:chOff x="6440152" y="206608"/>
            <a:chExt cx="1988795" cy="3425006"/>
          </a:xfrm>
        </p:grpSpPr>
        <p:grpSp>
          <p:nvGrpSpPr>
            <p:cNvPr id="3621" name="Google Shape;3621;p55"/>
            <p:cNvGrpSpPr/>
            <p:nvPr/>
          </p:nvGrpSpPr>
          <p:grpSpPr>
            <a:xfrm>
              <a:off x="6440182" y="206608"/>
              <a:ext cx="1988741" cy="1315134"/>
              <a:chOff x="2074932" y="1753471"/>
              <a:chExt cx="1323269" cy="875064"/>
            </a:xfrm>
          </p:grpSpPr>
          <p:sp>
            <p:nvSpPr>
              <p:cNvPr id="3622" name="Google Shape;3622;p55"/>
              <p:cNvSpPr/>
              <p:nvPr/>
            </p:nvSpPr>
            <p:spPr>
              <a:xfrm>
                <a:off x="2309234" y="1784205"/>
                <a:ext cx="228874" cy="19724"/>
              </a:xfrm>
              <a:custGeom>
                <a:avLst/>
                <a:gdLst/>
                <a:ahLst/>
                <a:cxnLst/>
                <a:rect l="l" t="t" r="r" b="b"/>
                <a:pathLst>
                  <a:path w="9782" h="842" extrusionOk="0">
                    <a:moveTo>
                      <a:pt x="212" y="0"/>
                    </a:moveTo>
                    <a:cubicBezTo>
                      <a:pt x="107" y="0"/>
                      <a:pt x="13" y="78"/>
                      <a:pt x="6" y="184"/>
                    </a:cubicBezTo>
                    <a:cubicBezTo>
                      <a:pt x="0" y="297"/>
                      <a:pt x="90" y="389"/>
                      <a:pt x="200" y="389"/>
                    </a:cubicBezTo>
                    <a:lnTo>
                      <a:pt x="1179" y="389"/>
                    </a:lnTo>
                    <a:cubicBezTo>
                      <a:pt x="1333" y="389"/>
                      <a:pt x="1482" y="441"/>
                      <a:pt x="1601" y="536"/>
                    </a:cubicBezTo>
                    <a:cubicBezTo>
                      <a:pt x="1631" y="559"/>
                      <a:pt x="1659" y="585"/>
                      <a:pt x="1684" y="615"/>
                    </a:cubicBezTo>
                    <a:cubicBezTo>
                      <a:pt x="1750" y="688"/>
                      <a:pt x="1828" y="744"/>
                      <a:pt x="1914" y="783"/>
                    </a:cubicBezTo>
                    <a:cubicBezTo>
                      <a:pt x="2001" y="821"/>
                      <a:pt x="2097" y="841"/>
                      <a:pt x="2192" y="841"/>
                    </a:cubicBezTo>
                    <a:lnTo>
                      <a:pt x="8759" y="841"/>
                    </a:lnTo>
                    <a:cubicBezTo>
                      <a:pt x="9122" y="841"/>
                      <a:pt x="9363" y="702"/>
                      <a:pt x="9522" y="537"/>
                    </a:cubicBezTo>
                    <a:cubicBezTo>
                      <a:pt x="9624" y="431"/>
                      <a:pt x="9691" y="316"/>
                      <a:pt x="9735" y="219"/>
                    </a:cubicBezTo>
                    <a:cubicBezTo>
                      <a:pt x="9781" y="117"/>
                      <a:pt x="9708" y="0"/>
                      <a:pt x="959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3" name="Google Shape;3623;p55"/>
              <p:cNvSpPr/>
              <p:nvPr/>
            </p:nvSpPr>
            <p:spPr>
              <a:xfrm>
                <a:off x="2291359" y="1794980"/>
                <a:ext cx="45999" cy="23730"/>
              </a:xfrm>
              <a:custGeom>
                <a:avLst/>
                <a:gdLst/>
                <a:ahLst/>
                <a:cxnLst/>
                <a:rect l="l" t="t" r="r" b="b"/>
                <a:pathLst>
                  <a:path w="1966" h="1013" extrusionOk="0">
                    <a:moveTo>
                      <a:pt x="11" y="1"/>
                    </a:moveTo>
                    <a:cubicBezTo>
                      <a:pt x="5" y="1"/>
                      <a:pt x="0" y="6"/>
                      <a:pt x="0" y="12"/>
                    </a:cubicBezTo>
                    <a:lnTo>
                      <a:pt x="0" y="1012"/>
                    </a:lnTo>
                    <a:lnTo>
                      <a:pt x="1965" y="1012"/>
                    </a:lnTo>
                    <a:lnTo>
                      <a:pt x="1965" y="12"/>
                    </a:lnTo>
                    <a:cubicBezTo>
                      <a:pt x="1965" y="6"/>
                      <a:pt x="1960" y="1"/>
                      <a:pt x="195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4" name="Google Shape;3624;p55"/>
              <p:cNvSpPr/>
              <p:nvPr/>
            </p:nvSpPr>
            <p:spPr>
              <a:xfrm>
                <a:off x="2300624" y="1794980"/>
                <a:ext cx="27422" cy="23730"/>
              </a:xfrm>
              <a:custGeom>
                <a:avLst/>
                <a:gdLst/>
                <a:ahLst/>
                <a:cxnLst/>
                <a:rect l="l" t="t" r="r" b="b"/>
                <a:pathLst>
                  <a:path w="1172" h="1013" extrusionOk="0">
                    <a:moveTo>
                      <a:pt x="9" y="1"/>
                    </a:moveTo>
                    <a:cubicBezTo>
                      <a:pt x="5" y="1"/>
                      <a:pt x="1" y="5"/>
                      <a:pt x="0" y="10"/>
                    </a:cubicBezTo>
                    <a:lnTo>
                      <a:pt x="0" y="1012"/>
                    </a:lnTo>
                    <a:lnTo>
                      <a:pt x="1171" y="1012"/>
                    </a:lnTo>
                    <a:lnTo>
                      <a:pt x="1171" y="10"/>
                    </a:lnTo>
                    <a:cubicBezTo>
                      <a:pt x="1171" y="5"/>
                      <a:pt x="1168" y="1"/>
                      <a:pt x="1163" y="1"/>
                    </a:cubicBezTo>
                    <a:close/>
                  </a:path>
                </a:pathLst>
              </a:custGeom>
              <a:solidFill>
                <a:srgbClr val="FFFFFF">
                  <a:alpha val="142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5" name="Google Shape;3625;p55"/>
              <p:cNvSpPr/>
              <p:nvPr/>
            </p:nvSpPr>
            <p:spPr>
              <a:xfrm>
                <a:off x="2291359" y="1753471"/>
                <a:ext cx="46023" cy="29094"/>
              </a:xfrm>
              <a:custGeom>
                <a:avLst/>
                <a:gdLst/>
                <a:ahLst/>
                <a:cxnLst/>
                <a:rect l="l" t="t" r="r" b="b"/>
                <a:pathLst>
                  <a:path w="1967" h="1242" extrusionOk="0">
                    <a:moveTo>
                      <a:pt x="984" y="1"/>
                    </a:moveTo>
                    <a:cubicBezTo>
                      <a:pt x="440" y="1"/>
                      <a:pt x="0" y="442"/>
                      <a:pt x="0" y="984"/>
                    </a:cubicBezTo>
                    <a:lnTo>
                      <a:pt x="0" y="1139"/>
                    </a:lnTo>
                    <a:cubicBezTo>
                      <a:pt x="0" y="1196"/>
                      <a:pt x="46" y="1242"/>
                      <a:pt x="103" y="1242"/>
                    </a:cubicBezTo>
                    <a:lnTo>
                      <a:pt x="1864" y="1242"/>
                    </a:lnTo>
                    <a:cubicBezTo>
                      <a:pt x="1920" y="1242"/>
                      <a:pt x="1966" y="1196"/>
                      <a:pt x="1966" y="1139"/>
                    </a:cubicBezTo>
                    <a:lnTo>
                      <a:pt x="1966" y="984"/>
                    </a:lnTo>
                    <a:cubicBezTo>
                      <a:pt x="1966" y="441"/>
                      <a:pt x="1525" y="1"/>
                      <a:pt x="98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6" name="Google Shape;3626;p55"/>
              <p:cNvSpPr/>
              <p:nvPr/>
            </p:nvSpPr>
            <p:spPr>
              <a:xfrm>
                <a:off x="2298799" y="1753471"/>
                <a:ext cx="31142" cy="29070"/>
              </a:xfrm>
              <a:custGeom>
                <a:avLst/>
                <a:gdLst/>
                <a:ahLst/>
                <a:cxnLst/>
                <a:rect l="l" t="t" r="r" b="b"/>
                <a:pathLst>
                  <a:path w="1331" h="1241" extrusionOk="0">
                    <a:moveTo>
                      <a:pt x="666" y="1"/>
                    </a:moveTo>
                    <a:cubicBezTo>
                      <a:pt x="298" y="1"/>
                      <a:pt x="0" y="300"/>
                      <a:pt x="0" y="666"/>
                    </a:cubicBezTo>
                    <a:lnTo>
                      <a:pt x="0" y="1171"/>
                    </a:lnTo>
                    <a:cubicBezTo>
                      <a:pt x="0" y="1210"/>
                      <a:pt x="31" y="1241"/>
                      <a:pt x="69" y="1241"/>
                    </a:cubicBezTo>
                    <a:lnTo>
                      <a:pt x="1262" y="1241"/>
                    </a:lnTo>
                    <a:cubicBezTo>
                      <a:pt x="1300" y="1241"/>
                      <a:pt x="1330" y="1210"/>
                      <a:pt x="1330" y="1171"/>
                    </a:cubicBezTo>
                    <a:lnTo>
                      <a:pt x="1330" y="666"/>
                    </a:lnTo>
                    <a:cubicBezTo>
                      <a:pt x="1330" y="298"/>
                      <a:pt x="1032" y="1"/>
                      <a:pt x="666" y="1"/>
                    </a:cubicBezTo>
                    <a:close/>
                  </a:path>
                </a:pathLst>
              </a:custGeom>
              <a:solidFill>
                <a:srgbClr val="FFFFFF">
                  <a:alpha val="142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7" name="Google Shape;3627;p55"/>
              <p:cNvSpPr/>
              <p:nvPr/>
            </p:nvSpPr>
            <p:spPr>
              <a:xfrm>
                <a:off x="2296529" y="1782542"/>
                <a:ext cx="35634" cy="12439"/>
              </a:xfrm>
              <a:custGeom>
                <a:avLst/>
                <a:gdLst/>
                <a:ahLst/>
                <a:cxnLst/>
                <a:rect l="l" t="t" r="r" b="b"/>
                <a:pathLst>
                  <a:path w="1523" h="531" extrusionOk="0">
                    <a:moveTo>
                      <a:pt x="1" y="1"/>
                    </a:moveTo>
                    <a:lnTo>
                      <a:pt x="1" y="531"/>
                    </a:lnTo>
                    <a:lnTo>
                      <a:pt x="1523" y="531"/>
                    </a:lnTo>
                    <a:lnTo>
                      <a:pt x="152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8" name="Google Shape;3628;p55"/>
              <p:cNvSpPr/>
              <p:nvPr/>
            </p:nvSpPr>
            <p:spPr>
              <a:xfrm>
                <a:off x="2074932" y="1784205"/>
                <a:ext cx="228921" cy="19724"/>
              </a:xfrm>
              <a:custGeom>
                <a:avLst/>
                <a:gdLst/>
                <a:ahLst/>
                <a:cxnLst/>
                <a:rect l="l" t="t" r="r" b="b"/>
                <a:pathLst>
                  <a:path w="9784" h="842" extrusionOk="0">
                    <a:moveTo>
                      <a:pt x="188" y="0"/>
                    </a:moveTo>
                    <a:cubicBezTo>
                      <a:pt x="76" y="0"/>
                      <a:pt x="1" y="117"/>
                      <a:pt x="48" y="219"/>
                    </a:cubicBezTo>
                    <a:cubicBezTo>
                      <a:pt x="93" y="316"/>
                      <a:pt x="160" y="431"/>
                      <a:pt x="262" y="537"/>
                    </a:cubicBezTo>
                    <a:cubicBezTo>
                      <a:pt x="421" y="702"/>
                      <a:pt x="662" y="841"/>
                      <a:pt x="1025" y="841"/>
                    </a:cubicBezTo>
                    <a:lnTo>
                      <a:pt x="7591" y="841"/>
                    </a:lnTo>
                    <a:cubicBezTo>
                      <a:pt x="7687" y="841"/>
                      <a:pt x="7783" y="821"/>
                      <a:pt x="7869" y="783"/>
                    </a:cubicBezTo>
                    <a:cubicBezTo>
                      <a:pt x="7955" y="744"/>
                      <a:pt x="8034" y="688"/>
                      <a:pt x="8099" y="615"/>
                    </a:cubicBezTo>
                    <a:cubicBezTo>
                      <a:pt x="8124" y="585"/>
                      <a:pt x="8153" y="559"/>
                      <a:pt x="8183" y="536"/>
                    </a:cubicBezTo>
                    <a:cubicBezTo>
                      <a:pt x="8302" y="441"/>
                      <a:pt x="8451" y="389"/>
                      <a:pt x="8605" y="389"/>
                    </a:cubicBezTo>
                    <a:lnTo>
                      <a:pt x="9584" y="389"/>
                    </a:lnTo>
                    <a:cubicBezTo>
                      <a:pt x="9693" y="389"/>
                      <a:pt x="9784" y="297"/>
                      <a:pt x="9777" y="184"/>
                    </a:cubicBezTo>
                    <a:cubicBezTo>
                      <a:pt x="9772" y="78"/>
                      <a:pt x="9677" y="0"/>
                      <a:pt x="957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9" name="Google Shape;3629;p55"/>
              <p:cNvSpPr/>
              <p:nvPr/>
            </p:nvSpPr>
            <p:spPr>
              <a:xfrm>
                <a:off x="2615531" y="1886666"/>
                <a:ext cx="230489" cy="250062"/>
              </a:xfrm>
              <a:custGeom>
                <a:avLst/>
                <a:gdLst/>
                <a:ahLst/>
                <a:cxnLst/>
                <a:rect l="l" t="t" r="r" b="b"/>
                <a:pathLst>
                  <a:path w="9851" h="10675" extrusionOk="0">
                    <a:moveTo>
                      <a:pt x="6202" y="0"/>
                    </a:moveTo>
                    <a:cubicBezTo>
                      <a:pt x="5876" y="0"/>
                      <a:pt x="5565" y="121"/>
                      <a:pt x="5328" y="332"/>
                    </a:cubicBezTo>
                    <a:cubicBezTo>
                      <a:pt x="5222" y="426"/>
                      <a:pt x="5129" y="539"/>
                      <a:pt x="5057" y="667"/>
                    </a:cubicBezTo>
                    <a:lnTo>
                      <a:pt x="262" y="9323"/>
                    </a:lnTo>
                    <a:cubicBezTo>
                      <a:pt x="1" y="9787"/>
                      <a:pt x="196" y="10337"/>
                      <a:pt x="617" y="10565"/>
                    </a:cubicBezTo>
                    <a:cubicBezTo>
                      <a:pt x="743" y="10633"/>
                      <a:pt x="889" y="10674"/>
                      <a:pt x="1048" y="10674"/>
                    </a:cubicBezTo>
                    <a:cubicBezTo>
                      <a:pt x="1050" y="10674"/>
                      <a:pt x="1051" y="10674"/>
                      <a:pt x="1053" y="10674"/>
                    </a:cubicBezTo>
                    <a:cubicBezTo>
                      <a:pt x="1370" y="10674"/>
                      <a:pt x="1675" y="10588"/>
                      <a:pt x="1939" y="10435"/>
                    </a:cubicBezTo>
                    <a:cubicBezTo>
                      <a:pt x="2204" y="10281"/>
                      <a:pt x="2430" y="10056"/>
                      <a:pt x="2587" y="9779"/>
                    </a:cubicBezTo>
                    <a:lnTo>
                      <a:pt x="6487" y="2704"/>
                    </a:lnTo>
                    <a:cubicBezTo>
                      <a:pt x="6683" y="2358"/>
                      <a:pt x="7051" y="2144"/>
                      <a:pt x="7448" y="2144"/>
                    </a:cubicBezTo>
                    <a:cubicBezTo>
                      <a:pt x="7449" y="2144"/>
                      <a:pt x="7450" y="2144"/>
                      <a:pt x="7451" y="2144"/>
                    </a:cubicBezTo>
                    <a:lnTo>
                      <a:pt x="8133" y="2145"/>
                    </a:lnTo>
                    <a:cubicBezTo>
                      <a:pt x="8136" y="2145"/>
                      <a:pt x="8138" y="2145"/>
                      <a:pt x="8141" y="2145"/>
                    </a:cubicBezTo>
                    <a:cubicBezTo>
                      <a:pt x="8871" y="2145"/>
                      <a:pt x="9495" y="1685"/>
                      <a:pt x="9739" y="1040"/>
                    </a:cubicBezTo>
                    <a:cubicBezTo>
                      <a:pt x="9811" y="852"/>
                      <a:pt x="9851" y="647"/>
                      <a:pt x="9851" y="434"/>
                    </a:cubicBezTo>
                    <a:cubicBezTo>
                      <a:pt x="9851" y="403"/>
                      <a:pt x="9847" y="373"/>
                      <a:pt x="9840" y="342"/>
                    </a:cubicBezTo>
                    <a:cubicBezTo>
                      <a:pt x="9797" y="152"/>
                      <a:pt x="9627" y="9"/>
                      <a:pt x="9424" y="9"/>
                    </a:cubicBezTo>
                    <a:lnTo>
                      <a:pt x="6202" y="0"/>
                    </a:lnTo>
                    <a:close/>
                  </a:path>
                </a:pathLst>
              </a:custGeom>
              <a:solidFill>
                <a:srgbClr val="47474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0" name="Google Shape;3630;p55"/>
              <p:cNvSpPr/>
              <p:nvPr/>
            </p:nvSpPr>
            <p:spPr>
              <a:xfrm>
                <a:off x="2630459" y="1910817"/>
                <a:ext cx="206787" cy="225911"/>
              </a:xfrm>
              <a:custGeom>
                <a:avLst/>
                <a:gdLst/>
                <a:ahLst/>
                <a:cxnLst/>
                <a:rect l="l" t="t" r="r" b="b"/>
                <a:pathLst>
                  <a:path w="8838" h="9644" extrusionOk="0">
                    <a:moveTo>
                      <a:pt x="6007" y="0"/>
                    </a:moveTo>
                    <a:cubicBezTo>
                      <a:pt x="5680" y="0"/>
                      <a:pt x="5369" y="121"/>
                      <a:pt x="5132" y="331"/>
                    </a:cubicBezTo>
                    <a:cubicBezTo>
                      <a:pt x="5026" y="426"/>
                      <a:pt x="4933" y="539"/>
                      <a:pt x="4861" y="667"/>
                    </a:cubicBezTo>
                    <a:cubicBezTo>
                      <a:pt x="4861" y="667"/>
                      <a:pt x="66" y="9322"/>
                      <a:pt x="65" y="9326"/>
                    </a:cubicBezTo>
                    <a:cubicBezTo>
                      <a:pt x="0" y="9439"/>
                      <a:pt x="67" y="9587"/>
                      <a:pt x="194" y="9618"/>
                    </a:cubicBezTo>
                    <a:cubicBezTo>
                      <a:pt x="264" y="9634"/>
                      <a:pt x="336" y="9643"/>
                      <a:pt x="410" y="9643"/>
                    </a:cubicBezTo>
                    <a:cubicBezTo>
                      <a:pt x="412" y="9643"/>
                      <a:pt x="413" y="9643"/>
                      <a:pt x="415" y="9643"/>
                    </a:cubicBezTo>
                    <a:cubicBezTo>
                      <a:pt x="732" y="9643"/>
                      <a:pt x="1037" y="9557"/>
                      <a:pt x="1301" y="9404"/>
                    </a:cubicBezTo>
                    <a:cubicBezTo>
                      <a:pt x="1566" y="9250"/>
                      <a:pt x="1792" y="9025"/>
                      <a:pt x="1949" y="8748"/>
                    </a:cubicBezTo>
                    <a:lnTo>
                      <a:pt x="5849" y="1673"/>
                    </a:lnTo>
                    <a:cubicBezTo>
                      <a:pt x="6045" y="1327"/>
                      <a:pt x="6413" y="1113"/>
                      <a:pt x="6810" y="1113"/>
                    </a:cubicBezTo>
                    <a:cubicBezTo>
                      <a:pt x="6811" y="1113"/>
                      <a:pt x="6812" y="1113"/>
                      <a:pt x="6813" y="1113"/>
                    </a:cubicBezTo>
                    <a:lnTo>
                      <a:pt x="7495" y="1114"/>
                    </a:lnTo>
                    <a:cubicBezTo>
                      <a:pt x="7498" y="1114"/>
                      <a:pt x="7502" y="1114"/>
                      <a:pt x="7505" y="1114"/>
                    </a:cubicBezTo>
                    <a:cubicBezTo>
                      <a:pt x="7872" y="1114"/>
                      <a:pt x="8214" y="996"/>
                      <a:pt x="8494" y="796"/>
                    </a:cubicBezTo>
                    <a:cubicBezTo>
                      <a:pt x="8838" y="552"/>
                      <a:pt x="8656" y="8"/>
                      <a:pt x="8235" y="6"/>
                    </a:cubicBezTo>
                    <a:lnTo>
                      <a:pt x="6007" y="0"/>
                    </a:ln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1" name="Google Shape;3631;p55"/>
              <p:cNvSpPr/>
              <p:nvPr/>
            </p:nvSpPr>
            <p:spPr>
              <a:xfrm>
                <a:off x="2550158" y="1848155"/>
                <a:ext cx="252459" cy="22230"/>
              </a:xfrm>
              <a:custGeom>
                <a:avLst/>
                <a:gdLst/>
                <a:ahLst/>
                <a:cxnLst/>
                <a:rect l="l" t="t" r="r" b="b"/>
                <a:pathLst>
                  <a:path w="10790" h="949" extrusionOk="0">
                    <a:moveTo>
                      <a:pt x="204" y="0"/>
                    </a:moveTo>
                    <a:cubicBezTo>
                      <a:pt x="81" y="0"/>
                      <a:pt x="0" y="128"/>
                      <a:pt x="51" y="239"/>
                    </a:cubicBezTo>
                    <a:cubicBezTo>
                      <a:pt x="99" y="347"/>
                      <a:pt x="174" y="475"/>
                      <a:pt x="286" y="591"/>
                    </a:cubicBezTo>
                    <a:cubicBezTo>
                      <a:pt x="460" y="774"/>
                      <a:pt x="726" y="929"/>
                      <a:pt x="1127" y="931"/>
                    </a:cubicBezTo>
                    <a:lnTo>
                      <a:pt x="8369" y="948"/>
                    </a:lnTo>
                    <a:cubicBezTo>
                      <a:pt x="8476" y="948"/>
                      <a:pt x="8581" y="927"/>
                      <a:pt x="8676" y="885"/>
                    </a:cubicBezTo>
                    <a:cubicBezTo>
                      <a:pt x="8770" y="841"/>
                      <a:pt x="8858" y="779"/>
                      <a:pt x="8929" y="700"/>
                    </a:cubicBezTo>
                    <a:cubicBezTo>
                      <a:pt x="8958" y="668"/>
                      <a:pt x="8989" y="639"/>
                      <a:pt x="9022" y="614"/>
                    </a:cubicBezTo>
                    <a:cubicBezTo>
                      <a:pt x="9154" y="510"/>
                      <a:pt x="9319" y="452"/>
                      <a:pt x="9490" y="452"/>
                    </a:cubicBezTo>
                    <a:lnTo>
                      <a:pt x="10569" y="455"/>
                    </a:lnTo>
                    <a:cubicBezTo>
                      <a:pt x="10691" y="455"/>
                      <a:pt x="10790" y="353"/>
                      <a:pt x="10784" y="229"/>
                    </a:cubicBezTo>
                    <a:cubicBezTo>
                      <a:pt x="10777" y="113"/>
                      <a:pt x="10673" y="26"/>
                      <a:pt x="10558" y="26"/>
                    </a:cubicBezTo>
                    <a:lnTo>
                      <a:pt x="205" y="0"/>
                    </a:lnTo>
                    <a:cubicBezTo>
                      <a:pt x="205" y="0"/>
                      <a:pt x="204" y="0"/>
                      <a:pt x="20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2" name="Google Shape;3632;p55"/>
              <p:cNvSpPr/>
              <p:nvPr/>
            </p:nvSpPr>
            <p:spPr>
              <a:xfrm>
                <a:off x="2771545" y="1860570"/>
                <a:ext cx="50843" cy="26259"/>
              </a:xfrm>
              <a:custGeom>
                <a:avLst/>
                <a:gdLst/>
                <a:ahLst/>
                <a:cxnLst/>
                <a:rect l="l" t="t" r="r" b="b"/>
                <a:pathLst>
                  <a:path w="2173" h="1121" extrusionOk="0">
                    <a:moveTo>
                      <a:pt x="15" y="1"/>
                    </a:moveTo>
                    <a:cubicBezTo>
                      <a:pt x="9" y="1"/>
                      <a:pt x="4" y="6"/>
                      <a:pt x="4" y="12"/>
                    </a:cubicBezTo>
                    <a:lnTo>
                      <a:pt x="1" y="1115"/>
                    </a:lnTo>
                    <a:lnTo>
                      <a:pt x="2170" y="1121"/>
                    </a:lnTo>
                    <a:lnTo>
                      <a:pt x="2173" y="17"/>
                    </a:lnTo>
                    <a:cubicBezTo>
                      <a:pt x="2172" y="12"/>
                      <a:pt x="2167" y="6"/>
                      <a:pt x="2159" y="6"/>
                    </a:cubicBezTo>
                    <a:lnTo>
                      <a:pt x="15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3" name="Google Shape;3633;p55"/>
              <p:cNvSpPr/>
              <p:nvPr/>
            </p:nvSpPr>
            <p:spPr>
              <a:xfrm>
                <a:off x="2778822" y="1860594"/>
                <a:ext cx="36266" cy="26236"/>
              </a:xfrm>
              <a:custGeom>
                <a:avLst/>
                <a:gdLst/>
                <a:ahLst/>
                <a:cxnLst/>
                <a:rect l="l" t="t" r="r" b="b"/>
                <a:pathLst>
                  <a:path w="1550" h="1120" extrusionOk="0">
                    <a:moveTo>
                      <a:pt x="13" y="1"/>
                    </a:moveTo>
                    <a:cubicBezTo>
                      <a:pt x="8" y="1"/>
                      <a:pt x="2" y="6"/>
                      <a:pt x="2" y="11"/>
                    </a:cubicBezTo>
                    <a:lnTo>
                      <a:pt x="0" y="1117"/>
                    </a:lnTo>
                    <a:lnTo>
                      <a:pt x="1546" y="1120"/>
                    </a:lnTo>
                    <a:lnTo>
                      <a:pt x="1549" y="15"/>
                    </a:lnTo>
                    <a:cubicBezTo>
                      <a:pt x="1549" y="10"/>
                      <a:pt x="1545" y="5"/>
                      <a:pt x="1539" y="5"/>
                    </a:cubicBezTo>
                    <a:lnTo>
                      <a:pt x="13" y="1"/>
                    </a:lnTo>
                    <a:close/>
                  </a:path>
                </a:pathLst>
              </a:custGeom>
              <a:solidFill>
                <a:srgbClr val="FFFFFF">
                  <a:alpha val="142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4" name="Google Shape;3634;p55"/>
              <p:cNvSpPr/>
              <p:nvPr/>
            </p:nvSpPr>
            <p:spPr>
              <a:xfrm>
                <a:off x="2771639" y="1814868"/>
                <a:ext cx="50796" cy="32139"/>
              </a:xfrm>
              <a:custGeom>
                <a:avLst/>
                <a:gdLst/>
                <a:ahLst/>
                <a:cxnLst/>
                <a:rect l="l" t="t" r="r" b="b"/>
                <a:pathLst>
                  <a:path w="2171" h="1372" extrusionOk="0">
                    <a:moveTo>
                      <a:pt x="1086" y="0"/>
                    </a:moveTo>
                    <a:cubicBezTo>
                      <a:pt x="488" y="0"/>
                      <a:pt x="2" y="485"/>
                      <a:pt x="1" y="1082"/>
                    </a:cubicBezTo>
                    <a:lnTo>
                      <a:pt x="1" y="1253"/>
                    </a:lnTo>
                    <a:cubicBezTo>
                      <a:pt x="1" y="1316"/>
                      <a:pt x="51" y="1366"/>
                      <a:pt x="114" y="1366"/>
                    </a:cubicBezTo>
                    <a:lnTo>
                      <a:pt x="2057" y="1371"/>
                    </a:lnTo>
                    <a:cubicBezTo>
                      <a:pt x="2120" y="1371"/>
                      <a:pt x="2170" y="1321"/>
                      <a:pt x="2170" y="1257"/>
                    </a:cubicBezTo>
                    <a:lnTo>
                      <a:pt x="2170" y="1087"/>
                    </a:lnTo>
                    <a:cubicBezTo>
                      <a:pt x="2171" y="489"/>
                      <a:pt x="1687" y="2"/>
                      <a:pt x="1088" y="0"/>
                    </a:cubicBezTo>
                    <a:cubicBezTo>
                      <a:pt x="1087" y="0"/>
                      <a:pt x="1087" y="0"/>
                      <a:pt x="108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5" name="Google Shape;3635;p55"/>
              <p:cNvSpPr/>
              <p:nvPr/>
            </p:nvSpPr>
            <p:spPr>
              <a:xfrm>
                <a:off x="2779009" y="1814868"/>
                <a:ext cx="36079" cy="32092"/>
              </a:xfrm>
              <a:custGeom>
                <a:avLst/>
                <a:gdLst/>
                <a:ahLst/>
                <a:cxnLst/>
                <a:rect l="l" t="t" r="r" b="b"/>
                <a:pathLst>
                  <a:path w="1542" h="1370" extrusionOk="0">
                    <a:moveTo>
                      <a:pt x="771" y="0"/>
                    </a:moveTo>
                    <a:cubicBezTo>
                      <a:pt x="347" y="0"/>
                      <a:pt x="4" y="343"/>
                      <a:pt x="3" y="767"/>
                    </a:cubicBezTo>
                    <a:lnTo>
                      <a:pt x="1" y="1286"/>
                    </a:lnTo>
                    <a:cubicBezTo>
                      <a:pt x="1" y="1330"/>
                      <a:pt x="37" y="1366"/>
                      <a:pt x="81" y="1366"/>
                    </a:cubicBezTo>
                    <a:lnTo>
                      <a:pt x="1457" y="1369"/>
                    </a:lnTo>
                    <a:cubicBezTo>
                      <a:pt x="1501" y="1369"/>
                      <a:pt x="1537" y="1333"/>
                      <a:pt x="1538" y="1290"/>
                    </a:cubicBezTo>
                    <a:lnTo>
                      <a:pt x="1539" y="771"/>
                    </a:lnTo>
                    <a:cubicBezTo>
                      <a:pt x="1541" y="347"/>
                      <a:pt x="1197" y="2"/>
                      <a:pt x="773" y="0"/>
                    </a:cubicBezTo>
                    <a:cubicBezTo>
                      <a:pt x="772" y="0"/>
                      <a:pt x="772" y="0"/>
                      <a:pt x="771" y="0"/>
                    </a:cubicBezTo>
                    <a:close/>
                  </a:path>
                </a:pathLst>
              </a:custGeom>
              <a:solidFill>
                <a:srgbClr val="FFFFFF">
                  <a:alpha val="142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6" name="Google Shape;3636;p55"/>
              <p:cNvSpPr/>
              <p:nvPr/>
            </p:nvSpPr>
            <p:spPr>
              <a:xfrm>
                <a:off x="2777325" y="1846867"/>
                <a:ext cx="39355" cy="13821"/>
              </a:xfrm>
              <a:custGeom>
                <a:avLst/>
                <a:gdLst/>
                <a:ahLst/>
                <a:cxnLst/>
                <a:rect l="l" t="t" r="r" b="b"/>
                <a:pathLst>
                  <a:path w="1682" h="590" extrusionOk="0">
                    <a:moveTo>
                      <a:pt x="2" y="0"/>
                    </a:moveTo>
                    <a:lnTo>
                      <a:pt x="1" y="586"/>
                    </a:lnTo>
                    <a:lnTo>
                      <a:pt x="1680" y="590"/>
                    </a:lnTo>
                    <a:lnTo>
                      <a:pt x="1682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7" name="Google Shape;3637;p55"/>
              <p:cNvSpPr/>
              <p:nvPr/>
            </p:nvSpPr>
            <p:spPr>
              <a:xfrm>
                <a:off x="2808630" y="1848741"/>
                <a:ext cx="252506" cy="22347"/>
              </a:xfrm>
              <a:custGeom>
                <a:avLst/>
                <a:gdLst/>
                <a:ahLst/>
                <a:cxnLst/>
                <a:rect l="l" t="t" r="r" b="b"/>
                <a:pathLst>
                  <a:path w="10792" h="954" extrusionOk="0">
                    <a:moveTo>
                      <a:pt x="235" y="0"/>
                    </a:moveTo>
                    <a:cubicBezTo>
                      <a:pt x="118" y="0"/>
                      <a:pt x="15" y="87"/>
                      <a:pt x="8" y="203"/>
                    </a:cubicBezTo>
                    <a:cubicBezTo>
                      <a:pt x="0" y="327"/>
                      <a:pt x="100" y="430"/>
                      <a:pt x="221" y="430"/>
                    </a:cubicBezTo>
                    <a:lnTo>
                      <a:pt x="1301" y="433"/>
                    </a:lnTo>
                    <a:cubicBezTo>
                      <a:pt x="1471" y="433"/>
                      <a:pt x="1636" y="491"/>
                      <a:pt x="1767" y="597"/>
                    </a:cubicBezTo>
                    <a:cubicBezTo>
                      <a:pt x="1799" y="624"/>
                      <a:pt x="1830" y="651"/>
                      <a:pt x="1858" y="684"/>
                    </a:cubicBezTo>
                    <a:cubicBezTo>
                      <a:pt x="1930" y="764"/>
                      <a:pt x="2015" y="828"/>
                      <a:pt x="2111" y="870"/>
                    </a:cubicBezTo>
                    <a:cubicBezTo>
                      <a:pt x="2205" y="913"/>
                      <a:pt x="2311" y="936"/>
                      <a:pt x="2417" y="936"/>
                    </a:cubicBezTo>
                    <a:lnTo>
                      <a:pt x="9660" y="954"/>
                    </a:lnTo>
                    <a:cubicBezTo>
                      <a:pt x="9663" y="954"/>
                      <a:pt x="9665" y="954"/>
                      <a:pt x="9668" y="954"/>
                    </a:cubicBezTo>
                    <a:cubicBezTo>
                      <a:pt x="10063" y="954"/>
                      <a:pt x="10328" y="801"/>
                      <a:pt x="10502" y="620"/>
                    </a:cubicBezTo>
                    <a:cubicBezTo>
                      <a:pt x="10615" y="505"/>
                      <a:pt x="10691" y="377"/>
                      <a:pt x="10740" y="270"/>
                    </a:cubicBezTo>
                    <a:cubicBezTo>
                      <a:pt x="10791" y="158"/>
                      <a:pt x="10710" y="30"/>
                      <a:pt x="10588" y="26"/>
                    </a:cubicBezTo>
                    <a:lnTo>
                      <a:pt x="235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8" name="Google Shape;3638;p55"/>
              <p:cNvSpPr/>
              <p:nvPr/>
            </p:nvSpPr>
            <p:spPr>
              <a:xfrm>
                <a:off x="2740216" y="1886666"/>
                <a:ext cx="105570" cy="8035"/>
              </a:xfrm>
              <a:custGeom>
                <a:avLst/>
                <a:gdLst/>
                <a:ahLst/>
                <a:cxnLst/>
                <a:rect l="l" t="t" r="r" b="b"/>
                <a:pathLst>
                  <a:path w="4512" h="343" extrusionOk="0">
                    <a:moveTo>
                      <a:pt x="875" y="0"/>
                    </a:moveTo>
                    <a:cubicBezTo>
                      <a:pt x="548" y="0"/>
                      <a:pt x="237" y="121"/>
                      <a:pt x="0" y="332"/>
                    </a:cubicBezTo>
                    <a:lnTo>
                      <a:pt x="4512" y="343"/>
                    </a:lnTo>
                    <a:cubicBezTo>
                      <a:pt x="4471" y="152"/>
                      <a:pt x="4300" y="10"/>
                      <a:pt x="4096" y="9"/>
                    </a:cubicBezTo>
                    <a:lnTo>
                      <a:pt x="875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9" name="Google Shape;3639;p55"/>
              <p:cNvSpPr/>
              <p:nvPr/>
            </p:nvSpPr>
            <p:spPr>
              <a:xfrm>
                <a:off x="2269809" y="1818663"/>
                <a:ext cx="261654" cy="317713"/>
              </a:xfrm>
              <a:custGeom>
                <a:avLst/>
                <a:gdLst/>
                <a:ahLst/>
                <a:cxnLst/>
                <a:rect l="l" t="t" r="r" b="b"/>
                <a:pathLst>
                  <a:path w="11183" h="13563" extrusionOk="0">
                    <a:moveTo>
                      <a:pt x="385" y="0"/>
                    </a:moveTo>
                    <a:cubicBezTo>
                      <a:pt x="200" y="0"/>
                      <a:pt x="46" y="129"/>
                      <a:pt x="9" y="301"/>
                    </a:cubicBezTo>
                    <a:cubicBezTo>
                      <a:pt x="4" y="328"/>
                      <a:pt x="0" y="356"/>
                      <a:pt x="0" y="385"/>
                    </a:cubicBezTo>
                    <a:cubicBezTo>
                      <a:pt x="0" y="579"/>
                      <a:pt x="35" y="764"/>
                      <a:pt x="100" y="934"/>
                    </a:cubicBezTo>
                    <a:cubicBezTo>
                      <a:pt x="320" y="1522"/>
                      <a:pt x="887" y="1939"/>
                      <a:pt x="1553" y="1939"/>
                    </a:cubicBezTo>
                    <a:lnTo>
                      <a:pt x="2171" y="1939"/>
                    </a:lnTo>
                    <a:cubicBezTo>
                      <a:pt x="2532" y="1939"/>
                      <a:pt x="2867" y="2134"/>
                      <a:pt x="3044" y="2450"/>
                    </a:cubicBezTo>
                    <a:lnTo>
                      <a:pt x="8840" y="12748"/>
                    </a:lnTo>
                    <a:cubicBezTo>
                      <a:pt x="8982" y="12999"/>
                      <a:pt x="9186" y="13203"/>
                      <a:pt x="9425" y="13344"/>
                    </a:cubicBezTo>
                    <a:cubicBezTo>
                      <a:pt x="9666" y="13483"/>
                      <a:pt x="9943" y="13562"/>
                      <a:pt x="10231" y="13562"/>
                    </a:cubicBezTo>
                    <a:cubicBezTo>
                      <a:pt x="10377" y="13562"/>
                      <a:pt x="10509" y="13526"/>
                      <a:pt x="10621" y="13465"/>
                    </a:cubicBezTo>
                    <a:cubicBezTo>
                      <a:pt x="11004" y="13257"/>
                      <a:pt x="11183" y="12760"/>
                      <a:pt x="10946" y="12340"/>
                    </a:cubicBezTo>
                    <a:lnTo>
                      <a:pt x="4343" y="606"/>
                    </a:lnTo>
                    <a:cubicBezTo>
                      <a:pt x="4277" y="491"/>
                      <a:pt x="4194" y="389"/>
                      <a:pt x="4097" y="301"/>
                    </a:cubicBezTo>
                    <a:cubicBezTo>
                      <a:pt x="3884" y="110"/>
                      <a:pt x="3603" y="0"/>
                      <a:pt x="330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0" name="Google Shape;3640;p55"/>
              <p:cNvSpPr/>
              <p:nvPr/>
            </p:nvSpPr>
            <p:spPr>
              <a:xfrm>
                <a:off x="2277694" y="1840542"/>
                <a:ext cx="240152" cy="295858"/>
              </a:xfrm>
              <a:custGeom>
                <a:avLst/>
                <a:gdLst/>
                <a:ahLst/>
                <a:cxnLst/>
                <a:rect l="l" t="t" r="r" b="b"/>
                <a:pathLst>
                  <a:path w="10264" h="12630" extrusionOk="0">
                    <a:moveTo>
                      <a:pt x="548" y="0"/>
                    </a:moveTo>
                    <a:cubicBezTo>
                      <a:pt x="166" y="0"/>
                      <a:pt x="1" y="493"/>
                      <a:pt x="311" y="716"/>
                    </a:cubicBezTo>
                    <a:cubicBezTo>
                      <a:pt x="566" y="899"/>
                      <a:pt x="878" y="1006"/>
                      <a:pt x="1215" y="1006"/>
                    </a:cubicBezTo>
                    <a:lnTo>
                      <a:pt x="1832" y="1006"/>
                    </a:lnTo>
                    <a:cubicBezTo>
                      <a:pt x="2194" y="1006"/>
                      <a:pt x="2529" y="1201"/>
                      <a:pt x="2706" y="1517"/>
                    </a:cubicBezTo>
                    <a:lnTo>
                      <a:pt x="8502" y="11815"/>
                    </a:lnTo>
                    <a:cubicBezTo>
                      <a:pt x="8644" y="12066"/>
                      <a:pt x="8847" y="12270"/>
                      <a:pt x="9087" y="12411"/>
                    </a:cubicBezTo>
                    <a:cubicBezTo>
                      <a:pt x="9328" y="12551"/>
                      <a:pt x="9605" y="12629"/>
                      <a:pt x="9893" y="12629"/>
                    </a:cubicBezTo>
                    <a:cubicBezTo>
                      <a:pt x="9961" y="12629"/>
                      <a:pt x="10027" y="12621"/>
                      <a:pt x="10088" y="12605"/>
                    </a:cubicBezTo>
                    <a:cubicBezTo>
                      <a:pt x="10204" y="12578"/>
                      <a:pt x="10263" y="12446"/>
                      <a:pt x="10206" y="12342"/>
                    </a:cubicBezTo>
                    <a:cubicBezTo>
                      <a:pt x="10205" y="12340"/>
                      <a:pt x="3601" y="606"/>
                      <a:pt x="3601" y="606"/>
                    </a:cubicBezTo>
                    <a:cubicBezTo>
                      <a:pt x="3536" y="492"/>
                      <a:pt x="3453" y="389"/>
                      <a:pt x="3355" y="302"/>
                    </a:cubicBezTo>
                    <a:cubicBezTo>
                      <a:pt x="3141" y="111"/>
                      <a:pt x="2861" y="0"/>
                      <a:pt x="2564" y="0"/>
                    </a:cubicBez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1" name="Google Shape;3641;p55"/>
              <p:cNvSpPr/>
              <p:nvPr/>
            </p:nvSpPr>
            <p:spPr>
              <a:xfrm>
                <a:off x="2270043" y="1818686"/>
                <a:ext cx="95719" cy="7074"/>
              </a:xfrm>
              <a:custGeom>
                <a:avLst/>
                <a:gdLst/>
                <a:ahLst/>
                <a:cxnLst/>
                <a:rect l="l" t="t" r="r" b="b"/>
                <a:pathLst>
                  <a:path w="4091" h="302" extrusionOk="0">
                    <a:moveTo>
                      <a:pt x="378" y="0"/>
                    </a:moveTo>
                    <a:cubicBezTo>
                      <a:pt x="193" y="0"/>
                      <a:pt x="39" y="128"/>
                      <a:pt x="1" y="302"/>
                    </a:cubicBezTo>
                    <a:lnTo>
                      <a:pt x="4090" y="302"/>
                    </a:lnTo>
                    <a:cubicBezTo>
                      <a:pt x="3876" y="111"/>
                      <a:pt x="3595" y="0"/>
                      <a:pt x="329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2" name="Google Shape;3642;p55"/>
              <p:cNvSpPr/>
              <p:nvPr/>
            </p:nvSpPr>
            <p:spPr>
              <a:xfrm>
                <a:off x="2414476" y="1950663"/>
                <a:ext cx="584984" cy="277071"/>
              </a:xfrm>
              <a:custGeom>
                <a:avLst/>
                <a:gdLst/>
                <a:ahLst/>
                <a:cxnLst/>
                <a:rect l="l" t="t" r="r" b="b"/>
                <a:pathLst>
                  <a:path w="25002" h="11828" extrusionOk="0">
                    <a:moveTo>
                      <a:pt x="5847" y="1"/>
                    </a:moveTo>
                    <a:cubicBezTo>
                      <a:pt x="2619" y="1"/>
                      <a:pt x="0" y="2617"/>
                      <a:pt x="0" y="5846"/>
                    </a:cubicBezTo>
                    <a:lnTo>
                      <a:pt x="0" y="10938"/>
                    </a:lnTo>
                    <a:cubicBezTo>
                      <a:pt x="0" y="11429"/>
                      <a:pt x="398" y="11827"/>
                      <a:pt x="891" y="11827"/>
                    </a:cubicBezTo>
                    <a:lnTo>
                      <a:pt x="23974" y="11827"/>
                    </a:lnTo>
                    <a:cubicBezTo>
                      <a:pt x="24541" y="11827"/>
                      <a:pt x="25001" y="11368"/>
                      <a:pt x="25001" y="10801"/>
                    </a:cubicBezTo>
                    <a:lnTo>
                      <a:pt x="25001" y="5425"/>
                    </a:lnTo>
                    <a:cubicBezTo>
                      <a:pt x="25001" y="2878"/>
                      <a:pt x="23246" y="741"/>
                      <a:pt x="20880" y="158"/>
                    </a:cubicBezTo>
                    <a:cubicBezTo>
                      <a:pt x="20463" y="56"/>
                      <a:pt x="20025" y="1"/>
                      <a:pt x="1957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3" name="Google Shape;3643;p55"/>
              <p:cNvSpPr/>
              <p:nvPr/>
            </p:nvSpPr>
            <p:spPr>
              <a:xfrm>
                <a:off x="2414476" y="1950663"/>
                <a:ext cx="519869" cy="237248"/>
              </a:xfrm>
              <a:custGeom>
                <a:avLst/>
                <a:gdLst/>
                <a:ahLst/>
                <a:cxnLst/>
                <a:rect l="l" t="t" r="r" b="b"/>
                <a:pathLst>
                  <a:path w="22219" h="10128" extrusionOk="0">
                    <a:moveTo>
                      <a:pt x="5847" y="1"/>
                    </a:moveTo>
                    <a:cubicBezTo>
                      <a:pt x="2618" y="1"/>
                      <a:pt x="0" y="2617"/>
                      <a:pt x="0" y="5846"/>
                    </a:cubicBezTo>
                    <a:lnTo>
                      <a:pt x="0" y="10128"/>
                    </a:lnTo>
                    <a:lnTo>
                      <a:pt x="21191" y="10128"/>
                    </a:lnTo>
                    <a:cubicBezTo>
                      <a:pt x="21758" y="10128"/>
                      <a:pt x="22218" y="9667"/>
                      <a:pt x="22218" y="9100"/>
                    </a:cubicBezTo>
                    <a:lnTo>
                      <a:pt x="22218" y="3724"/>
                    </a:lnTo>
                    <a:cubicBezTo>
                      <a:pt x="22218" y="2359"/>
                      <a:pt x="21712" y="1112"/>
                      <a:pt x="20880" y="158"/>
                    </a:cubicBezTo>
                    <a:cubicBezTo>
                      <a:pt x="20463" y="56"/>
                      <a:pt x="20025" y="1"/>
                      <a:pt x="19576" y="1"/>
                    </a:cubicBezTo>
                    <a:close/>
                  </a:path>
                </a:pathLst>
              </a:custGeom>
              <a:solidFill>
                <a:srgbClr val="7A9CC4">
                  <a:alpha val="1368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4" name="Google Shape;3644;p55"/>
              <p:cNvSpPr/>
              <p:nvPr/>
            </p:nvSpPr>
            <p:spPr>
              <a:xfrm>
                <a:off x="2418313" y="1959002"/>
                <a:ext cx="285286" cy="257160"/>
              </a:xfrm>
              <a:custGeom>
                <a:avLst/>
                <a:gdLst/>
                <a:ahLst/>
                <a:cxnLst/>
                <a:rect l="l" t="t" r="r" b="b"/>
                <a:pathLst>
                  <a:path w="12193" h="10978" extrusionOk="0">
                    <a:moveTo>
                      <a:pt x="6096" y="0"/>
                    </a:moveTo>
                    <a:cubicBezTo>
                      <a:pt x="2735" y="0"/>
                      <a:pt x="0" y="2736"/>
                      <a:pt x="0" y="6096"/>
                    </a:cubicBezTo>
                    <a:lnTo>
                      <a:pt x="0" y="9956"/>
                    </a:lnTo>
                    <a:cubicBezTo>
                      <a:pt x="0" y="10520"/>
                      <a:pt x="458" y="10978"/>
                      <a:pt x="1022" y="10978"/>
                    </a:cubicBezTo>
                    <a:lnTo>
                      <a:pt x="11169" y="10978"/>
                    </a:lnTo>
                    <a:cubicBezTo>
                      <a:pt x="11733" y="10978"/>
                      <a:pt x="12192" y="10521"/>
                      <a:pt x="12192" y="9956"/>
                    </a:cubicBezTo>
                    <a:lnTo>
                      <a:pt x="12192" y="6096"/>
                    </a:lnTo>
                    <a:cubicBezTo>
                      <a:pt x="12192" y="2910"/>
                      <a:pt x="9705" y="239"/>
                      <a:pt x="6528" y="16"/>
                    </a:cubicBezTo>
                    <a:cubicBezTo>
                      <a:pt x="6384" y="6"/>
                      <a:pt x="6239" y="0"/>
                      <a:pt x="609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5" name="Google Shape;3645;p55"/>
              <p:cNvSpPr/>
              <p:nvPr/>
            </p:nvSpPr>
            <p:spPr>
              <a:xfrm>
                <a:off x="2420817" y="1963266"/>
                <a:ext cx="276722" cy="248656"/>
              </a:xfrm>
              <a:custGeom>
                <a:avLst/>
                <a:gdLst/>
                <a:ahLst/>
                <a:cxnLst/>
                <a:rect l="l" t="t" r="r" b="b"/>
                <a:pathLst>
                  <a:path w="11827" h="10615" extrusionOk="0">
                    <a:moveTo>
                      <a:pt x="5914" y="1"/>
                    </a:moveTo>
                    <a:cubicBezTo>
                      <a:pt x="2647" y="1"/>
                      <a:pt x="0" y="2648"/>
                      <a:pt x="0" y="5914"/>
                    </a:cubicBezTo>
                    <a:lnTo>
                      <a:pt x="0" y="9774"/>
                    </a:lnTo>
                    <a:cubicBezTo>
                      <a:pt x="0" y="10238"/>
                      <a:pt x="376" y="10614"/>
                      <a:pt x="840" y="10614"/>
                    </a:cubicBezTo>
                    <a:lnTo>
                      <a:pt x="10988" y="10614"/>
                    </a:lnTo>
                    <a:cubicBezTo>
                      <a:pt x="11452" y="10614"/>
                      <a:pt x="11827" y="10238"/>
                      <a:pt x="11827" y="9774"/>
                    </a:cubicBezTo>
                    <a:lnTo>
                      <a:pt x="11827" y="5914"/>
                    </a:lnTo>
                    <a:cubicBezTo>
                      <a:pt x="11827" y="2789"/>
                      <a:pt x="9403" y="231"/>
                      <a:pt x="6333" y="16"/>
                    </a:cubicBezTo>
                    <a:cubicBezTo>
                      <a:pt x="6195" y="6"/>
                      <a:pt x="6055" y="1"/>
                      <a:pt x="591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6" name="Google Shape;3646;p55"/>
              <p:cNvSpPr/>
              <p:nvPr/>
            </p:nvSpPr>
            <p:spPr>
              <a:xfrm>
                <a:off x="2440424" y="1963640"/>
                <a:ext cx="257115" cy="248282"/>
              </a:xfrm>
              <a:custGeom>
                <a:avLst/>
                <a:gdLst/>
                <a:ahLst/>
                <a:cxnLst/>
                <a:rect l="l" t="t" r="r" b="b"/>
                <a:pathLst>
                  <a:path w="10989" h="10599" extrusionOk="0">
                    <a:moveTo>
                      <a:pt x="5495" y="0"/>
                    </a:moveTo>
                    <a:cubicBezTo>
                      <a:pt x="2424" y="215"/>
                      <a:pt x="0" y="2773"/>
                      <a:pt x="0" y="5898"/>
                    </a:cubicBezTo>
                    <a:lnTo>
                      <a:pt x="0" y="9758"/>
                    </a:lnTo>
                    <a:cubicBezTo>
                      <a:pt x="0" y="10222"/>
                      <a:pt x="376" y="10598"/>
                      <a:pt x="840" y="10598"/>
                    </a:cubicBezTo>
                    <a:lnTo>
                      <a:pt x="10150" y="10598"/>
                    </a:lnTo>
                    <a:cubicBezTo>
                      <a:pt x="10614" y="10598"/>
                      <a:pt x="10989" y="10222"/>
                      <a:pt x="10989" y="9758"/>
                    </a:cubicBezTo>
                    <a:lnTo>
                      <a:pt x="10989" y="5898"/>
                    </a:lnTo>
                    <a:cubicBezTo>
                      <a:pt x="10989" y="2773"/>
                      <a:pt x="8565" y="215"/>
                      <a:pt x="5495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7" name="Google Shape;3647;p55"/>
              <p:cNvSpPr/>
              <p:nvPr/>
            </p:nvSpPr>
            <p:spPr>
              <a:xfrm>
                <a:off x="2520560" y="2037780"/>
                <a:ext cx="60459" cy="138465"/>
              </a:xfrm>
              <a:custGeom>
                <a:avLst/>
                <a:gdLst/>
                <a:ahLst/>
                <a:cxnLst/>
                <a:rect l="l" t="t" r="r" b="b"/>
                <a:pathLst>
                  <a:path w="2584" h="5911" extrusionOk="0">
                    <a:moveTo>
                      <a:pt x="0" y="0"/>
                    </a:moveTo>
                    <a:cubicBezTo>
                      <a:pt x="1281" y="0"/>
                      <a:pt x="2320" y="1323"/>
                      <a:pt x="2320" y="2955"/>
                    </a:cubicBezTo>
                    <a:cubicBezTo>
                      <a:pt x="2320" y="4588"/>
                      <a:pt x="1281" y="5910"/>
                      <a:pt x="0" y="5910"/>
                    </a:cubicBezTo>
                    <a:lnTo>
                      <a:pt x="265" y="5910"/>
                    </a:lnTo>
                    <a:cubicBezTo>
                      <a:pt x="1546" y="5910"/>
                      <a:pt x="2584" y="4588"/>
                      <a:pt x="2584" y="2955"/>
                    </a:cubicBezTo>
                    <a:cubicBezTo>
                      <a:pt x="2584" y="1322"/>
                      <a:pt x="1546" y="0"/>
                      <a:pt x="265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8" name="Google Shape;3648;p55"/>
              <p:cNvSpPr/>
              <p:nvPr/>
            </p:nvSpPr>
            <p:spPr>
              <a:xfrm>
                <a:off x="2523368" y="2037780"/>
                <a:ext cx="57651" cy="138465"/>
              </a:xfrm>
              <a:custGeom>
                <a:avLst/>
                <a:gdLst/>
                <a:ahLst/>
                <a:cxnLst/>
                <a:rect l="l" t="t" r="r" b="b"/>
                <a:pathLst>
                  <a:path w="2464" h="5911" extrusionOk="0">
                    <a:moveTo>
                      <a:pt x="0" y="0"/>
                    </a:moveTo>
                    <a:cubicBezTo>
                      <a:pt x="1280" y="0"/>
                      <a:pt x="2319" y="1323"/>
                      <a:pt x="2319" y="2955"/>
                    </a:cubicBezTo>
                    <a:cubicBezTo>
                      <a:pt x="2319" y="4588"/>
                      <a:pt x="1280" y="5910"/>
                      <a:pt x="0" y="5910"/>
                    </a:cubicBezTo>
                    <a:lnTo>
                      <a:pt x="145" y="5910"/>
                    </a:lnTo>
                    <a:cubicBezTo>
                      <a:pt x="1426" y="5910"/>
                      <a:pt x="2464" y="4588"/>
                      <a:pt x="2464" y="2955"/>
                    </a:cubicBezTo>
                    <a:cubicBezTo>
                      <a:pt x="2464" y="1322"/>
                      <a:pt x="1426" y="0"/>
                      <a:pt x="145" y="0"/>
                    </a:cubicBezTo>
                    <a:close/>
                  </a:path>
                </a:pathLst>
              </a:custGeom>
              <a:solidFill>
                <a:srgbClr val="66555E">
                  <a:alpha val="208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9" name="Google Shape;3649;p55"/>
              <p:cNvSpPr/>
              <p:nvPr/>
            </p:nvSpPr>
            <p:spPr>
              <a:xfrm>
                <a:off x="2526691" y="2037780"/>
                <a:ext cx="78358" cy="138465"/>
              </a:xfrm>
              <a:custGeom>
                <a:avLst/>
                <a:gdLst/>
                <a:ahLst/>
                <a:cxnLst/>
                <a:rect l="l" t="t" r="r" b="b"/>
                <a:pathLst>
                  <a:path w="3349" h="5911" extrusionOk="0">
                    <a:moveTo>
                      <a:pt x="1" y="0"/>
                    </a:moveTo>
                    <a:cubicBezTo>
                      <a:pt x="1282" y="0"/>
                      <a:pt x="2321" y="1323"/>
                      <a:pt x="2321" y="2955"/>
                    </a:cubicBezTo>
                    <a:cubicBezTo>
                      <a:pt x="2321" y="4588"/>
                      <a:pt x="1282" y="5910"/>
                      <a:pt x="1" y="5910"/>
                    </a:cubicBezTo>
                    <a:lnTo>
                      <a:pt x="1029" y="5910"/>
                    </a:lnTo>
                    <a:cubicBezTo>
                      <a:pt x="2310" y="5910"/>
                      <a:pt x="3348" y="4588"/>
                      <a:pt x="3348" y="2955"/>
                    </a:cubicBezTo>
                    <a:cubicBezTo>
                      <a:pt x="3348" y="1322"/>
                      <a:pt x="2310" y="0"/>
                      <a:pt x="102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0" name="Google Shape;3650;p55"/>
              <p:cNvSpPr/>
              <p:nvPr/>
            </p:nvSpPr>
            <p:spPr>
              <a:xfrm>
                <a:off x="2481861" y="2037757"/>
                <a:ext cx="93005" cy="138489"/>
              </a:xfrm>
              <a:custGeom>
                <a:avLst/>
                <a:gdLst/>
                <a:ahLst/>
                <a:cxnLst/>
                <a:rect l="l" t="t" r="r" b="b"/>
                <a:pathLst>
                  <a:path w="3975" h="5912" extrusionOk="0">
                    <a:moveTo>
                      <a:pt x="0" y="0"/>
                    </a:moveTo>
                    <a:lnTo>
                      <a:pt x="0" y="5911"/>
                    </a:lnTo>
                    <a:lnTo>
                      <a:pt x="1654" y="5911"/>
                    </a:lnTo>
                    <a:cubicBezTo>
                      <a:pt x="2935" y="5911"/>
                      <a:pt x="3974" y="4589"/>
                      <a:pt x="3974" y="2956"/>
                    </a:cubicBezTo>
                    <a:cubicBezTo>
                      <a:pt x="3974" y="1324"/>
                      <a:pt x="2935" y="0"/>
                      <a:pt x="16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1" name="Google Shape;3651;p55"/>
              <p:cNvSpPr/>
              <p:nvPr/>
            </p:nvSpPr>
            <p:spPr>
              <a:xfrm>
                <a:off x="2427579" y="2037780"/>
                <a:ext cx="108541" cy="138465"/>
              </a:xfrm>
              <a:custGeom>
                <a:avLst/>
                <a:gdLst/>
                <a:ahLst/>
                <a:cxnLst/>
                <a:rect l="l" t="t" r="r" b="b"/>
                <a:pathLst>
                  <a:path w="4639" h="5911" extrusionOk="0">
                    <a:moveTo>
                      <a:pt x="2320" y="0"/>
                    </a:moveTo>
                    <a:cubicBezTo>
                      <a:pt x="1039" y="0"/>
                      <a:pt x="0" y="1323"/>
                      <a:pt x="0" y="2955"/>
                    </a:cubicBezTo>
                    <a:cubicBezTo>
                      <a:pt x="0" y="4588"/>
                      <a:pt x="1039" y="5910"/>
                      <a:pt x="2320" y="5910"/>
                    </a:cubicBezTo>
                    <a:cubicBezTo>
                      <a:pt x="3600" y="5910"/>
                      <a:pt x="4639" y="4588"/>
                      <a:pt x="4639" y="2955"/>
                    </a:cubicBezTo>
                    <a:cubicBezTo>
                      <a:pt x="4639" y="1323"/>
                      <a:pt x="3600" y="0"/>
                      <a:pt x="232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2" name="Google Shape;3652;p55"/>
              <p:cNvSpPr/>
              <p:nvPr/>
            </p:nvSpPr>
            <p:spPr>
              <a:xfrm>
                <a:off x="2436002" y="2052163"/>
                <a:ext cx="87366" cy="109699"/>
              </a:xfrm>
              <a:custGeom>
                <a:avLst/>
                <a:gdLst/>
                <a:ahLst/>
                <a:cxnLst/>
                <a:rect l="l" t="t" r="r" b="b"/>
                <a:pathLst>
                  <a:path w="3734" h="4683" extrusionOk="0">
                    <a:moveTo>
                      <a:pt x="1868" y="0"/>
                    </a:moveTo>
                    <a:cubicBezTo>
                      <a:pt x="838" y="0"/>
                      <a:pt x="0" y="1051"/>
                      <a:pt x="0" y="2341"/>
                    </a:cubicBezTo>
                    <a:cubicBezTo>
                      <a:pt x="0" y="3632"/>
                      <a:pt x="838" y="4682"/>
                      <a:pt x="1868" y="4682"/>
                    </a:cubicBezTo>
                    <a:cubicBezTo>
                      <a:pt x="1949" y="4682"/>
                      <a:pt x="2033" y="4676"/>
                      <a:pt x="2114" y="4664"/>
                    </a:cubicBezTo>
                    <a:cubicBezTo>
                      <a:pt x="3038" y="4512"/>
                      <a:pt x="3733" y="3514"/>
                      <a:pt x="3733" y="2343"/>
                    </a:cubicBezTo>
                    <a:cubicBezTo>
                      <a:pt x="3733" y="1171"/>
                      <a:pt x="3038" y="174"/>
                      <a:pt x="2114" y="21"/>
                    </a:cubicBezTo>
                    <a:cubicBezTo>
                      <a:pt x="2032" y="7"/>
                      <a:pt x="1949" y="0"/>
                      <a:pt x="186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3" name="Google Shape;3653;p55"/>
              <p:cNvSpPr/>
              <p:nvPr/>
            </p:nvSpPr>
            <p:spPr>
              <a:xfrm>
                <a:off x="2436985" y="2055302"/>
                <a:ext cx="81002" cy="103398"/>
              </a:xfrm>
              <a:custGeom>
                <a:avLst/>
                <a:gdLst/>
                <a:ahLst/>
                <a:cxnLst/>
                <a:rect l="l" t="t" r="r" b="b"/>
                <a:pathLst>
                  <a:path w="3462" h="4414" extrusionOk="0">
                    <a:moveTo>
                      <a:pt x="1730" y="1"/>
                    </a:moveTo>
                    <a:cubicBezTo>
                      <a:pt x="775" y="1"/>
                      <a:pt x="0" y="989"/>
                      <a:pt x="0" y="2207"/>
                    </a:cubicBezTo>
                    <a:cubicBezTo>
                      <a:pt x="0" y="3426"/>
                      <a:pt x="775" y="4414"/>
                      <a:pt x="1730" y="4414"/>
                    </a:cubicBezTo>
                    <a:cubicBezTo>
                      <a:pt x="1806" y="4414"/>
                      <a:pt x="1882" y="4407"/>
                      <a:pt x="1955" y="4395"/>
                    </a:cubicBezTo>
                    <a:cubicBezTo>
                      <a:pt x="2805" y="4255"/>
                      <a:pt x="3462" y="3329"/>
                      <a:pt x="3462" y="2207"/>
                    </a:cubicBezTo>
                    <a:cubicBezTo>
                      <a:pt x="3462" y="1086"/>
                      <a:pt x="2804" y="160"/>
                      <a:pt x="1955" y="18"/>
                    </a:cubicBezTo>
                    <a:cubicBezTo>
                      <a:pt x="1882" y="7"/>
                      <a:pt x="1806" y="1"/>
                      <a:pt x="17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4" name="Google Shape;3654;p55"/>
              <p:cNvSpPr/>
              <p:nvPr/>
            </p:nvSpPr>
            <p:spPr>
              <a:xfrm>
                <a:off x="2447467" y="2055701"/>
                <a:ext cx="70520" cy="102555"/>
              </a:xfrm>
              <a:custGeom>
                <a:avLst/>
                <a:gdLst/>
                <a:ahLst/>
                <a:cxnLst/>
                <a:rect l="l" t="t" r="r" b="b"/>
                <a:pathLst>
                  <a:path w="3014" h="4378" extrusionOk="0">
                    <a:moveTo>
                      <a:pt x="1508" y="0"/>
                    </a:moveTo>
                    <a:cubicBezTo>
                      <a:pt x="1451" y="9"/>
                      <a:pt x="1393" y="23"/>
                      <a:pt x="1337" y="40"/>
                    </a:cubicBezTo>
                    <a:cubicBezTo>
                      <a:pt x="1058" y="122"/>
                      <a:pt x="807" y="290"/>
                      <a:pt x="598" y="521"/>
                    </a:cubicBezTo>
                    <a:cubicBezTo>
                      <a:pt x="232" y="926"/>
                      <a:pt x="1" y="1523"/>
                      <a:pt x="1" y="2189"/>
                    </a:cubicBezTo>
                    <a:cubicBezTo>
                      <a:pt x="1" y="2231"/>
                      <a:pt x="2" y="2275"/>
                      <a:pt x="5" y="2316"/>
                    </a:cubicBezTo>
                    <a:cubicBezTo>
                      <a:pt x="5" y="2323"/>
                      <a:pt x="5" y="2332"/>
                      <a:pt x="6" y="2341"/>
                    </a:cubicBezTo>
                    <a:cubicBezTo>
                      <a:pt x="24" y="2701"/>
                      <a:pt x="109" y="3036"/>
                      <a:pt x="248" y="3327"/>
                    </a:cubicBezTo>
                    <a:cubicBezTo>
                      <a:pt x="338" y="3518"/>
                      <a:pt x="451" y="3690"/>
                      <a:pt x="580" y="3838"/>
                    </a:cubicBezTo>
                    <a:cubicBezTo>
                      <a:pt x="834" y="4125"/>
                      <a:pt x="1153" y="4320"/>
                      <a:pt x="1507" y="4377"/>
                    </a:cubicBezTo>
                    <a:cubicBezTo>
                      <a:pt x="1625" y="4358"/>
                      <a:pt x="1739" y="4323"/>
                      <a:pt x="1850" y="4275"/>
                    </a:cubicBezTo>
                    <a:cubicBezTo>
                      <a:pt x="2365" y="4046"/>
                      <a:pt x="2773" y="3513"/>
                      <a:pt x="2935" y="2844"/>
                    </a:cubicBezTo>
                    <a:cubicBezTo>
                      <a:pt x="2986" y="2638"/>
                      <a:pt x="3014" y="2419"/>
                      <a:pt x="3014" y="2190"/>
                    </a:cubicBezTo>
                    <a:cubicBezTo>
                      <a:pt x="3014" y="1855"/>
                      <a:pt x="2955" y="1538"/>
                      <a:pt x="2852" y="1251"/>
                    </a:cubicBezTo>
                    <a:cubicBezTo>
                      <a:pt x="2651" y="706"/>
                      <a:pt x="2277" y="280"/>
                      <a:pt x="1822" y="91"/>
                    </a:cubicBezTo>
                    <a:cubicBezTo>
                      <a:pt x="1721" y="49"/>
                      <a:pt x="1616" y="19"/>
                      <a:pt x="1508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5" name="Google Shape;3655;p55"/>
              <p:cNvSpPr/>
              <p:nvPr/>
            </p:nvSpPr>
            <p:spPr>
              <a:xfrm>
                <a:off x="2718527" y="2087746"/>
                <a:ext cx="304214" cy="57813"/>
              </a:xfrm>
              <a:custGeom>
                <a:avLst/>
                <a:gdLst/>
                <a:ahLst/>
                <a:cxnLst/>
                <a:rect l="l" t="t" r="r" b="b"/>
                <a:pathLst>
                  <a:path w="13002" h="2468" extrusionOk="0">
                    <a:moveTo>
                      <a:pt x="667" y="0"/>
                    </a:moveTo>
                    <a:cubicBezTo>
                      <a:pt x="299" y="0"/>
                      <a:pt x="0" y="298"/>
                      <a:pt x="0" y="667"/>
                    </a:cubicBezTo>
                    <a:lnTo>
                      <a:pt x="0" y="1801"/>
                    </a:lnTo>
                    <a:cubicBezTo>
                      <a:pt x="0" y="2170"/>
                      <a:pt x="299" y="2468"/>
                      <a:pt x="667" y="2468"/>
                    </a:cubicBezTo>
                    <a:lnTo>
                      <a:pt x="12335" y="2468"/>
                    </a:lnTo>
                    <a:cubicBezTo>
                      <a:pt x="12702" y="2468"/>
                      <a:pt x="13001" y="2170"/>
                      <a:pt x="13001" y="1801"/>
                    </a:cubicBezTo>
                    <a:lnTo>
                      <a:pt x="13001" y="667"/>
                    </a:lnTo>
                    <a:cubicBezTo>
                      <a:pt x="13001" y="298"/>
                      <a:pt x="12702" y="0"/>
                      <a:pt x="1233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6" name="Google Shape;3656;p55"/>
              <p:cNvSpPr/>
              <p:nvPr/>
            </p:nvSpPr>
            <p:spPr>
              <a:xfrm>
                <a:off x="2718527" y="2087746"/>
                <a:ext cx="204588" cy="25440"/>
              </a:xfrm>
              <a:custGeom>
                <a:avLst/>
                <a:gdLst/>
                <a:ahLst/>
                <a:cxnLst/>
                <a:rect l="l" t="t" r="r" b="b"/>
                <a:pathLst>
                  <a:path w="8744" h="1086" extrusionOk="0">
                    <a:moveTo>
                      <a:pt x="667" y="0"/>
                    </a:moveTo>
                    <a:cubicBezTo>
                      <a:pt x="300" y="0"/>
                      <a:pt x="0" y="298"/>
                      <a:pt x="0" y="667"/>
                    </a:cubicBezTo>
                    <a:cubicBezTo>
                      <a:pt x="0" y="898"/>
                      <a:pt x="188" y="1085"/>
                      <a:pt x="419" y="1085"/>
                    </a:cubicBezTo>
                    <a:lnTo>
                      <a:pt x="8076" y="1085"/>
                    </a:lnTo>
                    <a:cubicBezTo>
                      <a:pt x="8445" y="1085"/>
                      <a:pt x="8743" y="786"/>
                      <a:pt x="8743" y="419"/>
                    </a:cubicBezTo>
                    <a:cubicBezTo>
                      <a:pt x="8743" y="188"/>
                      <a:pt x="8556" y="0"/>
                      <a:pt x="8326" y="0"/>
                    </a:cubicBezTo>
                    <a:close/>
                  </a:path>
                </a:pathLst>
              </a:custGeom>
              <a:solidFill>
                <a:srgbClr val="EC9836">
                  <a:alpha val="3393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7" name="Google Shape;3657;p55"/>
              <p:cNvSpPr/>
              <p:nvPr/>
            </p:nvSpPr>
            <p:spPr>
              <a:xfrm>
                <a:off x="2718503" y="2129981"/>
                <a:ext cx="289544" cy="28297"/>
              </a:xfrm>
              <a:custGeom>
                <a:avLst/>
                <a:gdLst/>
                <a:ahLst/>
                <a:cxnLst/>
                <a:rect l="l" t="t" r="r" b="b"/>
                <a:pathLst>
                  <a:path w="12375" h="1208" extrusionOk="0">
                    <a:moveTo>
                      <a:pt x="0" y="0"/>
                    </a:moveTo>
                    <a:lnTo>
                      <a:pt x="0" y="541"/>
                    </a:lnTo>
                    <a:cubicBezTo>
                      <a:pt x="0" y="909"/>
                      <a:pt x="299" y="1207"/>
                      <a:pt x="667" y="1207"/>
                    </a:cubicBezTo>
                    <a:lnTo>
                      <a:pt x="11844" y="1207"/>
                    </a:lnTo>
                    <a:cubicBezTo>
                      <a:pt x="12138" y="1207"/>
                      <a:pt x="12375" y="969"/>
                      <a:pt x="12375" y="677"/>
                    </a:cubicBezTo>
                    <a:lnTo>
                      <a:pt x="12375" y="667"/>
                    </a:lnTo>
                    <a:lnTo>
                      <a:pt x="667" y="667"/>
                    </a:lnTo>
                    <a:cubicBezTo>
                      <a:pt x="299" y="667"/>
                      <a:pt x="0" y="367"/>
                      <a:pt x="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8" name="Google Shape;3658;p55"/>
              <p:cNvSpPr/>
              <p:nvPr/>
            </p:nvSpPr>
            <p:spPr>
              <a:xfrm>
                <a:off x="2538132" y="1818663"/>
                <a:ext cx="261631" cy="317713"/>
              </a:xfrm>
              <a:custGeom>
                <a:avLst/>
                <a:gdLst/>
                <a:ahLst/>
                <a:cxnLst/>
                <a:rect l="l" t="t" r="r" b="b"/>
                <a:pathLst>
                  <a:path w="11182" h="13563" extrusionOk="0">
                    <a:moveTo>
                      <a:pt x="383" y="0"/>
                    </a:moveTo>
                    <a:cubicBezTo>
                      <a:pt x="198" y="0"/>
                      <a:pt x="44" y="129"/>
                      <a:pt x="6" y="301"/>
                    </a:cubicBezTo>
                    <a:cubicBezTo>
                      <a:pt x="2" y="328"/>
                      <a:pt x="0" y="356"/>
                      <a:pt x="0" y="385"/>
                    </a:cubicBezTo>
                    <a:cubicBezTo>
                      <a:pt x="0" y="579"/>
                      <a:pt x="34" y="764"/>
                      <a:pt x="99" y="934"/>
                    </a:cubicBezTo>
                    <a:cubicBezTo>
                      <a:pt x="319" y="1522"/>
                      <a:pt x="887" y="1939"/>
                      <a:pt x="1552" y="1939"/>
                    </a:cubicBezTo>
                    <a:lnTo>
                      <a:pt x="2170" y="1939"/>
                    </a:lnTo>
                    <a:cubicBezTo>
                      <a:pt x="2531" y="1939"/>
                      <a:pt x="2865" y="2134"/>
                      <a:pt x="3043" y="2450"/>
                    </a:cubicBezTo>
                    <a:lnTo>
                      <a:pt x="8837" y="12748"/>
                    </a:lnTo>
                    <a:cubicBezTo>
                      <a:pt x="8980" y="12999"/>
                      <a:pt x="9184" y="13203"/>
                      <a:pt x="9423" y="13344"/>
                    </a:cubicBezTo>
                    <a:cubicBezTo>
                      <a:pt x="9663" y="13483"/>
                      <a:pt x="9941" y="13562"/>
                      <a:pt x="10229" y="13562"/>
                    </a:cubicBezTo>
                    <a:cubicBezTo>
                      <a:pt x="10375" y="13562"/>
                      <a:pt x="10507" y="13526"/>
                      <a:pt x="10621" y="13465"/>
                    </a:cubicBezTo>
                    <a:cubicBezTo>
                      <a:pt x="11001" y="13257"/>
                      <a:pt x="11182" y="12760"/>
                      <a:pt x="10945" y="12340"/>
                    </a:cubicBezTo>
                    <a:lnTo>
                      <a:pt x="4341" y="606"/>
                    </a:lnTo>
                    <a:cubicBezTo>
                      <a:pt x="4276" y="491"/>
                      <a:pt x="4193" y="389"/>
                      <a:pt x="4095" y="301"/>
                    </a:cubicBezTo>
                    <a:cubicBezTo>
                      <a:pt x="3881" y="110"/>
                      <a:pt x="3601" y="0"/>
                      <a:pt x="330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9" name="Google Shape;3659;p55"/>
              <p:cNvSpPr/>
              <p:nvPr/>
            </p:nvSpPr>
            <p:spPr>
              <a:xfrm>
                <a:off x="2545994" y="1840542"/>
                <a:ext cx="240175" cy="295858"/>
              </a:xfrm>
              <a:custGeom>
                <a:avLst/>
                <a:gdLst/>
                <a:ahLst/>
                <a:cxnLst/>
                <a:rect l="l" t="t" r="r" b="b"/>
                <a:pathLst>
                  <a:path w="10265" h="12630" extrusionOk="0">
                    <a:moveTo>
                      <a:pt x="548" y="0"/>
                    </a:moveTo>
                    <a:cubicBezTo>
                      <a:pt x="167" y="0"/>
                      <a:pt x="0" y="493"/>
                      <a:pt x="312" y="716"/>
                    </a:cubicBezTo>
                    <a:cubicBezTo>
                      <a:pt x="568" y="899"/>
                      <a:pt x="879" y="1006"/>
                      <a:pt x="1216" y="1006"/>
                    </a:cubicBezTo>
                    <a:lnTo>
                      <a:pt x="1834" y="1006"/>
                    </a:lnTo>
                    <a:cubicBezTo>
                      <a:pt x="2195" y="1006"/>
                      <a:pt x="2531" y="1201"/>
                      <a:pt x="2707" y="1517"/>
                    </a:cubicBezTo>
                    <a:lnTo>
                      <a:pt x="8501" y="11815"/>
                    </a:lnTo>
                    <a:cubicBezTo>
                      <a:pt x="8644" y="12066"/>
                      <a:pt x="8848" y="12270"/>
                      <a:pt x="9087" y="12411"/>
                    </a:cubicBezTo>
                    <a:cubicBezTo>
                      <a:pt x="9327" y="12551"/>
                      <a:pt x="9605" y="12629"/>
                      <a:pt x="9894" y="12629"/>
                    </a:cubicBezTo>
                    <a:cubicBezTo>
                      <a:pt x="9962" y="12629"/>
                      <a:pt x="10027" y="12621"/>
                      <a:pt x="10089" y="12605"/>
                    </a:cubicBezTo>
                    <a:cubicBezTo>
                      <a:pt x="10204" y="12578"/>
                      <a:pt x="10264" y="12446"/>
                      <a:pt x="10207" y="12342"/>
                    </a:cubicBezTo>
                    <a:cubicBezTo>
                      <a:pt x="10205" y="12340"/>
                      <a:pt x="3602" y="606"/>
                      <a:pt x="3602" y="606"/>
                    </a:cubicBezTo>
                    <a:cubicBezTo>
                      <a:pt x="3537" y="492"/>
                      <a:pt x="3452" y="389"/>
                      <a:pt x="3357" y="302"/>
                    </a:cubicBezTo>
                    <a:cubicBezTo>
                      <a:pt x="3143" y="111"/>
                      <a:pt x="2862" y="0"/>
                      <a:pt x="2564" y="0"/>
                    </a:cubicBez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0" name="Google Shape;3660;p55"/>
              <p:cNvSpPr/>
              <p:nvPr/>
            </p:nvSpPr>
            <p:spPr>
              <a:xfrm>
                <a:off x="2577510" y="1784205"/>
                <a:ext cx="228898" cy="19724"/>
              </a:xfrm>
              <a:custGeom>
                <a:avLst/>
                <a:gdLst/>
                <a:ahLst/>
                <a:cxnLst/>
                <a:rect l="l" t="t" r="r" b="b"/>
                <a:pathLst>
                  <a:path w="9783" h="842" extrusionOk="0">
                    <a:moveTo>
                      <a:pt x="211" y="0"/>
                    </a:moveTo>
                    <a:cubicBezTo>
                      <a:pt x="107" y="0"/>
                      <a:pt x="12" y="78"/>
                      <a:pt x="6" y="184"/>
                    </a:cubicBezTo>
                    <a:cubicBezTo>
                      <a:pt x="0" y="297"/>
                      <a:pt x="89" y="389"/>
                      <a:pt x="200" y="389"/>
                    </a:cubicBezTo>
                    <a:lnTo>
                      <a:pt x="1178" y="389"/>
                    </a:lnTo>
                    <a:cubicBezTo>
                      <a:pt x="1332" y="389"/>
                      <a:pt x="1482" y="441"/>
                      <a:pt x="1601" y="536"/>
                    </a:cubicBezTo>
                    <a:cubicBezTo>
                      <a:pt x="1631" y="559"/>
                      <a:pt x="1658" y="585"/>
                      <a:pt x="1684" y="615"/>
                    </a:cubicBezTo>
                    <a:cubicBezTo>
                      <a:pt x="1750" y="688"/>
                      <a:pt x="1828" y="744"/>
                      <a:pt x="1914" y="783"/>
                    </a:cubicBezTo>
                    <a:cubicBezTo>
                      <a:pt x="2001" y="821"/>
                      <a:pt x="2096" y="841"/>
                      <a:pt x="2192" y="841"/>
                    </a:cubicBezTo>
                    <a:lnTo>
                      <a:pt x="8758" y="841"/>
                    </a:lnTo>
                    <a:cubicBezTo>
                      <a:pt x="9121" y="841"/>
                      <a:pt x="9362" y="702"/>
                      <a:pt x="9521" y="537"/>
                    </a:cubicBezTo>
                    <a:cubicBezTo>
                      <a:pt x="9624" y="431"/>
                      <a:pt x="9691" y="316"/>
                      <a:pt x="9735" y="219"/>
                    </a:cubicBezTo>
                    <a:cubicBezTo>
                      <a:pt x="9783" y="117"/>
                      <a:pt x="9708" y="0"/>
                      <a:pt x="959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1" name="Google Shape;3661;p55"/>
              <p:cNvSpPr/>
              <p:nvPr/>
            </p:nvSpPr>
            <p:spPr>
              <a:xfrm>
                <a:off x="2614969" y="1796737"/>
                <a:ext cx="185355" cy="7191"/>
              </a:xfrm>
              <a:custGeom>
                <a:avLst/>
                <a:gdLst/>
                <a:ahLst/>
                <a:cxnLst/>
                <a:rect l="l" t="t" r="r" b="b"/>
                <a:pathLst>
                  <a:path w="7922" h="307" extrusionOk="0">
                    <a:moveTo>
                      <a:pt x="1" y="1"/>
                    </a:moveTo>
                    <a:cubicBezTo>
                      <a:pt x="31" y="24"/>
                      <a:pt x="59" y="50"/>
                      <a:pt x="85" y="80"/>
                    </a:cubicBezTo>
                    <a:cubicBezTo>
                      <a:pt x="150" y="153"/>
                      <a:pt x="229" y="209"/>
                      <a:pt x="314" y="247"/>
                    </a:cubicBezTo>
                    <a:cubicBezTo>
                      <a:pt x="401" y="286"/>
                      <a:pt x="496" y="306"/>
                      <a:pt x="593" y="306"/>
                    </a:cubicBezTo>
                    <a:lnTo>
                      <a:pt x="7158" y="306"/>
                    </a:lnTo>
                    <a:cubicBezTo>
                      <a:pt x="7521" y="306"/>
                      <a:pt x="7762" y="167"/>
                      <a:pt x="7921" y="1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2" name="Google Shape;3662;p55"/>
              <p:cNvSpPr/>
              <p:nvPr/>
            </p:nvSpPr>
            <p:spPr>
              <a:xfrm>
                <a:off x="2559611" y="1794980"/>
                <a:ext cx="46023" cy="23730"/>
              </a:xfrm>
              <a:custGeom>
                <a:avLst/>
                <a:gdLst/>
                <a:ahLst/>
                <a:cxnLst/>
                <a:rect l="l" t="t" r="r" b="b"/>
                <a:pathLst>
                  <a:path w="1967" h="1013" extrusionOk="0">
                    <a:moveTo>
                      <a:pt x="12" y="1"/>
                    </a:moveTo>
                    <a:cubicBezTo>
                      <a:pt x="6" y="1"/>
                      <a:pt x="1" y="6"/>
                      <a:pt x="2" y="12"/>
                    </a:cubicBezTo>
                    <a:lnTo>
                      <a:pt x="2" y="1012"/>
                    </a:lnTo>
                    <a:lnTo>
                      <a:pt x="1967" y="1012"/>
                    </a:lnTo>
                    <a:lnTo>
                      <a:pt x="1967" y="12"/>
                    </a:lnTo>
                    <a:cubicBezTo>
                      <a:pt x="1967" y="6"/>
                      <a:pt x="1962" y="1"/>
                      <a:pt x="1956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3" name="Google Shape;3663;p55"/>
              <p:cNvSpPr/>
              <p:nvPr/>
            </p:nvSpPr>
            <p:spPr>
              <a:xfrm>
                <a:off x="2568900" y="1794980"/>
                <a:ext cx="27469" cy="23730"/>
              </a:xfrm>
              <a:custGeom>
                <a:avLst/>
                <a:gdLst/>
                <a:ahLst/>
                <a:cxnLst/>
                <a:rect l="l" t="t" r="r" b="b"/>
                <a:pathLst>
                  <a:path w="1174" h="1013" extrusionOk="0">
                    <a:moveTo>
                      <a:pt x="10" y="1"/>
                    </a:moveTo>
                    <a:cubicBezTo>
                      <a:pt x="5" y="1"/>
                      <a:pt x="1" y="5"/>
                      <a:pt x="1" y="10"/>
                    </a:cubicBezTo>
                    <a:lnTo>
                      <a:pt x="1" y="1012"/>
                    </a:lnTo>
                    <a:lnTo>
                      <a:pt x="1173" y="1012"/>
                    </a:lnTo>
                    <a:lnTo>
                      <a:pt x="1173" y="10"/>
                    </a:lnTo>
                    <a:cubicBezTo>
                      <a:pt x="1173" y="5"/>
                      <a:pt x="1169" y="1"/>
                      <a:pt x="1164" y="1"/>
                    </a:cubicBezTo>
                    <a:close/>
                  </a:path>
                </a:pathLst>
              </a:custGeom>
              <a:solidFill>
                <a:srgbClr val="FFFFFF">
                  <a:alpha val="142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4" name="Google Shape;3664;p55"/>
              <p:cNvSpPr/>
              <p:nvPr/>
            </p:nvSpPr>
            <p:spPr>
              <a:xfrm>
                <a:off x="2559611" y="1753471"/>
                <a:ext cx="46023" cy="29094"/>
              </a:xfrm>
              <a:custGeom>
                <a:avLst/>
                <a:gdLst/>
                <a:ahLst/>
                <a:cxnLst/>
                <a:rect l="l" t="t" r="r" b="b"/>
                <a:pathLst>
                  <a:path w="1967" h="1242" extrusionOk="0">
                    <a:moveTo>
                      <a:pt x="984" y="1"/>
                    </a:moveTo>
                    <a:cubicBezTo>
                      <a:pt x="442" y="1"/>
                      <a:pt x="1" y="442"/>
                      <a:pt x="1" y="984"/>
                    </a:cubicBezTo>
                    <a:lnTo>
                      <a:pt x="1" y="1139"/>
                    </a:lnTo>
                    <a:cubicBezTo>
                      <a:pt x="1" y="1196"/>
                      <a:pt x="47" y="1242"/>
                      <a:pt x="104" y="1242"/>
                    </a:cubicBezTo>
                    <a:lnTo>
                      <a:pt x="1864" y="1242"/>
                    </a:lnTo>
                    <a:cubicBezTo>
                      <a:pt x="1921" y="1242"/>
                      <a:pt x="1967" y="1196"/>
                      <a:pt x="1967" y="1139"/>
                    </a:cubicBezTo>
                    <a:lnTo>
                      <a:pt x="1967" y="984"/>
                    </a:lnTo>
                    <a:cubicBezTo>
                      <a:pt x="1967" y="441"/>
                      <a:pt x="1526" y="1"/>
                      <a:pt x="98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5" name="Google Shape;3665;p55"/>
              <p:cNvSpPr/>
              <p:nvPr/>
            </p:nvSpPr>
            <p:spPr>
              <a:xfrm>
                <a:off x="2567051" y="1753471"/>
                <a:ext cx="31165" cy="29070"/>
              </a:xfrm>
              <a:custGeom>
                <a:avLst/>
                <a:gdLst/>
                <a:ahLst/>
                <a:cxnLst/>
                <a:rect l="l" t="t" r="r" b="b"/>
                <a:pathLst>
                  <a:path w="1332" h="1241" extrusionOk="0">
                    <a:moveTo>
                      <a:pt x="666" y="1"/>
                    </a:moveTo>
                    <a:cubicBezTo>
                      <a:pt x="299" y="1"/>
                      <a:pt x="1" y="300"/>
                      <a:pt x="1" y="666"/>
                    </a:cubicBezTo>
                    <a:lnTo>
                      <a:pt x="1" y="1171"/>
                    </a:lnTo>
                    <a:cubicBezTo>
                      <a:pt x="1" y="1210"/>
                      <a:pt x="32" y="1241"/>
                      <a:pt x="70" y="1241"/>
                    </a:cubicBezTo>
                    <a:lnTo>
                      <a:pt x="1262" y="1241"/>
                    </a:lnTo>
                    <a:cubicBezTo>
                      <a:pt x="1300" y="1241"/>
                      <a:pt x="1331" y="1210"/>
                      <a:pt x="1331" y="1171"/>
                    </a:cubicBezTo>
                    <a:lnTo>
                      <a:pt x="1331" y="666"/>
                    </a:lnTo>
                    <a:cubicBezTo>
                      <a:pt x="1331" y="298"/>
                      <a:pt x="1034" y="1"/>
                      <a:pt x="666" y="1"/>
                    </a:cubicBezTo>
                    <a:close/>
                  </a:path>
                </a:pathLst>
              </a:custGeom>
              <a:solidFill>
                <a:srgbClr val="FFFFFF">
                  <a:alpha val="142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6" name="Google Shape;3666;p55"/>
              <p:cNvSpPr/>
              <p:nvPr/>
            </p:nvSpPr>
            <p:spPr>
              <a:xfrm>
                <a:off x="2564852" y="1782542"/>
                <a:ext cx="35611" cy="12439"/>
              </a:xfrm>
              <a:custGeom>
                <a:avLst/>
                <a:gdLst/>
                <a:ahLst/>
                <a:cxnLst/>
                <a:rect l="l" t="t" r="r" b="b"/>
                <a:pathLst>
                  <a:path w="1522" h="531" extrusionOk="0">
                    <a:moveTo>
                      <a:pt x="1" y="1"/>
                    </a:moveTo>
                    <a:lnTo>
                      <a:pt x="1" y="531"/>
                    </a:lnTo>
                    <a:lnTo>
                      <a:pt x="1521" y="531"/>
                    </a:lnTo>
                    <a:lnTo>
                      <a:pt x="152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7" name="Google Shape;3667;p55"/>
              <p:cNvSpPr/>
              <p:nvPr/>
            </p:nvSpPr>
            <p:spPr>
              <a:xfrm>
                <a:off x="2343231" y="1784205"/>
                <a:ext cx="228921" cy="19724"/>
              </a:xfrm>
              <a:custGeom>
                <a:avLst/>
                <a:gdLst/>
                <a:ahLst/>
                <a:cxnLst/>
                <a:rect l="l" t="t" r="r" b="b"/>
                <a:pathLst>
                  <a:path w="9784" h="842" extrusionOk="0">
                    <a:moveTo>
                      <a:pt x="188" y="0"/>
                    </a:moveTo>
                    <a:cubicBezTo>
                      <a:pt x="75" y="0"/>
                      <a:pt x="1" y="117"/>
                      <a:pt x="49" y="219"/>
                    </a:cubicBezTo>
                    <a:cubicBezTo>
                      <a:pt x="93" y="316"/>
                      <a:pt x="162" y="431"/>
                      <a:pt x="262" y="537"/>
                    </a:cubicBezTo>
                    <a:cubicBezTo>
                      <a:pt x="421" y="702"/>
                      <a:pt x="662" y="841"/>
                      <a:pt x="1025" y="841"/>
                    </a:cubicBezTo>
                    <a:lnTo>
                      <a:pt x="7592" y="841"/>
                    </a:lnTo>
                    <a:cubicBezTo>
                      <a:pt x="7687" y="841"/>
                      <a:pt x="7782" y="821"/>
                      <a:pt x="7870" y="783"/>
                    </a:cubicBezTo>
                    <a:cubicBezTo>
                      <a:pt x="7955" y="744"/>
                      <a:pt x="8034" y="688"/>
                      <a:pt x="8098" y="615"/>
                    </a:cubicBezTo>
                    <a:cubicBezTo>
                      <a:pt x="8124" y="585"/>
                      <a:pt x="8153" y="559"/>
                      <a:pt x="8182" y="536"/>
                    </a:cubicBezTo>
                    <a:cubicBezTo>
                      <a:pt x="8301" y="441"/>
                      <a:pt x="8451" y="389"/>
                      <a:pt x="8605" y="389"/>
                    </a:cubicBezTo>
                    <a:lnTo>
                      <a:pt x="9583" y="389"/>
                    </a:lnTo>
                    <a:cubicBezTo>
                      <a:pt x="9694" y="389"/>
                      <a:pt x="9783" y="297"/>
                      <a:pt x="9777" y="184"/>
                    </a:cubicBezTo>
                    <a:cubicBezTo>
                      <a:pt x="9771" y="78"/>
                      <a:pt x="9677" y="0"/>
                      <a:pt x="957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8" name="Google Shape;3668;p55"/>
              <p:cNvSpPr/>
              <p:nvPr/>
            </p:nvSpPr>
            <p:spPr>
              <a:xfrm>
                <a:off x="2349361" y="1796737"/>
                <a:ext cx="185332" cy="7191"/>
              </a:xfrm>
              <a:custGeom>
                <a:avLst/>
                <a:gdLst/>
                <a:ahLst/>
                <a:cxnLst/>
                <a:rect l="l" t="t" r="r" b="b"/>
                <a:pathLst>
                  <a:path w="7921" h="307" extrusionOk="0">
                    <a:moveTo>
                      <a:pt x="0" y="1"/>
                    </a:moveTo>
                    <a:cubicBezTo>
                      <a:pt x="159" y="167"/>
                      <a:pt x="400" y="306"/>
                      <a:pt x="763" y="306"/>
                    </a:cubicBezTo>
                    <a:lnTo>
                      <a:pt x="7330" y="306"/>
                    </a:lnTo>
                    <a:cubicBezTo>
                      <a:pt x="7425" y="306"/>
                      <a:pt x="7520" y="286"/>
                      <a:pt x="7608" y="247"/>
                    </a:cubicBezTo>
                    <a:cubicBezTo>
                      <a:pt x="7693" y="209"/>
                      <a:pt x="7772" y="153"/>
                      <a:pt x="7836" y="80"/>
                    </a:cubicBezTo>
                    <a:cubicBezTo>
                      <a:pt x="7862" y="50"/>
                      <a:pt x="7891" y="24"/>
                      <a:pt x="7920" y="1"/>
                    </a:cubicBezTo>
                    <a:close/>
                  </a:path>
                </a:pathLst>
              </a:custGeom>
              <a:solidFill>
                <a:srgbClr val="FFFFFF">
                  <a:alpha val="142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9" name="Google Shape;3669;p55"/>
              <p:cNvSpPr/>
              <p:nvPr/>
            </p:nvSpPr>
            <p:spPr>
              <a:xfrm>
                <a:off x="2538319" y="1818686"/>
                <a:ext cx="95719" cy="7074"/>
              </a:xfrm>
              <a:custGeom>
                <a:avLst/>
                <a:gdLst/>
                <a:ahLst/>
                <a:cxnLst/>
                <a:rect l="l" t="t" r="r" b="b"/>
                <a:pathLst>
                  <a:path w="4091" h="302" extrusionOk="0">
                    <a:moveTo>
                      <a:pt x="378" y="0"/>
                    </a:moveTo>
                    <a:cubicBezTo>
                      <a:pt x="193" y="0"/>
                      <a:pt x="39" y="128"/>
                      <a:pt x="0" y="302"/>
                    </a:cubicBezTo>
                    <a:lnTo>
                      <a:pt x="4090" y="302"/>
                    </a:lnTo>
                    <a:cubicBezTo>
                      <a:pt x="3876" y="111"/>
                      <a:pt x="3595" y="0"/>
                      <a:pt x="3297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0" name="Google Shape;3670;p55"/>
              <p:cNvSpPr/>
              <p:nvPr/>
            </p:nvSpPr>
            <p:spPr>
              <a:xfrm>
                <a:off x="2952572" y="1886666"/>
                <a:ext cx="230489" cy="250062"/>
              </a:xfrm>
              <a:custGeom>
                <a:avLst/>
                <a:gdLst/>
                <a:ahLst/>
                <a:cxnLst/>
                <a:rect l="l" t="t" r="r" b="b"/>
                <a:pathLst>
                  <a:path w="9851" h="10675" extrusionOk="0">
                    <a:moveTo>
                      <a:pt x="6203" y="0"/>
                    </a:moveTo>
                    <a:cubicBezTo>
                      <a:pt x="5875" y="0"/>
                      <a:pt x="5565" y="121"/>
                      <a:pt x="5328" y="332"/>
                    </a:cubicBezTo>
                    <a:cubicBezTo>
                      <a:pt x="5222" y="426"/>
                      <a:pt x="5129" y="539"/>
                      <a:pt x="5056" y="667"/>
                    </a:cubicBezTo>
                    <a:lnTo>
                      <a:pt x="262" y="9323"/>
                    </a:lnTo>
                    <a:cubicBezTo>
                      <a:pt x="0" y="9787"/>
                      <a:pt x="196" y="10337"/>
                      <a:pt x="617" y="10565"/>
                    </a:cubicBezTo>
                    <a:cubicBezTo>
                      <a:pt x="743" y="10633"/>
                      <a:pt x="889" y="10674"/>
                      <a:pt x="1048" y="10674"/>
                    </a:cubicBezTo>
                    <a:cubicBezTo>
                      <a:pt x="1049" y="10674"/>
                      <a:pt x="1051" y="10674"/>
                      <a:pt x="1053" y="10674"/>
                    </a:cubicBezTo>
                    <a:cubicBezTo>
                      <a:pt x="1371" y="10674"/>
                      <a:pt x="1675" y="10588"/>
                      <a:pt x="1939" y="10435"/>
                    </a:cubicBezTo>
                    <a:cubicBezTo>
                      <a:pt x="2204" y="10281"/>
                      <a:pt x="2430" y="10056"/>
                      <a:pt x="2588" y="9779"/>
                    </a:cubicBezTo>
                    <a:lnTo>
                      <a:pt x="6487" y="2704"/>
                    </a:lnTo>
                    <a:cubicBezTo>
                      <a:pt x="6683" y="2358"/>
                      <a:pt x="7050" y="2144"/>
                      <a:pt x="7448" y="2144"/>
                    </a:cubicBezTo>
                    <a:cubicBezTo>
                      <a:pt x="7449" y="2144"/>
                      <a:pt x="7450" y="2144"/>
                      <a:pt x="7451" y="2144"/>
                    </a:cubicBezTo>
                    <a:lnTo>
                      <a:pt x="8133" y="2145"/>
                    </a:lnTo>
                    <a:cubicBezTo>
                      <a:pt x="8136" y="2145"/>
                      <a:pt x="8138" y="2145"/>
                      <a:pt x="8140" y="2145"/>
                    </a:cubicBezTo>
                    <a:cubicBezTo>
                      <a:pt x="8871" y="2145"/>
                      <a:pt x="9496" y="1685"/>
                      <a:pt x="9739" y="1040"/>
                    </a:cubicBezTo>
                    <a:cubicBezTo>
                      <a:pt x="9811" y="852"/>
                      <a:pt x="9851" y="647"/>
                      <a:pt x="9851" y="434"/>
                    </a:cubicBezTo>
                    <a:cubicBezTo>
                      <a:pt x="9851" y="403"/>
                      <a:pt x="9849" y="373"/>
                      <a:pt x="9840" y="342"/>
                    </a:cubicBezTo>
                    <a:cubicBezTo>
                      <a:pt x="9798" y="152"/>
                      <a:pt x="9628" y="9"/>
                      <a:pt x="9424" y="9"/>
                    </a:cubicBezTo>
                    <a:lnTo>
                      <a:pt x="620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1" name="Google Shape;3671;p55"/>
              <p:cNvSpPr/>
              <p:nvPr/>
            </p:nvSpPr>
            <p:spPr>
              <a:xfrm>
                <a:off x="2967546" y="1910817"/>
                <a:ext cx="206764" cy="225911"/>
              </a:xfrm>
              <a:custGeom>
                <a:avLst/>
                <a:gdLst/>
                <a:ahLst/>
                <a:cxnLst/>
                <a:rect l="l" t="t" r="r" b="b"/>
                <a:pathLst>
                  <a:path w="8837" h="9644" extrusionOk="0">
                    <a:moveTo>
                      <a:pt x="6006" y="0"/>
                    </a:moveTo>
                    <a:cubicBezTo>
                      <a:pt x="5678" y="0"/>
                      <a:pt x="5369" y="121"/>
                      <a:pt x="5132" y="331"/>
                    </a:cubicBezTo>
                    <a:cubicBezTo>
                      <a:pt x="5026" y="426"/>
                      <a:pt x="4933" y="539"/>
                      <a:pt x="4861" y="667"/>
                    </a:cubicBezTo>
                    <a:cubicBezTo>
                      <a:pt x="4861" y="667"/>
                      <a:pt x="66" y="9322"/>
                      <a:pt x="64" y="9326"/>
                    </a:cubicBezTo>
                    <a:cubicBezTo>
                      <a:pt x="0" y="9439"/>
                      <a:pt x="67" y="9587"/>
                      <a:pt x="194" y="9618"/>
                    </a:cubicBezTo>
                    <a:cubicBezTo>
                      <a:pt x="263" y="9634"/>
                      <a:pt x="335" y="9643"/>
                      <a:pt x="410" y="9643"/>
                    </a:cubicBezTo>
                    <a:cubicBezTo>
                      <a:pt x="412" y="9643"/>
                      <a:pt x="413" y="9643"/>
                      <a:pt x="415" y="9643"/>
                    </a:cubicBezTo>
                    <a:cubicBezTo>
                      <a:pt x="732" y="9643"/>
                      <a:pt x="1037" y="9557"/>
                      <a:pt x="1300" y="9404"/>
                    </a:cubicBezTo>
                    <a:cubicBezTo>
                      <a:pt x="1565" y="9250"/>
                      <a:pt x="1791" y="9025"/>
                      <a:pt x="1949" y="8748"/>
                    </a:cubicBezTo>
                    <a:lnTo>
                      <a:pt x="5848" y="1673"/>
                    </a:lnTo>
                    <a:cubicBezTo>
                      <a:pt x="6045" y="1327"/>
                      <a:pt x="6413" y="1113"/>
                      <a:pt x="6809" y="1113"/>
                    </a:cubicBezTo>
                    <a:cubicBezTo>
                      <a:pt x="6810" y="1113"/>
                      <a:pt x="6811" y="1113"/>
                      <a:pt x="6812" y="1113"/>
                    </a:cubicBezTo>
                    <a:lnTo>
                      <a:pt x="7494" y="1114"/>
                    </a:lnTo>
                    <a:cubicBezTo>
                      <a:pt x="7497" y="1114"/>
                      <a:pt x="7501" y="1114"/>
                      <a:pt x="7504" y="1114"/>
                    </a:cubicBezTo>
                    <a:cubicBezTo>
                      <a:pt x="7872" y="1114"/>
                      <a:pt x="8213" y="996"/>
                      <a:pt x="8493" y="796"/>
                    </a:cubicBezTo>
                    <a:cubicBezTo>
                      <a:pt x="8837" y="552"/>
                      <a:pt x="8656" y="8"/>
                      <a:pt x="8235" y="6"/>
                    </a:cubicBezTo>
                    <a:lnTo>
                      <a:pt x="6006" y="0"/>
                    </a:lnTo>
                    <a:close/>
                  </a:path>
                </a:pathLst>
              </a:custGeom>
              <a:solidFill>
                <a:srgbClr val="000000">
                  <a:alpha val="202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2" name="Google Shape;3672;p55"/>
              <p:cNvSpPr/>
              <p:nvPr/>
            </p:nvSpPr>
            <p:spPr>
              <a:xfrm>
                <a:off x="2887199" y="1848155"/>
                <a:ext cx="252459" cy="22230"/>
              </a:xfrm>
              <a:custGeom>
                <a:avLst/>
                <a:gdLst/>
                <a:ahLst/>
                <a:cxnLst/>
                <a:rect l="l" t="t" r="r" b="b"/>
                <a:pathLst>
                  <a:path w="10790" h="949" extrusionOk="0">
                    <a:moveTo>
                      <a:pt x="204" y="0"/>
                    </a:moveTo>
                    <a:cubicBezTo>
                      <a:pt x="81" y="0"/>
                      <a:pt x="0" y="128"/>
                      <a:pt x="51" y="239"/>
                    </a:cubicBezTo>
                    <a:cubicBezTo>
                      <a:pt x="100" y="347"/>
                      <a:pt x="174" y="475"/>
                      <a:pt x="286" y="591"/>
                    </a:cubicBezTo>
                    <a:cubicBezTo>
                      <a:pt x="460" y="774"/>
                      <a:pt x="727" y="929"/>
                      <a:pt x="1127" y="931"/>
                    </a:cubicBezTo>
                    <a:lnTo>
                      <a:pt x="8369" y="948"/>
                    </a:lnTo>
                    <a:cubicBezTo>
                      <a:pt x="8476" y="948"/>
                      <a:pt x="8582" y="927"/>
                      <a:pt x="8676" y="885"/>
                    </a:cubicBezTo>
                    <a:cubicBezTo>
                      <a:pt x="8771" y="841"/>
                      <a:pt x="8859" y="779"/>
                      <a:pt x="8930" y="700"/>
                    </a:cubicBezTo>
                    <a:cubicBezTo>
                      <a:pt x="8958" y="668"/>
                      <a:pt x="8989" y="639"/>
                      <a:pt x="9023" y="614"/>
                    </a:cubicBezTo>
                    <a:cubicBezTo>
                      <a:pt x="9154" y="510"/>
                      <a:pt x="9320" y="452"/>
                      <a:pt x="9490" y="452"/>
                    </a:cubicBezTo>
                    <a:lnTo>
                      <a:pt x="10569" y="455"/>
                    </a:lnTo>
                    <a:cubicBezTo>
                      <a:pt x="10691" y="455"/>
                      <a:pt x="10790" y="353"/>
                      <a:pt x="10784" y="229"/>
                    </a:cubicBezTo>
                    <a:cubicBezTo>
                      <a:pt x="10777" y="113"/>
                      <a:pt x="10674" y="26"/>
                      <a:pt x="10558" y="26"/>
                    </a:cubicBezTo>
                    <a:lnTo>
                      <a:pt x="205" y="0"/>
                    </a:lnTo>
                    <a:cubicBezTo>
                      <a:pt x="204" y="0"/>
                      <a:pt x="204" y="0"/>
                      <a:pt x="20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3" name="Google Shape;3673;p55"/>
              <p:cNvSpPr/>
              <p:nvPr/>
            </p:nvSpPr>
            <p:spPr>
              <a:xfrm>
                <a:off x="3108610" y="1860570"/>
                <a:ext cx="50819" cy="26259"/>
              </a:xfrm>
              <a:custGeom>
                <a:avLst/>
                <a:gdLst/>
                <a:ahLst/>
                <a:cxnLst/>
                <a:rect l="l" t="t" r="r" b="b"/>
                <a:pathLst>
                  <a:path w="2172" h="1121" extrusionOk="0">
                    <a:moveTo>
                      <a:pt x="14" y="1"/>
                    </a:moveTo>
                    <a:cubicBezTo>
                      <a:pt x="8" y="1"/>
                      <a:pt x="3" y="6"/>
                      <a:pt x="3" y="12"/>
                    </a:cubicBezTo>
                    <a:lnTo>
                      <a:pt x="1" y="1115"/>
                    </a:lnTo>
                    <a:lnTo>
                      <a:pt x="2170" y="1121"/>
                    </a:lnTo>
                    <a:lnTo>
                      <a:pt x="2172" y="17"/>
                    </a:lnTo>
                    <a:cubicBezTo>
                      <a:pt x="2171" y="12"/>
                      <a:pt x="2166" y="6"/>
                      <a:pt x="2159" y="6"/>
                    </a:cubicBezTo>
                    <a:lnTo>
                      <a:pt x="14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4" name="Google Shape;3674;p55"/>
              <p:cNvSpPr/>
              <p:nvPr/>
            </p:nvSpPr>
            <p:spPr>
              <a:xfrm>
                <a:off x="3116799" y="1860617"/>
                <a:ext cx="34441" cy="26259"/>
              </a:xfrm>
              <a:custGeom>
                <a:avLst/>
                <a:gdLst/>
                <a:ahLst/>
                <a:cxnLst/>
                <a:rect l="l" t="t" r="r" b="b"/>
                <a:pathLst>
                  <a:path w="1472" h="1121" extrusionOk="0">
                    <a:moveTo>
                      <a:pt x="154" y="1"/>
                    </a:moveTo>
                    <a:cubicBezTo>
                      <a:pt x="71" y="1"/>
                      <a:pt x="2" y="67"/>
                      <a:pt x="2" y="151"/>
                    </a:cubicBezTo>
                    <a:lnTo>
                      <a:pt x="0" y="1117"/>
                    </a:lnTo>
                    <a:lnTo>
                      <a:pt x="1468" y="1121"/>
                    </a:lnTo>
                    <a:lnTo>
                      <a:pt x="1471" y="155"/>
                    </a:lnTo>
                    <a:cubicBezTo>
                      <a:pt x="1471" y="71"/>
                      <a:pt x="1404" y="4"/>
                      <a:pt x="1320" y="4"/>
                    </a:cubicBezTo>
                    <a:lnTo>
                      <a:pt x="154" y="1"/>
                    </a:lnTo>
                    <a:close/>
                  </a:path>
                </a:pathLst>
              </a:custGeom>
              <a:solidFill>
                <a:srgbClr val="EC983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5" name="Google Shape;3675;p55"/>
              <p:cNvSpPr/>
              <p:nvPr/>
            </p:nvSpPr>
            <p:spPr>
              <a:xfrm>
                <a:off x="3108680" y="1814868"/>
                <a:ext cx="50819" cy="32139"/>
              </a:xfrm>
              <a:custGeom>
                <a:avLst/>
                <a:gdLst/>
                <a:ahLst/>
                <a:cxnLst/>
                <a:rect l="l" t="t" r="r" b="b"/>
                <a:pathLst>
                  <a:path w="2172" h="1372" extrusionOk="0">
                    <a:moveTo>
                      <a:pt x="1086" y="0"/>
                    </a:moveTo>
                    <a:cubicBezTo>
                      <a:pt x="489" y="0"/>
                      <a:pt x="3" y="485"/>
                      <a:pt x="1" y="1082"/>
                    </a:cubicBezTo>
                    <a:lnTo>
                      <a:pt x="1" y="1253"/>
                    </a:lnTo>
                    <a:cubicBezTo>
                      <a:pt x="1" y="1316"/>
                      <a:pt x="51" y="1366"/>
                      <a:pt x="114" y="1366"/>
                    </a:cubicBezTo>
                    <a:lnTo>
                      <a:pt x="2057" y="1371"/>
                    </a:lnTo>
                    <a:cubicBezTo>
                      <a:pt x="2121" y="1371"/>
                      <a:pt x="2170" y="1321"/>
                      <a:pt x="2170" y="1257"/>
                    </a:cubicBezTo>
                    <a:lnTo>
                      <a:pt x="2170" y="1087"/>
                    </a:lnTo>
                    <a:cubicBezTo>
                      <a:pt x="2172" y="489"/>
                      <a:pt x="1688" y="2"/>
                      <a:pt x="1088" y="0"/>
                    </a:cubicBezTo>
                    <a:cubicBezTo>
                      <a:pt x="1087" y="0"/>
                      <a:pt x="1087" y="0"/>
                      <a:pt x="108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6" name="Google Shape;3676;p55"/>
              <p:cNvSpPr/>
              <p:nvPr/>
            </p:nvSpPr>
            <p:spPr>
              <a:xfrm>
                <a:off x="3116471" y="1814868"/>
                <a:ext cx="35260" cy="32092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1370" extrusionOk="0">
                    <a:moveTo>
                      <a:pt x="753" y="0"/>
                    </a:moveTo>
                    <a:cubicBezTo>
                      <a:pt x="338" y="0"/>
                      <a:pt x="3" y="336"/>
                      <a:pt x="1" y="751"/>
                    </a:cubicBezTo>
                    <a:lnTo>
                      <a:pt x="0" y="1287"/>
                    </a:lnTo>
                    <a:cubicBezTo>
                      <a:pt x="0" y="1331"/>
                      <a:pt x="35" y="1366"/>
                      <a:pt x="78" y="1366"/>
                    </a:cubicBezTo>
                    <a:lnTo>
                      <a:pt x="1426" y="1369"/>
                    </a:lnTo>
                    <a:cubicBezTo>
                      <a:pt x="1470" y="1369"/>
                      <a:pt x="1504" y="1335"/>
                      <a:pt x="1504" y="1291"/>
                    </a:cubicBezTo>
                    <a:lnTo>
                      <a:pt x="1506" y="754"/>
                    </a:lnTo>
                    <a:cubicBezTo>
                      <a:pt x="1507" y="338"/>
                      <a:pt x="1170" y="2"/>
                      <a:pt x="755" y="0"/>
                    </a:cubicBezTo>
                    <a:cubicBezTo>
                      <a:pt x="754" y="0"/>
                      <a:pt x="754" y="0"/>
                      <a:pt x="753" y="0"/>
                    </a:cubicBezTo>
                    <a:close/>
                  </a:path>
                </a:pathLst>
              </a:custGeom>
              <a:solidFill>
                <a:srgbClr val="EC983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7" name="Google Shape;3677;p55"/>
              <p:cNvSpPr/>
              <p:nvPr/>
            </p:nvSpPr>
            <p:spPr>
              <a:xfrm>
                <a:off x="3114366" y="1846867"/>
                <a:ext cx="39355" cy="13821"/>
              </a:xfrm>
              <a:custGeom>
                <a:avLst/>
                <a:gdLst/>
                <a:ahLst/>
                <a:cxnLst/>
                <a:rect l="l" t="t" r="r" b="b"/>
                <a:pathLst>
                  <a:path w="1682" h="590" extrusionOk="0">
                    <a:moveTo>
                      <a:pt x="3" y="0"/>
                    </a:moveTo>
                    <a:lnTo>
                      <a:pt x="1" y="586"/>
                    </a:lnTo>
                    <a:lnTo>
                      <a:pt x="1681" y="590"/>
                    </a:lnTo>
                    <a:lnTo>
                      <a:pt x="1682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8" name="Google Shape;3678;p55"/>
              <p:cNvSpPr/>
              <p:nvPr/>
            </p:nvSpPr>
            <p:spPr>
              <a:xfrm>
                <a:off x="3145695" y="1848741"/>
                <a:ext cx="252506" cy="22347"/>
              </a:xfrm>
              <a:custGeom>
                <a:avLst/>
                <a:gdLst/>
                <a:ahLst/>
                <a:cxnLst/>
                <a:rect l="l" t="t" r="r" b="b"/>
                <a:pathLst>
                  <a:path w="10792" h="954" extrusionOk="0">
                    <a:moveTo>
                      <a:pt x="234" y="0"/>
                    </a:moveTo>
                    <a:cubicBezTo>
                      <a:pt x="118" y="0"/>
                      <a:pt x="14" y="87"/>
                      <a:pt x="7" y="203"/>
                    </a:cubicBezTo>
                    <a:cubicBezTo>
                      <a:pt x="0" y="327"/>
                      <a:pt x="99" y="430"/>
                      <a:pt x="221" y="430"/>
                    </a:cubicBezTo>
                    <a:lnTo>
                      <a:pt x="1300" y="433"/>
                    </a:lnTo>
                    <a:cubicBezTo>
                      <a:pt x="1470" y="433"/>
                      <a:pt x="1636" y="491"/>
                      <a:pt x="1766" y="597"/>
                    </a:cubicBezTo>
                    <a:cubicBezTo>
                      <a:pt x="1798" y="624"/>
                      <a:pt x="1829" y="651"/>
                      <a:pt x="1857" y="684"/>
                    </a:cubicBezTo>
                    <a:cubicBezTo>
                      <a:pt x="1929" y="764"/>
                      <a:pt x="2015" y="828"/>
                      <a:pt x="2110" y="870"/>
                    </a:cubicBezTo>
                    <a:cubicBezTo>
                      <a:pt x="2205" y="913"/>
                      <a:pt x="2310" y="936"/>
                      <a:pt x="2416" y="936"/>
                    </a:cubicBezTo>
                    <a:lnTo>
                      <a:pt x="9659" y="954"/>
                    </a:lnTo>
                    <a:cubicBezTo>
                      <a:pt x="9662" y="954"/>
                      <a:pt x="9664" y="954"/>
                      <a:pt x="9667" y="954"/>
                    </a:cubicBezTo>
                    <a:cubicBezTo>
                      <a:pt x="10062" y="954"/>
                      <a:pt x="10327" y="801"/>
                      <a:pt x="10502" y="620"/>
                    </a:cubicBezTo>
                    <a:cubicBezTo>
                      <a:pt x="10615" y="505"/>
                      <a:pt x="10690" y="377"/>
                      <a:pt x="10739" y="270"/>
                    </a:cubicBezTo>
                    <a:cubicBezTo>
                      <a:pt x="10791" y="158"/>
                      <a:pt x="10709" y="30"/>
                      <a:pt x="10587" y="26"/>
                    </a:cubicBezTo>
                    <a:lnTo>
                      <a:pt x="234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9" name="Google Shape;3679;p55"/>
              <p:cNvSpPr/>
              <p:nvPr/>
            </p:nvSpPr>
            <p:spPr>
              <a:xfrm>
                <a:off x="3187015" y="1862725"/>
                <a:ext cx="204401" cy="8410"/>
              </a:xfrm>
              <a:custGeom>
                <a:avLst/>
                <a:gdLst/>
                <a:ahLst/>
                <a:cxnLst/>
                <a:rect l="l" t="t" r="r" b="b"/>
                <a:pathLst>
                  <a:path w="8736" h="359" extrusionOk="0">
                    <a:moveTo>
                      <a:pt x="0" y="1"/>
                    </a:moveTo>
                    <a:lnTo>
                      <a:pt x="0" y="1"/>
                    </a:lnTo>
                    <a:cubicBezTo>
                      <a:pt x="32" y="28"/>
                      <a:pt x="63" y="56"/>
                      <a:pt x="91" y="88"/>
                    </a:cubicBezTo>
                    <a:cubicBezTo>
                      <a:pt x="163" y="169"/>
                      <a:pt x="249" y="232"/>
                      <a:pt x="344" y="274"/>
                    </a:cubicBezTo>
                    <a:cubicBezTo>
                      <a:pt x="439" y="318"/>
                      <a:pt x="544" y="340"/>
                      <a:pt x="650" y="340"/>
                    </a:cubicBezTo>
                    <a:lnTo>
                      <a:pt x="7893" y="359"/>
                    </a:lnTo>
                    <a:cubicBezTo>
                      <a:pt x="7894" y="359"/>
                      <a:pt x="7896" y="359"/>
                      <a:pt x="7897" y="359"/>
                    </a:cubicBezTo>
                    <a:cubicBezTo>
                      <a:pt x="8295" y="359"/>
                      <a:pt x="8560" y="205"/>
                      <a:pt x="8736" y="24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0" name="Google Shape;3680;p55"/>
              <p:cNvSpPr/>
              <p:nvPr/>
            </p:nvSpPr>
            <p:spPr>
              <a:xfrm>
                <a:off x="3077257" y="1886666"/>
                <a:ext cx="105570" cy="8035"/>
              </a:xfrm>
              <a:custGeom>
                <a:avLst/>
                <a:gdLst/>
                <a:ahLst/>
                <a:cxnLst/>
                <a:rect l="l" t="t" r="r" b="b"/>
                <a:pathLst>
                  <a:path w="4512" h="343" extrusionOk="0">
                    <a:moveTo>
                      <a:pt x="875" y="0"/>
                    </a:moveTo>
                    <a:cubicBezTo>
                      <a:pt x="547" y="0"/>
                      <a:pt x="238" y="121"/>
                      <a:pt x="0" y="332"/>
                    </a:cubicBezTo>
                    <a:lnTo>
                      <a:pt x="4512" y="343"/>
                    </a:lnTo>
                    <a:cubicBezTo>
                      <a:pt x="4471" y="152"/>
                      <a:pt x="4300" y="10"/>
                      <a:pt x="4096" y="9"/>
                    </a:cubicBezTo>
                    <a:lnTo>
                      <a:pt x="875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1" name="Google Shape;3681;p55"/>
              <p:cNvSpPr/>
              <p:nvPr/>
            </p:nvSpPr>
            <p:spPr>
              <a:xfrm>
                <a:off x="2447537" y="2056661"/>
                <a:ext cx="31165" cy="76998"/>
              </a:xfrm>
              <a:custGeom>
                <a:avLst/>
                <a:gdLst/>
                <a:ahLst/>
                <a:cxnLst/>
                <a:rect l="l" t="t" r="r" b="b"/>
                <a:pathLst>
                  <a:path w="1332" h="3287" extrusionOk="0">
                    <a:moveTo>
                      <a:pt x="1332" y="0"/>
                    </a:moveTo>
                    <a:lnTo>
                      <a:pt x="1332" y="0"/>
                    </a:lnTo>
                    <a:cubicBezTo>
                      <a:pt x="1054" y="82"/>
                      <a:pt x="803" y="252"/>
                      <a:pt x="593" y="481"/>
                    </a:cubicBezTo>
                    <a:lnTo>
                      <a:pt x="1" y="2275"/>
                    </a:lnTo>
                    <a:cubicBezTo>
                      <a:pt x="16" y="2644"/>
                      <a:pt x="103" y="2989"/>
                      <a:pt x="244" y="3286"/>
                    </a:cubicBezTo>
                    <a:lnTo>
                      <a:pt x="1332" y="0"/>
                    </a:ln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2" name="Google Shape;3682;p55"/>
              <p:cNvSpPr/>
              <p:nvPr/>
            </p:nvSpPr>
            <p:spPr>
              <a:xfrm>
                <a:off x="2461061" y="2057832"/>
                <a:ext cx="53112" cy="100423"/>
              </a:xfrm>
              <a:custGeom>
                <a:avLst/>
                <a:gdLst/>
                <a:ahLst/>
                <a:cxnLst/>
                <a:rect l="l" t="t" r="r" b="b"/>
                <a:pathLst>
                  <a:path w="2270" h="4287" extrusionOk="0">
                    <a:moveTo>
                      <a:pt x="1241" y="1"/>
                    </a:moveTo>
                    <a:lnTo>
                      <a:pt x="0" y="3747"/>
                    </a:lnTo>
                    <a:cubicBezTo>
                      <a:pt x="254" y="4034"/>
                      <a:pt x="573" y="4229"/>
                      <a:pt x="927" y="4286"/>
                    </a:cubicBezTo>
                    <a:cubicBezTo>
                      <a:pt x="1045" y="4267"/>
                      <a:pt x="1159" y="4232"/>
                      <a:pt x="1270" y="4184"/>
                    </a:cubicBezTo>
                    <a:lnTo>
                      <a:pt x="2270" y="1164"/>
                    </a:lnTo>
                    <a:cubicBezTo>
                      <a:pt x="2069" y="616"/>
                      <a:pt x="1695" y="191"/>
                      <a:pt x="1241" y="1"/>
                    </a:cubicBezTo>
                    <a:close/>
                  </a:path>
                </a:pathLst>
              </a:cu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3" name="Google Shape;3683;p55"/>
              <p:cNvSpPr/>
              <p:nvPr/>
            </p:nvSpPr>
            <p:spPr>
              <a:xfrm>
                <a:off x="2447584" y="2108032"/>
                <a:ext cx="68555" cy="50223"/>
              </a:xfrm>
              <a:custGeom>
                <a:avLst/>
                <a:gdLst/>
                <a:ahLst/>
                <a:cxnLst/>
                <a:rect l="l" t="t" r="r" b="b"/>
                <a:pathLst>
                  <a:path w="2930" h="2144" extrusionOk="0">
                    <a:moveTo>
                      <a:pt x="1718" y="1"/>
                    </a:moveTo>
                    <a:cubicBezTo>
                      <a:pt x="1715" y="1"/>
                      <a:pt x="1713" y="1"/>
                      <a:pt x="1711" y="1"/>
                    </a:cubicBezTo>
                    <a:cubicBezTo>
                      <a:pt x="1645" y="7"/>
                      <a:pt x="1243" y="396"/>
                      <a:pt x="1243" y="396"/>
                    </a:cubicBezTo>
                    <a:lnTo>
                      <a:pt x="1" y="107"/>
                    </a:lnTo>
                    <a:lnTo>
                      <a:pt x="1" y="107"/>
                    </a:lnTo>
                    <a:cubicBezTo>
                      <a:pt x="19" y="467"/>
                      <a:pt x="104" y="802"/>
                      <a:pt x="243" y="1093"/>
                    </a:cubicBezTo>
                    <a:cubicBezTo>
                      <a:pt x="333" y="1284"/>
                      <a:pt x="446" y="1456"/>
                      <a:pt x="575" y="1604"/>
                    </a:cubicBezTo>
                    <a:cubicBezTo>
                      <a:pt x="829" y="1891"/>
                      <a:pt x="1148" y="2086"/>
                      <a:pt x="1502" y="2143"/>
                    </a:cubicBezTo>
                    <a:cubicBezTo>
                      <a:pt x="1620" y="2124"/>
                      <a:pt x="1734" y="2089"/>
                      <a:pt x="1845" y="2041"/>
                    </a:cubicBezTo>
                    <a:cubicBezTo>
                      <a:pt x="2360" y="1812"/>
                      <a:pt x="2768" y="1279"/>
                      <a:pt x="2930" y="610"/>
                    </a:cubicBezTo>
                    <a:lnTo>
                      <a:pt x="2930" y="610"/>
                    </a:lnTo>
                    <a:lnTo>
                      <a:pt x="2734" y="739"/>
                    </a:lnTo>
                    <a:lnTo>
                      <a:pt x="2488" y="104"/>
                    </a:lnTo>
                    <a:cubicBezTo>
                      <a:pt x="2488" y="104"/>
                      <a:pt x="1816" y="1"/>
                      <a:pt x="171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4" name="Google Shape;3684;p55"/>
              <p:cNvSpPr/>
              <p:nvPr/>
            </p:nvSpPr>
            <p:spPr>
              <a:xfrm>
                <a:off x="2672785" y="2607008"/>
                <a:ext cx="61793" cy="21528"/>
              </a:xfrm>
              <a:custGeom>
                <a:avLst/>
                <a:gdLst/>
                <a:ahLst/>
                <a:cxnLst/>
                <a:rect l="l" t="t" r="r" b="b"/>
                <a:pathLst>
                  <a:path w="2641" h="919" extrusionOk="0">
                    <a:moveTo>
                      <a:pt x="2639" y="1"/>
                    </a:moveTo>
                    <a:lnTo>
                      <a:pt x="1" y="5"/>
                    </a:lnTo>
                    <a:lnTo>
                      <a:pt x="2" y="433"/>
                    </a:lnTo>
                    <a:cubicBezTo>
                      <a:pt x="2" y="702"/>
                      <a:pt x="221" y="919"/>
                      <a:pt x="489" y="919"/>
                    </a:cubicBezTo>
                    <a:lnTo>
                      <a:pt x="2154" y="917"/>
                    </a:lnTo>
                    <a:cubicBezTo>
                      <a:pt x="2424" y="917"/>
                      <a:pt x="2640" y="697"/>
                      <a:pt x="2640" y="429"/>
                    </a:cubicBezTo>
                    <a:lnTo>
                      <a:pt x="263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5" name="Google Shape;3685;p55"/>
              <p:cNvSpPr/>
              <p:nvPr/>
            </p:nvSpPr>
            <p:spPr>
              <a:xfrm>
                <a:off x="2668807" y="2253056"/>
                <a:ext cx="23210" cy="68940"/>
              </a:xfrm>
              <a:custGeom>
                <a:avLst/>
                <a:gdLst/>
                <a:ahLst/>
                <a:cxnLst/>
                <a:rect l="l" t="t" r="r" b="b"/>
                <a:pathLst>
                  <a:path w="992" h="2943" extrusionOk="0">
                    <a:moveTo>
                      <a:pt x="142" y="1"/>
                    </a:moveTo>
                    <a:cubicBezTo>
                      <a:pt x="68" y="1"/>
                      <a:pt x="0" y="60"/>
                      <a:pt x="0" y="143"/>
                    </a:cubicBezTo>
                    <a:lnTo>
                      <a:pt x="4" y="2382"/>
                    </a:lnTo>
                    <a:cubicBezTo>
                      <a:pt x="4" y="2428"/>
                      <a:pt x="26" y="2470"/>
                      <a:pt x="64" y="2496"/>
                    </a:cubicBezTo>
                    <a:lnTo>
                      <a:pt x="662" y="2916"/>
                    </a:lnTo>
                    <a:cubicBezTo>
                      <a:pt x="687" y="2934"/>
                      <a:pt x="715" y="2942"/>
                      <a:pt x="743" y="2942"/>
                    </a:cubicBezTo>
                    <a:cubicBezTo>
                      <a:pt x="811" y="2942"/>
                      <a:pt x="876" y="2892"/>
                      <a:pt x="885" y="2814"/>
                    </a:cubicBezTo>
                    <a:lnTo>
                      <a:pt x="991" y="1860"/>
                    </a:lnTo>
                    <a:cubicBezTo>
                      <a:pt x="992" y="1854"/>
                      <a:pt x="992" y="1849"/>
                      <a:pt x="992" y="1844"/>
                    </a:cubicBezTo>
                    <a:lnTo>
                      <a:pt x="990" y="526"/>
                    </a:lnTo>
                    <a:cubicBezTo>
                      <a:pt x="990" y="475"/>
                      <a:pt x="960" y="426"/>
                      <a:pt x="915" y="402"/>
                    </a:cubicBezTo>
                    <a:lnTo>
                      <a:pt x="211" y="19"/>
                    </a:lnTo>
                    <a:cubicBezTo>
                      <a:pt x="188" y="6"/>
                      <a:pt x="165" y="1"/>
                      <a:pt x="142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6" name="Google Shape;3686;p55"/>
              <p:cNvSpPr/>
              <p:nvPr/>
            </p:nvSpPr>
            <p:spPr>
              <a:xfrm>
                <a:off x="2714198" y="2252963"/>
                <a:ext cx="23187" cy="68963"/>
              </a:xfrm>
              <a:custGeom>
                <a:avLst/>
                <a:gdLst/>
                <a:ahLst/>
                <a:cxnLst/>
                <a:rect l="l" t="t" r="r" b="b"/>
                <a:pathLst>
                  <a:path w="991" h="2944" extrusionOk="0">
                    <a:moveTo>
                      <a:pt x="844" y="0"/>
                    </a:moveTo>
                    <a:cubicBezTo>
                      <a:pt x="822" y="0"/>
                      <a:pt x="798" y="6"/>
                      <a:pt x="776" y="18"/>
                    </a:cubicBezTo>
                    <a:lnTo>
                      <a:pt x="73" y="403"/>
                    </a:lnTo>
                    <a:cubicBezTo>
                      <a:pt x="29" y="428"/>
                      <a:pt x="1" y="476"/>
                      <a:pt x="1" y="527"/>
                    </a:cubicBezTo>
                    <a:lnTo>
                      <a:pt x="4" y="1845"/>
                    </a:lnTo>
                    <a:cubicBezTo>
                      <a:pt x="4" y="1850"/>
                      <a:pt x="4" y="1855"/>
                      <a:pt x="5" y="1860"/>
                    </a:cubicBezTo>
                    <a:lnTo>
                      <a:pt x="113" y="2816"/>
                    </a:lnTo>
                    <a:cubicBezTo>
                      <a:pt x="121" y="2893"/>
                      <a:pt x="184" y="2944"/>
                      <a:pt x="252" y="2944"/>
                    </a:cubicBezTo>
                    <a:cubicBezTo>
                      <a:pt x="280" y="2944"/>
                      <a:pt x="308" y="2935"/>
                      <a:pt x="334" y="2917"/>
                    </a:cubicBezTo>
                    <a:lnTo>
                      <a:pt x="930" y="2496"/>
                    </a:lnTo>
                    <a:cubicBezTo>
                      <a:pt x="969" y="2470"/>
                      <a:pt x="990" y="2427"/>
                      <a:pt x="990" y="2380"/>
                    </a:cubicBezTo>
                    <a:lnTo>
                      <a:pt x="986" y="142"/>
                    </a:lnTo>
                    <a:cubicBezTo>
                      <a:pt x="986" y="59"/>
                      <a:pt x="919" y="0"/>
                      <a:pt x="844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7" name="Google Shape;3687;p55"/>
              <p:cNvSpPr/>
              <p:nvPr/>
            </p:nvSpPr>
            <p:spPr>
              <a:xfrm>
                <a:off x="2636916" y="2275029"/>
                <a:ext cx="133342" cy="349571"/>
              </a:xfrm>
              <a:custGeom>
                <a:avLst/>
                <a:gdLst/>
                <a:ahLst/>
                <a:cxnLst/>
                <a:rect l="l" t="t" r="r" b="b"/>
                <a:pathLst>
                  <a:path w="5699" h="14923" extrusionOk="0">
                    <a:moveTo>
                      <a:pt x="3303" y="1"/>
                    </a:moveTo>
                    <a:lnTo>
                      <a:pt x="2851" y="3"/>
                    </a:lnTo>
                    <a:lnTo>
                      <a:pt x="2352" y="4"/>
                    </a:lnTo>
                    <a:cubicBezTo>
                      <a:pt x="2241" y="1005"/>
                      <a:pt x="2098" y="2000"/>
                      <a:pt x="1922" y="2990"/>
                    </a:cubicBezTo>
                    <a:cubicBezTo>
                      <a:pt x="1915" y="3022"/>
                      <a:pt x="1911" y="3056"/>
                      <a:pt x="1904" y="3088"/>
                    </a:cubicBezTo>
                    <a:cubicBezTo>
                      <a:pt x="1897" y="3137"/>
                      <a:pt x="1886" y="3186"/>
                      <a:pt x="1877" y="3235"/>
                    </a:cubicBezTo>
                    <a:cubicBezTo>
                      <a:pt x="1873" y="3257"/>
                      <a:pt x="1870" y="3277"/>
                      <a:pt x="1866" y="3298"/>
                    </a:cubicBezTo>
                    <a:cubicBezTo>
                      <a:pt x="1633" y="4550"/>
                      <a:pt x="1350" y="5794"/>
                      <a:pt x="1016" y="7024"/>
                    </a:cubicBezTo>
                    <a:cubicBezTo>
                      <a:pt x="517" y="8854"/>
                      <a:pt x="262" y="10003"/>
                      <a:pt x="134" y="10768"/>
                    </a:cubicBezTo>
                    <a:cubicBezTo>
                      <a:pt x="117" y="10864"/>
                      <a:pt x="103" y="10955"/>
                      <a:pt x="91" y="11041"/>
                    </a:cubicBezTo>
                    <a:cubicBezTo>
                      <a:pt x="66" y="11210"/>
                      <a:pt x="47" y="11359"/>
                      <a:pt x="35" y="11490"/>
                    </a:cubicBezTo>
                    <a:cubicBezTo>
                      <a:pt x="25" y="11596"/>
                      <a:pt x="17" y="11691"/>
                      <a:pt x="12" y="11778"/>
                    </a:cubicBezTo>
                    <a:cubicBezTo>
                      <a:pt x="10" y="11830"/>
                      <a:pt x="6" y="11878"/>
                      <a:pt x="5" y="11926"/>
                    </a:cubicBezTo>
                    <a:cubicBezTo>
                      <a:pt x="2" y="11974"/>
                      <a:pt x="0" y="12026"/>
                      <a:pt x="1" y="12078"/>
                    </a:cubicBezTo>
                    <a:cubicBezTo>
                      <a:pt x="0" y="12136"/>
                      <a:pt x="2" y="12192"/>
                      <a:pt x="5" y="12247"/>
                    </a:cubicBezTo>
                    <a:cubicBezTo>
                      <a:pt x="14" y="12354"/>
                      <a:pt x="25" y="12462"/>
                      <a:pt x="43" y="12568"/>
                    </a:cubicBezTo>
                    <a:cubicBezTo>
                      <a:pt x="277" y="13906"/>
                      <a:pt x="1444" y="14922"/>
                      <a:pt x="2849" y="14922"/>
                    </a:cubicBezTo>
                    <a:cubicBezTo>
                      <a:pt x="2851" y="14922"/>
                      <a:pt x="2853" y="14922"/>
                      <a:pt x="2855" y="14922"/>
                    </a:cubicBezTo>
                    <a:cubicBezTo>
                      <a:pt x="2955" y="14921"/>
                      <a:pt x="3055" y="14916"/>
                      <a:pt x="3153" y="14906"/>
                    </a:cubicBezTo>
                    <a:cubicBezTo>
                      <a:pt x="4423" y="14773"/>
                      <a:pt x="5445" y="13803"/>
                      <a:pt x="5657" y="12558"/>
                    </a:cubicBezTo>
                    <a:cubicBezTo>
                      <a:pt x="5676" y="12452"/>
                      <a:pt x="5687" y="12346"/>
                      <a:pt x="5693" y="12237"/>
                    </a:cubicBezTo>
                    <a:cubicBezTo>
                      <a:pt x="5697" y="12182"/>
                      <a:pt x="5698" y="12126"/>
                      <a:pt x="5698" y="12067"/>
                    </a:cubicBezTo>
                    <a:cubicBezTo>
                      <a:pt x="5697" y="12016"/>
                      <a:pt x="5696" y="11965"/>
                      <a:pt x="5693" y="11916"/>
                    </a:cubicBezTo>
                    <a:cubicBezTo>
                      <a:pt x="5692" y="11869"/>
                      <a:pt x="5689" y="11819"/>
                      <a:pt x="5687" y="11768"/>
                    </a:cubicBezTo>
                    <a:cubicBezTo>
                      <a:pt x="5682" y="11682"/>
                      <a:pt x="5674" y="11585"/>
                      <a:pt x="5662" y="11480"/>
                    </a:cubicBezTo>
                    <a:cubicBezTo>
                      <a:pt x="5648" y="11348"/>
                      <a:pt x="5631" y="11201"/>
                      <a:pt x="5605" y="11031"/>
                    </a:cubicBezTo>
                    <a:cubicBezTo>
                      <a:pt x="5593" y="10946"/>
                      <a:pt x="5577" y="10855"/>
                      <a:pt x="5560" y="10759"/>
                    </a:cubicBezTo>
                    <a:cubicBezTo>
                      <a:pt x="5425" y="9980"/>
                      <a:pt x="5161" y="8810"/>
                      <a:pt x="4640" y="6929"/>
                    </a:cubicBezTo>
                    <a:cubicBezTo>
                      <a:pt x="4308" y="5729"/>
                      <a:pt x="4026" y="4518"/>
                      <a:pt x="3795" y="3297"/>
                    </a:cubicBezTo>
                    <a:lnTo>
                      <a:pt x="3784" y="3235"/>
                    </a:lnTo>
                    <a:cubicBezTo>
                      <a:pt x="3773" y="3183"/>
                      <a:pt x="3764" y="3132"/>
                      <a:pt x="3754" y="3078"/>
                    </a:cubicBezTo>
                    <a:cubicBezTo>
                      <a:pt x="3749" y="3050"/>
                      <a:pt x="3744" y="3019"/>
                      <a:pt x="3738" y="2989"/>
                    </a:cubicBezTo>
                    <a:cubicBezTo>
                      <a:pt x="3566" y="2045"/>
                      <a:pt x="3427" y="1094"/>
                      <a:pt x="3318" y="140"/>
                    </a:cubicBezTo>
                    <a:lnTo>
                      <a:pt x="3303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8" name="Google Shape;3688;p55"/>
              <p:cNvSpPr/>
              <p:nvPr/>
            </p:nvSpPr>
            <p:spPr>
              <a:xfrm>
                <a:off x="2697609" y="2250690"/>
                <a:ext cx="10810" cy="79340"/>
              </a:xfrm>
              <a:custGeom>
                <a:avLst/>
                <a:gdLst/>
                <a:ahLst/>
                <a:cxnLst/>
                <a:rect l="l" t="t" r="r" b="b"/>
                <a:pathLst>
                  <a:path w="462" h="3387" extrusionOk="0">
                    <a:moveTo>
                      <a:pt x="400" y="1"/>
                    </a:moveTo>
                    <a:lnTo>
                      <a:pt x="62" y="2"/>
                    </a:lnTo>
                    <a:cubicBezTo>
                      <a:pt x="28" y="2"/>
                      <a:pt x="1" y="31"/>
                      <a:pt x="2" y="65"/>
                    </a:cubicBezTo>
                    <a:lnTo>
                      <a:pt x="169" y="3329"/>
                    </a:lnTo>
                    <a:cubicBezTo>
                      <a:pt x="170" y="3360"/>
                      <a:pt x="197" y="3386"/>
                      <a:pt x="229" y="3386"/>
                    </a:cubicBezTo>
                    <a:lnTo>
                      <a:pt x="244" y="3386"/>
                    </a:lnTo>
                    <a:cubicBezTo>
                      <a:pt x="277" y="3386"/>
                      <a:pt x="304" y="3360"/>
                      <a:pt x="305" y="3329"/>
                    </a:cubicBezTo>
                    <a:lnTo>
                      <a:pt x="459" y="65"/>
                    </a:lnTo>
                    <a:cubicBezTo>
                      <a:pt x="461" y="31"/>
                      <a:pt x="434" y="2"/>
                      <a:pt x="400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9" name="Google Shape;3689;p55"/>
              <p:cNvSpPr/>
              <p:nvPr/>
            </p:nvSpPr>
            <p:spPr>
              <a:xfrm>
                <a:off x="2689654" y="2335395"/>
                <a:ext cx="4750" cy="4755"/>
              </a:xfrm>
              <a:custGeom>
                <a:avLst/>
                <a:gdLst/>
                <a:ahLst/>
                <a:cxnLst/>
                <a:rect l="l" t="t" r="r" b="b"/>
                <a:pathLst>
                  <a:path w="203" h="203" extrusionOk="0">
                    <a:moveTo>
                      <a:pt x="101" y="1"/>
                    </a:moveTo>
                    <a:cubicBezTo>
                      <a:pt x="47" y="1"/>
                      <a:pt x="0" y="47"/>
                      <a:pt x="0" y="102"/>
                    </a:cubicBezTo>
                    <a:cubicBezTo>
                      <a:pt x="0" y="159"/>
                      <a:pt x="45" y="203"/>
                      <a:pt x="101" y="203"/>
                    </a:cubicBezTo>
                    <a:cubicBezTo>
                      <a:pt x="157" y="203"/>
                      <a:pt x="203" y="159"/>
                      <a:pt x="203" y="102"/>
                    </a:cubicBezTo>
                    <a:cubicBezTo>
                      <a:pt x="203" y="46"/>
                      <a:pt x="157" y="1"/>
                      <a:pt x="101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0" name="Google Shape;3690;p55"/>
              <p:cNvSpPr/>
              <p:nvPr/>
            </p:nvSpPr>
            <p:spPr>
              <a:xfrm>
                <a:off x="2690684" y="2319208"/>
                <a:ext cx="4773" cy="4755"/>
              </a:xfrm>
              <a:custGeom>
                <a:avLst/>
                <a:gdLst/>
                <a:ahLst/>
                <a:cxnLst/>
                <a:rect l="l" t="t" r="r" b="b"/>
                <a:pathLst>
                  <a:path w="204" h="203" extrusionOk="0">
                    <a:moveTo>
                      <a:pt x="102" y="1"/>
                    </a:moveTo>
                    <a:cubicBezTo>
                      <a:pt x="46" y="1"/>
                      <a:pt x="1" y="47"/>
                      <a:pt x="1" y="102"/>
                    </a:cubicBezTo>
                    <a:cubicBezTo>
                      <a:pt x="1" y="159"/>
                      <a:pt x="46" y="203"/>
                      <a:pt x="102" y="203"/>
                    </a:cubicBezTo>
                    <a:cubicBezTo>
                      <a:pt x="159" y="203"/>
                      <a:pt x="204" y="159"/>
                      <a:pt x="204" y="102"/>
                    </a:cubicBezTo>
                    <a:cubicBezTo>
                      <a:pt x="204" y="46"/>
                      <a:pt x="159" y="1"/>
                      <a:pt x="102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1" name="Google Shape;3691;p55"/>
              <p:cNvSpPr/>
              <p:nvPr/>
            </p:nvSpPr>
            <p:spPr>
              <a:xfrm>
                <a:off x="2691737" y="2303022"/>
                <a:ext cx="4750" cy="4779"/>
              </a:xfrm>
              <a:custGeom>
                <a:avLst/>
                <a:gdLst/>
                <a:ahLst/>
                <a:cxnLst/>
                <a:rect l="l" t="t" r="r" b="b"/>
                <a:pathLst>
                  <a:path w="203" h="204" extrusionOk="0">
                    <a:moveTo>
                      <a:pt x="102" y="0"/>
                    </a:moveTo>
                    <a:cubicBezTo>
                      <a:pt x="46" y="0"/>
                      <a:pt x="1" y="47"/>
                      <a:pt x="1" y="102"/>
                    </a:cubicBezTo>
                    <a:cubicBezTo>
                      <a:pt x="1" y="158"/>
                      <a:pt x="46" y="203"/>
                      <a:pt x="102" y="203"/>
                    </a:cubicBezTo>
                    <a:cubicBezTo>
                      <a:pt x="159" y="203"/>
                      <a:pt x="203" y="158"/>
                      <a:pt x="203" y="102"/>
                    </a:cubicBezTo>
                    <a:cubicBezTo>
                      <a:pt x="203" y="45"/>
                      <a:pt x="159" y="0"/>
                      <a:pt x="102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2" name="Google Shape;3692;p55"/>
              <p:cNvSpPr/>
              <p:nvPr/>
            </p:nvSpPr>
            <p:spPr>
              <a:xfrm>
                <a:off x="2692743" y="2286859"/>
                <a:ext cx="4773" cy="4755"/>
              </a:xfrm>
              <a:custGeom>
                <a:avLst/>
                <a:gdLst/>
                <a:ahLst/>
                <a:cxnLst/>
                <a:rect l="l" t="t" r="r" b="b"/>
                <a:pathLst>
                  <a:path w="204" h="203" extrusionOk="0">
                    <a:moveTo>
                      <a:pt x="102" y="0"/>
                    </a:moveTo>
                    <a:cubicBezTo>
                      <a:pt x="48" y="0"/>
                      <a:pt x="1" y="46"/>
                      <a:pt x="2" y="101"/>
                    </a:cubicBezTo>
                    <a:cubicBezTo>
                      <a:pt x="2" y="157"/>
                      <a:pt x="46" y="202"/>
                      <a:pt x="102" y="202"/>
                    </a:cubicBezTo>
                    <a:cubicBezTo>
                      <a:pt x="159" y="202"/>
                      <a:pt x="204" y="157"/>
                      <a:pt x="204" y="101"/>
                    </a:cubicBezTo>
                    <a:cubicBezTo>
                      <a:pt x="204" y="44"/>
                      <a:pt x="159" y="0"/>
                      <a:pt x="102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3" name="Google Shape;3693;p55"/>
              <p:cNvSpPr/>
              <p:nvPr/>
            </p:nvSpPr>
            <p:spPr>
              <a:xfrm>
                <a:off x="2711929" y="2335372"/>
                <a:ext cx="4773" cy="4755"/>
              </a:xfrm>
              <a:custGeom>
                <a:avLst/>
                <a:gdLst/>
                <a:ahLst/>
                <a:cxnLst/>
                <a:rect l="l" t="t" r="r" b="b"/>
                <a:pathLst>
                  <a:path w="204" h="203" extrusionOk="0">
                    <a:moveTo>
                      <a:pt x="102" y="1"/>
                    </a:moveTo>
                    <a:cubicBezTo>
                      <a:pt x="45" y="1"/>
                      <a:pt x="0" y="47"/>
                      <a:pt x="0" y="101"/>
                    </a:cubicBezTo>
                    <a:cubicBezTo>
                      <a:pt x="0" y="158"/>
                      <a:pt x="46" y="203"/>
                      <a:pt x="102" y="203"/>
                    </a:cubicBezTo>
                    <a:cubicBezTo>
                      <a:pt x="158" y="203"/>
                      <a:pt x="203" y="157"/>
                      <a:pt x="203" y="101"/>
                    </a:cubicBezTo>
                    <a:cubicBezTo>
                      <a:pt x="203" y="47"/>
                      <a:pt x="157" y="1"/>
                      <a:pt x="102" y="1"/>
                    </a:cubicBezTo>
                    <a:close/>
                  </a:path>
                </a:pathLst>
              </a:custGeom>
              <a:solidFill>
                <a:srgbClr val="3E597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4" name="Google Shape;3694;p55"/>
              <p:cNvSpPr/>
              <p:nvPr/>
            </p:nvSpPr>
            <p:spPr>
              <a:xfrm>
                <a:off x="2710829" y="2319185"/>
                <a:ext cx="4750" cy="4755"/>
              </a:xfrm>
              <a:custGeom>
                <a:avLst/>
                <a:gdLst/>
                <a:ahLst/>
                <a:cxnLst/>
                <a:rect l="l" t="t" r="r" b="b"/>
                <a:pathLst>
                  <a:path w="203" h="203" extrusionOk="0">
                    <a:moveTo>
                      <a:pt x="102" y="1"/>
                    </a:moveTo>
                    <a:cubicBezTo>
                      <a:pt x="45" y="1"/>
                      <a:pt x="0" y="46"/>
                      <a:pt x="0" y="102"/>
                    </a:cubicBezTo>
                    <a:cubicBezTo>
                      <a:pt x="0" y="159"/>
                      <a:pt x="46" y="203"/>
                      <a:pt x="102" y="203"/>
                    </a:cubicBezTo>
                    <a:cubicBezTo>
                      <a:pt x="158" y="203"/>
                      <a:pt x="202" y="159"/>
                      <a:pt x="202" y="102"/>
                    </a:cubicBezTo>
                    <a:cubicBezTo>
                      <a:pt x="202" y="46"/>
                      <a:pt x="158" y="1"/>
                      <a:pt x="102" y="1"/>
                    </a:cubicBezTo>
                    <a:close/>
                  </a:path>
                </a:pathLst>
              </a:custGeom>
              <a:solidFill>
                <a:srgbClr val="3E597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5" name="Google Shape;3695;p55"/>
              <p:cNvSpPr/>
              <p:nvPr/>
            </p:nvSpPr>
            <p:spPr>
              <a:xfrm>
                <a:off x="2709706" y="2302998"/>
                <a:ext cx="4796" cy="4755"/>
              </a:xfrm>
              <a:custGeom>
                <a:avLst/>
                <a:gdLst/>
                <a:ahLst/>
                <a:cxnLst/>
                <a:rect l="l" t="t" r="r" b="b"/>
                <a:pathLst>
                  <a:path w="205" h="203" extrusionOk="0">
                    <a:moveTo>
                      <a:pt x="102" y="0"/>
                    </a:moveTo>
                    <a:cubicBezTo>
                      <a:pt x="46" y="0"/>
                      <a:pt x="1" y="45"/>
                      <a:pt x="1" y="102"/>
                    </a:cubicBezTo>
                    <a:cubicBezTo>
                      <a:pt x="1" y="158"/>
                      <a:pt x="46" y="202"/>
                      <a:pt x="102" y="202"/>
                    </a:cubicBezTo>
                    <a:cubicBezTo>
                      <a:pt x="159" y="202"/>
                      <a:pt x="203" y="158"/>
                      <a:pt x="203" y="102"/>
                    </a:cubicBezTo>
                    <a:cubicBezTo>
                      <a:pt x="205" y="45"/>
                      <a:pt x="159" y="0"/>
                      <a:pt x="102" y="0"/>
                    </a:cubicBezTo>
                    <a:close/>
                  </a:path>
                </a:pathLst>
              </a:custGeom>
              <a:solidFill>
                <a:srgbClr val="3E597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6" name="Google Shape;3696;p55"/>
              <p:cNvSpPr/>
              <p:nvPr/>
            </p:nvSpPr>
            <p:spPr>
              <a:xfrm>
                <a:off x="2708630" y="2286812"/>
                <a:ext cx="4750" cy="4779"/>
              </a:xfrm>
              <a:custGeom>
                <a:avLst/>
                <a:gdLst/>
                <a:ahLst/>
                <a:cxnLst/>
                <a:rect l="l" t="t" r="r" b="b"/>
                <a:pathLst>
                  <a:path w="203" h="204" extrusionOk="0">
                    <a:moveTo>
                      <a:pt x="102" y="0"/>
                    </a:moveTo>
                    <a:cubicBezTo>
                      <a:pt x="46" y="0"/>
                      <a:pt x="1" y="45"/>
                      <a:pt x="1" y="102"/>
                    </a:cubicBezTo>
                    <a:cubicBezTo>
                      <a:pt x="1" y="158"/>
                      <a:pt x="47" y="203"/>
                      <a:pt x="102" y="203"/>
                    </a:cubicBezTo>
                    <a:cubicBezTo>
                      <a:pt x="158" y="203"/>
                      <a:pt x="203" y="158"/>
                      <a:pt x="203" y="102"/>
                    </a:cubicBezTo>
                    <a:cubicBezTo>
                      <a:pt x="203" y="46"/>
                      <a:pt x="157" y="0"/>
                      <a:pt x="102" y="0"/>
                    </a:cubicBezTo>
                    <a:close/>
                  </a:path>
                </a:pathLst>
              </a:custGeom>
              <a:solidFill>
                <a:srgbClr val="3E597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7" name="Google Shape;3697;p55"/>
              <p:cNvSpPr/>
              <p:nvPr/>
            </p:nvSpPr>
            <p:spPr>
              <a:xfrm>
                <a:off x="2637033" y="2561681"/>
                <a:ext cx="133108" cy="18717"/>
              </a:xfrm>
              <a:custGeom>
                <a:avLst/>
                <a:gdLst/>
                <a:ahLst/>
                <a:cxnLst/>
                <a:rect l="l" t="t" r="r" b="b"/>
                <a:pathLst>
                  <a:path w="5689" h="799" extrusionOk="0">
                    <a:moveTo>
                      <a:pt x="5688" y="1"/>
                    </a:moveTo>
                    <a:cubicBezTo>
                      <a:pt x="5406" y="170"/>
                      <a:pt x="4598" y="531"/>
                      <a:pt x="2846" y="534"/>
                    </a:cubicBezTo>
                    <a:cubicBezTo>
                      <a:pt x="2839" y="534"/>
                      <a:pt x="2831" y="534"/>
                      <a:pt x="2824" y="534"/>
                    </a:cubicBezTo>
                    <a:cubicBezTo>
                      <a:pt x="1087" y="534"/>
                      <a:pt x="282" y="177"/>
                      <a:pt x="0" y="11"/>
                    </a:cubicBezTo>
                    <a:lnTo>
                      <a:pt x="0" y="11"/>
                    </a:lnTo>
                    <a:cubicBezTo>
                      <a:pt x="7" y="120"/>
                      <a:pt x="20" y="226"/>
                      <a:pt x="37" y="331"/>
                    </a:cubicBezTo>
                    <a:cubicBezTo>
                      <a:pt x="453" y="531"/>
                      <a:pt x="1294" y="798"/>
                      <a:pt x="2820" y="798"/>
                    </a:cubicBezTo>
                    <a:cubicBezTo>
                      <a:pt x="2829" y="798"/>
                      <a:pt x="2838" y="798"/>
                      <a:pt x="2846" y="798"/>
                    </a:cubicBezTo>
                    <a:cubicBezTo>
                      <a:pt x="4389" y="796"/>
                      <a:pt x="5236" y="524"/>
                      <a:pt x="5652" y="321"/>
                    </a:cubicBezTo>
                    <a:cubicBezTo>
                      <a:pt x="5671" y="216"/>
                      <a:pt x="5682" y="109"/>
                      <a:pt x="568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8" name="Google Shape;3698;p55"/>
              <p:cNvSpPr/>
              <p:nvPr/>
            </p:nvSpPr>
            <p:spPr>
              <a:xfrm>
                <a:off x="2637150" y="2543948"/>
                <a:ext cx="132851" cy="18365"/>
              </a:xfrm>
              <a:custGeom>
                <a:avLst/>
                <a:gdLst/>
                <a:ahLst/>
                <a:cxnLst/>
                <a:rect l="l" t="t" r="r" b="b"/>
                <a:pathLst>
                  <a:path w="5678" h="784" extrusionOk="0">
                    <a:moveTo>
                      <a:pt x="5652" y="1"/>
                    </a:moveTo>
                    <a:cubicBezTo>
                      <a:pt x="5345" y="175"/>
                      <a:pt x="4534" y="514"/>
                      <a:pt x="2840" y="518"/>
                    </a:cubicBezTo>
                    <a:cubicBezTo>
                      <a:pt x="2830" y="518"/>
                      <a:pt x="2820" y="518"/>
                      <a:pt x="2810" y="518"/>
                    </a:cubicBezTo>
                    <a:cubicBezTo>
                      <a:pt x="1134" y="518"/>
                      <a:pt x="329" y="184"/>
                      <a:pt x="23" y="11"/>
                    </a:cubicBezTo>
                    <a:cubicBezTo>
                      <a:pt x="13" y="118"/>
                      <a:pt x="6" y="214"/>
                      <a:pt x="1" y="299"/>
                    </a:cubicBezTo>
                    <a:cubicBezTo>
                      <a:pt x="405" y="501"/>
                      <a:pt x="1253" y="783"/>
                      <a:pt x="2823" y="783"/>
                    </a:cubicBezTo>
                    <a:cubicBezTo>
                      <a:pt x="2829" y="783"/>
                      <a:pt x="2835" y="783"/>
                      <a:pt x="2840" y="783"/>
                    </a:cubicBezTo>
                    <a:cubicBezTo>
                      <a:pt x="4421" y="780"/>
                      <a:pt x="5272" y="493"/>
                      <a:pt x="5677" y="289"/>
                    </a:cubicBezTo>
                    <a:cubicBezTo>
                      <a:pt x="5672" y="202"/>
                      <a:pt x="5664" y="107"/>
                      <a:pt x="565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9" name="Google Shape;3699;p55"/>
              <p:cNvSpPr/>
              <p:nvPr/>
            </p:nvSpPr>
            <p:spPr>
              <a:xfrm>
                <a:off x="2639022" y="2527035"/>
                <a:ext cx="129061" cy="17077"/>
              </a:xfrm>
              <a:custGeom>
                <a:avLst/>
                <a:gdLst/>
                <a:ahLst/>
                <a:cxnLst/>
                <a:rect l="l" t="t" r="r" b="b"/>
                <a:pathLst>
                  <a:path w="5516" h="729" extrusionOk="0">
                    <a:moveTo>
                      <a:pt x="5472" y="1"/>
                    </a:moveTo>
                    <a:cubicBezTo>
                      <a:pt x="5104" y="184"/>
                      <a:pt x="4293" y="462"/>
                      <a:pt x="2758" y="465"/>
                    </a:cubicBezTo>
                    <a:cubicBezTo>
                      <a:pt x="2753" y="465"/>
                      <a:pt x="2747" y="465"/>
                      <a:pt x="2741" y="465"/>
                    </a:cubicBezTo>
                    <a:cubicBezTo>
                      <a:pt x="1218" y="465"/>
                      <a:pt x="410" y="192"/>
                      <a:pt x="44" y="11"/>
                    </a:cubicBezTo>
                    <a:cubicBezTo>
                      <a:pt x="27" y="107"/>
                      <a:pt x="13" y="199"/>
                      <a:pt x="1" y="285"/>
                    </a:cubicBezTo>
                    <a:cubicBezTo>
                      <a:pt x="432" y="481"/>
                      <a:pt x="1265" y="729"/>
                      <a:pt x="2731" y="729"/>
                    </a:cubicBezTo>
                    <a:cubicBezTo>
                      <a:pt x="2740" y="729"/>
                      <a:pt x="2749" y="729"/>
                      <a:pt x="2758" y="729"/>
                    </a:cubicBezTo>
                    <a:cubicBezTo>
                      <a:pt x="4243" y="726"/>
                      <a:pt x="5083" y="474"/>
                      <a:pt x="5516" y="275"/>
                    </a:cubicBezTo>
                    <a:cubicBezTo>
                      <a:pt x="5504" y="189"/>
                      <a:pt x="5488" y="98"/>
                      <a:pt x="54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0" name="Google Shape;3700;p55"/>
              <p:cNvSpPr/>
              <p:nvPr/>
            </p:nvSpPr>
            <p:spPr>
              <a:xfrm>
                <a:off x="2680553" y="2345070"/>
                <a:ext cx="45181" cy="10869"/>
              </a:xfrm>
              <a:custGeom>
                <a:avLst/>
                <a:gdLst/>
                <a:ahLst/>
                <a:cxnLst/>
                <a:rect l="l" t="t" r="r" b="b"/>
                <a:pathLst>
                  <a:path w="1931" h="464" extrusionOk="0">
                    <a:moveTo>
                      <a:pt x="57" y="0"/>
                    </a:moveTo>
                    <a:cubicBezTo>
                      <a:pt x="50" y="34"/>
                      <a:pt x="46" y="66"/>
                      <a:pt x="39" y="100"/>
                    </a:cubicBezTo>
                    <a:cubicBezTo>
                      <a:pt x="30" y="148"/>
                      <a:pt x="21" y="198"/>
                      <a:pt x="12" y="246"/>
                    </a:cubicBezTo>
                    <a:cubicBezTo>
                      <a:pt x="8" y="267"/>
                      <a:pt x="5" y="289"/>
                      <a:pt x="1" y="310"/>
                    </a:cubicBezTo>
                    <a:cubicBezTo>
                      <a:pt x="166" y="384"/>
                      <a:pt x="460" y="464"/>
                      <a:pt x="959" y="464"/>
                    </a:cubicBezTo>
                    <a:cubicBezTo>
                      <a:pt x="963" y="464"/>
                      <a:pt x="966" y="464"/>
                      <a:pt x="969" y="464"/>
                    </a:cubicBezTo>
                    <a:cubicBezTo>
                      <a:pt x="1469" y="462"/>
                      <a:pt x="1764" y="384"/>
                      <a:pt x="1931" y="308"/>
                    </a:cubicBezTo>
                    <a:lnTo>
                      <a:pt x="1920" y="246"/>
                    </a:lnTo>
                    <a:cubicBezTo>
                      <a:pt x="1909" y="194"/>
                      <a:pt x="1899" y="143"/>
                      <a:pt x="1890" y="90"/>
                    </a:cubicBezTo>
                    <a:cubicBezTo>
                      <a:pt x="1884" y="61"/>
                      <a:pt x="1879" y="30"/>
                      <a:pt x="1873" y="0"/>
                    </a:cubicBezTo>
                    <a:cubicBezTo>
                      <a:pt x="1794" y="50"/>
                      <a:pt x="1549" y="163"/>
                      <a:pt x="967" y="164"/>
                    </a:cubicBezTo>
                    <a:cubicBezTo>
                      <a:pt x="962" y="164"/>
                      <a:pt x="957" y="164"/>
                      <a:pt x="952" y="164"/>
                    </a:cubicBezTo>
                    <a:cubicBezTo>
                      <a:pt x="370" y="164"/>
                      <a:pt x="129" y="48"/>
                      <a:pt x="57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1" name="Google Shape;3701;p55"/>
              <p:cNvSpPr/>
              <p:nvPr/>
            </p:nvSpPr>
            <p:spPr>
              <a:xfrm>
                <a:off x="2703623" y="2275029"/>
                <a:ext cx="66636" cy="349196"/>
              </a:xfrm>
              <a:custGeom>
                <a:avLst/>
                <a:gdLst/>
                <a:ahLst/>
                <a:cxnLst/>
                <a:rect l="l" t="t" r="r" b="b"/>
                <a:pathLst>
                  <a:path w="2848" h="14907" extrusionOk="0">
                    <a:moveTo>
                      <a:pt x="452" y="1"/>
                    </a:moveTo>
                    <a:lnTo>
                      <a:pt x="0" y="3"/>
                    </a:lnTo>
                    <a:lnTo>
                      <a:pt x="143" y="5307"/>
                    </a:lnTo>
                    <a:cubicBezTo>
                      <a:pt x="170" y="6301"/>
                      <a:pt x="315" y="7287"/>
                      <a:pt x="560" y="8251"/>
                    </a:cubicBezTo>
                    <a:cubicBezTo>
                      <a:pt x="1410" y="11604"/>
                      <a:pt x="786" y="13828"/>
                      <a:pt x="302" y="14906"/>
                    </a:cubicBezTo>
                    <a:cubicBezTo>
                      <a:pt x="1572" y="14773"/>
                      <a:pt x="2594" y="13803"/>
                      <a:pt x="2806" y="12558"/>
                    </a:cubicBezTo>
                    <a:cubicBezTo>
                      <a:pt x="2825" y="12452"/>
                      <a:pt x="2836" y="12346"/>
                      <a:pt x="2842" y="12237"/>
                    </a:cubicBezTo>
                    <a:cubicBezTo>
                      <a:pt x="2846" y="12182"/>
                      <a:pt x="2847" y="12126"/>
                      <a:pt x="2847" y="12067"/>
                    </a:cubicBezTo>
                    <a:cubicBezTo>
                      <a:pt x="2846" y="12016"/>
                      <a:pt x="2845" y="11965"/>
                      <a:pt x="2842" y="11916"/>
                    </a:cubicBezTo>
                    <a:cubicBezTo>
                      <a:pt x="2841" y="11869"/>
                      <a:pt x="2838" y="11819"/>
                      <a:pt x="2836" y="11768"/>
                    </a:cubicBezTo>
                    <a:cubicBezTo>
                      <a:pt x="2831" y="11682"/>
                      <a:pt x="2823" y="11585"/>
                      <a:pt x="2811" y="11480"/>
                    </a:cubicBezTo>
                    <a:cubicBezTo>
                      <a:pt x="2797" y="11348"/>
                      <a:pt x="2780" y="11201"/>
                      <a:pt x="2754" y="11031"/>
                    </a:cubicBezTo>
                    <a:cubicBezTo>
                      <a:pt x="2742" y="10946"/>
                      <a:pt x="2726" y="10855"/>
                      <a:pt x="2709" y="10759"/>
                    </a:cubicBezTo>
                    <a:cubicBezTo>
                      <a:pt x="2574" y="9980"/>
                      <a:pt x="2310" y="8810"/>
                      <a:pt x="1789" y="6929"/>
                    </a:cubicBezTo>
                    <a:cubicBezTo>
                      <a:pt x="1457" y="5729"/>
                      <a:pt x="1175" y="4518"/>
                      <a:pt x="944" y="3297"/>
                    </a:cubicBezTo>
                    <a:lnTo>
                      <a:pt x="933" y="3235"/>
                    </a:lnTo>
                    <a:cubicBezTo>
                      <a:pt x="922" y="3183"/>
                      <a:pt x="913" y="3132"/>
                      <a:pt x="903" y="3078"/>
                    </a:cubicBezTo>
                    <a:cubicBezTo>
                      <a:pt x="898" y="3050"/>
                      <a:pt x="893" y="3019"/>
                      <a:pt x="887" y="2989"/>
                    </a:cubicBezTo>
                    <a:cubicBezTo>
                      <a:pt x="715" y="2045"/>
                      <a:pt x="576" y="1094"/>
                      <a:pt x="467" y="140"/>
                    </a:cubicBezTo>
                    <a:lnTo>
                      <a:pt x="452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2" name="Google Shape;3702;p55"/>
              <p:cNvSpPr/>
              <p:nvPr/>
            </p:nvSpPr>
            <p:spPr>
              <a:xfrm>
                <a:off x="2644263" y="2227710"/>
                <a:ext cx="15466" cy="149124"/>
              </a:xfrm>
              <a:custGeom>
                <a:avLst/>
                <a:gdLst/>
                <a:ahLst/>
                <a:cxnLst/>
                <a:rect l="l" t="t" r="r" b="b"/>
                <a:pathLst>
                  <a:path w="661" h="6366" extrusionOk="0">
                    <a:moveTo>
                      <a:pt x="0" y="0"/>
                    </a:moveTo>
                    <a:lnTo>
                      <a:pt x="0" y="6366"/>
                    </a:lnTo>
                    <a:lnTo>
                      <a:pt x="661" y="6366"/>
                    </a:lnTo>
                    <a:lnTo>
                      <a:pt x="66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3" name="Google Shape;3703;p55"/>
              <p:cNvSpPr/>
              <p:nvPr/>
            </p:nvSpPr>
            <p:spPr>
              <a:xfrm>
                <a:off x="2747446" y="2227710"/>
                <a:ext cx="15466" cy="149124"/>
              </a:xfrm>
              <a:custGeom>
                <a:avLst/>
                <a:gdLst/>
                <a:ahLst/>
                <a:cxnLst/>
                <a:rect l="l" t="t" r="r" b="b"/>
                <a:pathLst>
                  <a:path w="661" h="6366" extrusionOk="0">
                    <a:moveTo>
                      <a:pt x="0" y="0"/>
                    </a:moveTo>
                    <a:lnTo>
                      <a:pt x="0" y="6366"/>
                    </a:lnTo>
                    <a:lnTo>
                      <a:pt x="660" y="6366"/>
                    </a:lnTo>
                    <a:lnTo>
                      <a:pt x="66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4" name="Google Shape;3704;p55"/>
              <p:cNvSpPr/>
              <p:nvPr/>
            </p:nvSpPr>
            <p:spPr>
              <a:xfrm>
                <a:off x="2635910" y="2371821"/>
                <a:ext cx="135401" cy="18412"/>
              </a:xfrm>
              <a:custGeom>
                <a:avLst/>
                <a:gdLst/>
                <a:ahLst/>
                <a:cxnLst/>
                <a:rect l="l" t="t" r="r" b="b"/>
                <a:pathLst>
                  <a:path w="5787" h="786" extrusionOk="0">
                    <a:moveTo>
                      <a:pt x="392" y="1"/>
                    </a:moveTo>
                    <a:cubicBezTo>
                      <a:pt x="176" y="1"/>
                      <a:pt x="0" y="176"/>
                      <a:pt x="0" y="393"/>
                    </a:cubicBezTo>
                    <a:cubicBezTo>
                      <a:pt x="0" y="610"/>
                      <a:pt x="176" y="785"/>
                      <a:pt x="392" y="785"/>
                    </a:cubicBezTo>
                    <a:lnTo>
                      <a:pt x="5395" y="785"/>
                    </a:lnTo>
                    <a:cubicBezTo>
                      <a:pt x="5611" y="785"/>
                      <a:pt x="5786" y="610"/>
                      <a:pt x="5786" y="393"/>
                    </a:cubicBezTo>
                    <a:cubicBezTo>
                      <a:pt x="5786" y="176"/>
                      <a:pt x="5611" y="1"/>
                      <a:pt x="53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705" name="Google Shape;3705;p55"/>
            <p:cNvGrpSpPr/>
            <p:nvPr/>
          </p:nvGrpSpPr>
          <p:grpSpPr>
            <a:xfrm>
              <a:off x="6440152" y="1740782"/>
              <a:ext cx="1988795" cy="1890832"/>
              <a:chOff x="74805" y="1836043"/>
              <a:chExt cx="2351100" cy="1890832"/>
            </a:xfrm>
          </p:grpSpPr>
          <p:sp>
            <p:nvSpPr>
              <p:cNvPr id="3706" name="Google Shape;3706;p55"/>
              <p:cNvSpPr/>
              <p:nvPr/>
            </p:nvSpPr>
            <p:spPr>
              <a:xfrm>
                <a:off x="550116" y="1836043"/>
                <a:ext cx="1400100" cy="214200"/>
              </a:xfrm>
              <a:prstGeom prst="ellipse">
                <a:avLst/>
              </a:pr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7" name="Google Shape;3707;p55"/>
              <p:cNvSpPr/>
              <p:nvPr/>
            </p:nvSpPr>
            <p:spPr>
              <a:xfrm>
                <a:off x="371278" y="2354720"/>
                <a:ext cx="1758300" cy="254400"/>
              </a:xfrm>
              <a:prstGeom prst="ellipse">
                <a:avLst/>
              </a:pr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8" name="Google Shape;3708;p55"/>
              <p:cNvSpPr/>
              <p:nvPr/>
            </p:nvSpPr>
            <p:spPr>
              <a:xfrm>
                <a:off x="205745" y="2913597"/>
                <a:ext cx="2089500" cy="254400"/>
              </a:xfrm>
              <a:prstGeom prst="ellipse">
                <a:avLst/>
              </a:pr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9" name="Google Shape;3709;p55"/>
              <p:cNvSpPr/>
              <p:nvPr/>
            </p:nvSpPr>
            <p:spPr>
              <a:xfrm>
                <a:off x="74805" y="3472475"/>
                <a:ext cx="2351100" cy="254400"/>
              </a:xfrm>
              <a:prstGeom prst="ellipse">
                <a:avLst/>
              </a:prstGeom>
              <a:solidFill>
                <a:srgbClr val="FFFFFF">
                  <a:alpha val="482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710" name="Google Shape;3710;p55"/>
          <p:cNvSpPr txBox="1">
            <a:spLocks noGrp="1"/>
          </p:cNvSpPr>
          <p:nvPr>
            <p:ph type="title"/>
          </p:nvPr>
        </p:nvSpPr>
        <p:spPr>
          <a:xfrm>
            <a:off x="1385050" y="1911175"/>
            <a:ext cx="7044000" cy="1224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buSzPts val="1100"/>
            </a:pPr>
            <a:r>
              <a:rPr lang="en-US" b="1" dirty="0"/>
              <a:t>0.40</a:t>
            </a:r>
            <a:endParaRPr dirty="0"/>
          </a:p>
        </p:txBody>
      </p:sp>
      <p:sp>
        <p:nvSpPr>
          <p:cNvPr id="3711" name="Google Shape;3711;p55"/>
          <p:cNvSpPr txBox="1">
            <a:spLocks noGrp="1"/>
          </p:cNvSpPr>
          <p:nvPr>
            <p:ph type="subTitle" idx="1"/>
          </p:nvPr>
        </p:nvSpPr>
        <p:spPr>
          <a:xfrm>
            <a:off x="1385050" y="3135650"/>
            <a:ext cx="7044000" cy="43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Command Dispatch Rate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FA026C-B5BD-16C6-9716-E5F08C474606}"/>
              </a:ext>
            </a:extLst>
          </p:cNvPr>
          <p:cNvSpPr txBox="1"/>
          <p:nvPr/>
        </p:nvSpPr>
        <p:spPr>
          <a:xfrm>
            <a:off x="6230679" y="4316819"/>
            <a:ext cx="28495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0.60 Blocked Commands</a:t>
            </a:r>
            <a:br>
              <a:rPr lang="en-US"/>
            </a:br>
            <a:r>
              <a:rPr lang="en-US"/>
              <a:t>Safety layer filters unstable inputs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86" name="Google Shape;3486;p53"/>
          <p:cNvGrpSpPr/>
          <p:nvPr/>
        </p:nvGrpSpPr>
        <p:grpSpPr>
          <a:xfrm>
            <a:off x="-794414" y="3404366"/>
            <a:ext cx="10737139" cy="1838195"/>
            <a:chOff x="-946814" y="3404366"/>
            <a:chExt cx="10737139" cy="1838195"/>
          </a:xfrm>
        </p:grpSpPr>
        <p:grpSp>
          <p:nvGrpSpPr>
            <p:cNvPr id="3487" name="Google Shape;3487;p53"/>
            <p:cNvGrpSpPr/>
            <p:nvPr/>
          </p:nvGrpSpPr>
          <p:grpSpPr>
            <a:xfrm>
              <a:off x="-646250" y="3404366"/>
              <a:ext cx="10436575" cy="1242270"/>
              <a:chOff x="-12" y="3708930"/>
              <a:chExt cx="10436575" cy="1242270"/>
            </a:xfrm>
          </p:grpSpPr>
          <p:grpSp>
            <p:nvGrpSpPr>
              <p:cNvPr id="3488" name="Google Shape;3488;p53"/>
              <p:cNvGrpSpPr/>
              <p:nvPr/>
            </p:nvGrpSpPr>
            <p:grpSpPr>
              <a:xfrm>
                <a:off x="-12" y="4147734"/>
                <a:ext cx="10436575" cy="803466"/>
                <a:chOff x="0" y="4340034"/>
                <a:chExt cx="10436575" cy="803466"/>
              </a:xfrm>
            </p:grpSpPr>
            <p:sp>
              <p:nvSpPr>
                <p:cNvPr id="3489" name="Google Shape;3489;p53"/>
                <p:cNvSpPr/>
                <p:nvPr/>
              </p:nvSpPr>
              <p:spPr>
                <a:xfrm rot="10800000">
                  <a:off x="2007684" y="4340034"/>
                  <a:ext cx="2007666" cy="803466"/>
                </a:xfrm>
                <a:prstGeom prst="flowChartDocument">
                  <a:avLst/>
                </a:pr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490" name="Google Shape;3490;p53"/>
                <p:cNvSpPr/>
                <p:nvPr/>
              </p:nvSpPr>
              <p:spPr>
                <a:xfrm rot="10800000" flipH="1">
                  <a:off x="0" y="4340034"/>
                  <a:ext cx="2007666" cy="803466"/>
                </a:xfrm>
                <a:prstGeom prst="flowChartDocument">
                  <a:avLst/>
                </a:pr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491" name="Google Shape;3491;p53"/>
                <p:cNvSpPr/>
                <p:nvPr/>
              </p:nvSpPr>
              <p:spPr>
                <a:xfrm rot="10800000">
                  <a:off x="5184834" y="4340034"/>
                  <a:ext cx="2007666" cy="803466"/>
                </a:xfrm>
                <a:prstGeom prst="flowChartDocument">
                  <a:avLst/>
                </a:pr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492" name="Google Shape;3492;p53"/>
                <p:cNvSpPr/>
                <p:nvPr/>
              </p:nvSpPr>
              <p:spPr>
                <a:xfrm rot="10800000" flipH="1">
                  <a:off x="3177150" y="4340034"/>
                  <a:ext cx="2007666" cy="803466"/>
                </a:xfrm>
                <a:prstGeom prst="flowChartDocument">
                  <a:avLst/>
                </a:pr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493" name="Google Shape;3493;p53"/>
                <p:cNvSpPr/>
                <p:nvPr/>
              </p:nvSpPr>
              <p:spPr>
                <a:xfrm rot="10800000">
                  <a:off x="8428909" y="4340034"/>
                  <a:ext cx="2007666" cy="803466"/>
                </a:xfrm>
                <a:prstGeom prst="flowChartDocument">
                  <a:avLst/>
                </a:pr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494" name="Google Shape;3494;p53"/>
                <p:cNvSpPr/>
                <p:nvPr/>
              </p:nvSpPr>
              <p:spPr>
                <a:xfrm rot="10800000" flipH="1">
                  <a:off x="6421225" y="4340034"/>
                  <a:ext cx="2007666" cy="803466"/>
                </a:xfrm>
                <a:prstGeom prst="flowChartDocument">
                  <a:avLst/>
                </a:pr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495" name="Google Shape;3495;p53"/>
              <p:cNvGrpSpPr/>
              <p:nvPr/>
            </p:nvGrpSpPr>
            <p:grpSpPr>
              <a:xfrm>
                <a:off x="5626174" y="3708930"/>
                <a:ext cx="3744134" cy="679586"/>
                <a:chOff x="1884966" y="3315239"/>
                <a:chExt cx="1740486" cy="315910"/>
              </a:xfrm>
            </p:grpSpPr>
            <p:sp>
              <p:nvSpPr>
                <p:cNvPr id="3496" name="Google Shape;3496;p53"/>
                <p:cNvSpPr/>
                <p:nvPr/>
              </p:nvSpPr>
              <p:spPr>
                <a:xfrm>
                  <a:off x="2056068" y="3353116"/>
                  <a:ext cx="191789" cy="2312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97" h="9874" extrusionOk="0">
                      <a:moveTo>
                        <a:pt x="7172" y="1"/>
                      </a:moveTo>
                      <a:lnTo>
                        <a:pt x="7172" y="1"/>
                      </a:lnTo>
                      <a:cubicBezTo>
                        <a:pt x="4099" y="1599"/>
                        <a:pt x="3892" y="4964"/>
                        <a:pt x="3523" y="7464"/>
                      </a:cubicBezTo>
                      <a:cubicBezTo>
                        <a:pt x="3359" y="5580"/>
                        <a:pt x="2090" y="985"/>
                        <a:pt x="0" y="616"/>
                      </a:cubicBezTo>
                      <a:lnTo>
                        <a:pt x="0" y="616"/>
                      </a:lnTo>
                      <a:cubicBezTo>
                        <a:pt x="2705" y="2746"/>
                        <a:pt x="1844" y="9874"/>
                        <a:pt x="1844" y="9874"/>
                      </a:cubicBezTo>
                      <a:lnTo>
                        <a:pt x="7909" y="9874"/>
                      </a:lnTo>
                      <a:cubicBezTo>
                        <a:pt x="8196" y="7044"/>
                        <a:pt x="7172" y="3279"/>
                        <a:pt x="7172" y="3278"/>
                      </a:cubicBezTo>
                      <a:lnTo>
                        <a:pt x="7172" y="3278"/>
                      </a:lnTo>
                      <a:cubicBezTo>
                        <a:pt x="7172" y="3279"/>
                        <a:pt x="7295" y="6966"/>
                        <a:pt x="5819" y="7704"/>
                      </a:cubicBezTo>
                      <a:cubicBezTo>
                        <a:pt x="5123" y="6351"/>
                        <a:pt x="5328" y="2131"/>
                        <a:pt x="7172" y="1"/>
                      </a:cubicBezTo>
                      <a:close/>
                    </a:path>
                  </a:pathLst>
                </a:cu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497" name="Google Shape;3497;p53"/>
                <p:cNvSpPr/>
                <p:nvPr/>
              </p:nvSpPr>
              <p:spPr>
                <a:xfrm>
                  <a:off x="2378304" y="3315239"/>
                  <a:ext cx="217878" cy="2674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312" h="11416" extrusionOk="0">
                      <a:moveTo>
                        <a:pt x="1" y="0"/>
                      </a:moveTo>
                      <a:lnTo>
                        <a:pt x="1" y="0"/>
                      </a:lnTo>
                      <a:cubicBezTo>
                        <a:pt x="5510" y="2559"/>
                        <a:pt x="2346" y="11416"/>
                        <a:pt x="2346" y="11416"/>
                      </a:cubicBezTo>
                      <a:lnTo>
                        <a:pt x="7642" y="11416"/>
                      </a:lnTo>
                      <a:cubicBezTo>
                        <a:pt x="7642" y="11416"/>
                        <a:pt x="5118" y="3709"/>
                        <a:pt x="9312" y="1102"/>
                      </a:cubicBezTo>
                      <a:lnTo>
                        <a:pt x="9312" y="1102"/>
                      </a:lnTo>
                      <a:cubicBezTo>
                        <a:pt x="6368" y="1913"/>
                        <a:pt x="5407" y="4656"/>
                        <a:pt x="5300" y="9241"/>
                      </a:cubicBezTo>
                      <a:cubicBezTo>
                        <a:pt x="4768" y="2950"/>
                        <a:pt x="2098" y="533"/>
                        <a:pt x="1" y="0"/>
                      </a:cubicBezTo>
                      <a:close/>
                    </a:path>
                  </a:pathLst>
                </a:cu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498" name="Google Shape;3498;p53"/>
                <p:cNvSpPr/>
                <p:nvPr/>
              </p:nvSpPr>
              <p:spPr>
                <a:xfrm>
                  <a:off x="3442975" y="3378885"/>
                  <a:ext cx="182477" cy="2239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99" h="9560" extrusionOk="0">
                      <a:moveTo>
                        <a:pt x="7799" y="0"/>
                      </a:moveTo>
                      <a:lnTo>
                        <a:pt x="7799" y="0"/>
                      </a:lnTo>
                      <a:cubicBezTo>
                        <a:pt x="6042" y="447"/>
                        <a:pt x="3806" y="2471"/>
                        <a:pt x="3360" y="7739"/>
                      </a:cubicBezTo>
                      <a:cubicBezTo>
                        <a:pt x="3271" y="3901"/>
                        <a:pt x="2466" y="1603"/>
                        <a:pt x="0" y="923"/>
                      </a:cubicBezTo>
                      <a:lnTo>
                        <a:pt x="0" y="923"/>
                      </a:lnTo>
                      <a:cubicBezTo>
                        <a:pt x="3513" y="3107"/>
                        <a:pt x="1399" y="9560"/>
                        <a:pt x="1399" y="9560"/>
                      </a:cubicBezTo>
                      <a:lnTo>
                        <a:pt x="5835" y="9560"/>
                      </a:lnTo>
                      <a:cubicBezTo>
                        <a:pt x="5835" y="9560"/>
                        <a:pt x="3186" y="2144"/>
                        <a:pt x="7799" y="0"/>
                      </a:cubicBezTo>
                      <a:close/>
                    </a:path>
                  </a:pathLst>
                </a:cu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499" name="Google Shape;3499;p53"/>
                <p:cNvSpPr/>
                <p:nvPr/>
              </p:nvSpPr>
              <p:spPr>
                <a:xfrm>
                  <a:off x="2321682" y="3399054"/>
                  <a:ext cx="152388" cy="183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13" h="7838" extrusionOk="0">
                      <a:moveTo>
                        <a:pt x="6513" y="0"/>
                      </a:moveTo>
                      <a:lnTo>
                        <a:pt x="6513" y="0"/>
                      </a:lnTo>
                      <a:cubicBezTo>
                        <a:pt x="2237" y="1667"/>
                        <a:pt x="2572" y="6951"/>
                        <a:pt x="2572" y="6951"/>
                      </a:cubicBezTo>
                      <a:cubicBezTo>
                        <a:pt x="2572" y="6951"/>
                        <a:pt x="1771" y="2944"/>
                        <a:pt x="3140" y="1174"/>
                      </a:cubicBezTo>
                      <a:lnTo>
                        <a:pt x="3140" y="1174"/>
                      </a:lnTo>
                      <a:cubicBezTo>
                        <a:pt x="1" y="2977"/>
                        <a:pt x="1069" y="7838"/>
                        <a:pt x="1069" y="7838"/>
                      </a:cubicBezTo>
                      <a:lnTo>
                        <a:pt x="1069" y="7837"/>
                      </a:lnTo>
                      <a:lnTo>
                        <a:pt x="5578" y="7837"/>
                      </a:lnTo>
                      <a:cubicBezTo>
                        <a:pt x="5578" y="7837"/>
                        <a:pt x="3707" y="3277"/>
                        <a:pt x="6513" y="0"/>
                      </a:cubicBezTo>
                      <a:close/>
                    </a:path>
                  </a:pathLst>
                </a:cu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00" name="Google Shape;3500;p53"/>
                <p:cNvSpPr/>
                <p:nvPr/>
              </p:nvSpPr>
              <p:spPr>
                <a:xfrm>
                  <a:off x="1884966" y="3376942"/>
                  <a:ext cx="164414" cy="2542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7" h="10852" extrusionOk="0">
                      <a:moveTo>
                        <a:pt x="7027" y="0"/>
                      </a:moveTo>
                      <a:lnTo>
                        <a:pt x="7027" y="0"/>
                      </a:lnTo>
                      <a:cubicBezTo>
                        <a:pt x="3755" y="1988"/>
                        <a:pt x="2954" y="9623"/>
                        <a:pt x="2954" y="9623"/>
                      </a:cubicBezTo>
                      <a:cubicBezTo>
                        <a:pt x="2954" y="9623"/>
                        <a:pt x="1950" y="2100"/>
                        <a:pt x="1" y="1563"/>
                      </a:cubicBezTo>
                      <a:lnTo>
                        <a:pt x="1" y="1563"/>
                      </a:lnTo>
                      <a:cubicBezTo>
                        <a:pt x="2751" y="6649"/>
                        <a:pt x="831" y="10852"/>
                        <a:pt x="831" y="10852"/>
                      </a:cubicBezTo>
                      <a:lnTo>
                        <a:pt x="5468" y="10852"/>
                      </a:lnTo>
                      <a:cubicBezTo>
                        <a:pt x="5468" y="10852"/>
                        <a:pt x="2924" y="5144"/>
                        <a:pt x="7027" y="0"/>
                      </a:cubicBezTo>
                      <a:close/>
                    </a:path>
                  </a:pathLst>
                </a:cu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501" name="Google Shape;3501;p53"/>
              <p:cNvGrpSpPr/>
              <p:nvPr/>
            </p:nvGrpSpPr>
            <p:grpSpPr>
              <a:xfrm>
                <a:off x="2756177" y="3751587"/>
                <a:ext cx="817627" cy="575245"/>
                <a:chOff x="1359348" y="3315224"/>
                <a:chExt cx="479856" cy="337625"/>
              </a:xfrm>
            </p:grpSpPr>
            <p:sp>
              <p:nvSpPr>
                <p:cNvPr id="3502" name="Google Shape;3502;p53"/>
                <p:cNvSpPr/>
                <p:nvPr/>
              </p:nvSpPr>
              <p:spPr>
                <a:xfrm>
                  <a:off x="1468343" y="3315224"/>
                  <a:ext cx="275108" cy="33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58" h="14413" extrusionOk="0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6955" y="3231"/>
                        <a:pt x="2962" y="14412"/>
                        <a:pt x="2962" y="14412"/>
                      </a:cubicBezTo>
                      <a:lnTo>
                        <a:pt x="9648" y="14412"/>
                      </a:lnTo>
                      <a:cubicBezTo>
                        <a:pt x="9648" y="14412"/>
                        <a:pt x="6461" y="4682"/>
                        <a:pt x="11757" y="1391"/>
                      </a:cubicBezTo>
                      <a:lnTo>
                        <a:pt x="11757" y="1391"/>
                      </a:lnTo>
                      <a:cubicBezTo>
                        <a:pt x="8039" y="2415"/>
                        <a:pt x="6825" y="5880"/>
                        <a:pt x="6691" y="11668"/>
                      </a:cubicBezTo>
                      <a:cubicBezTo>
                        <a:pt x="6018" y="3724"/>
                        <a:pt x="2648" y="673"/>
                        <a:pt x="0" y="0"/>
                      </a:cubicBezTo>
                      <a:close/>
                    </a:path>
                  </a:pathLst>
                </a:cu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03" name="Google Shape;3503;p53"/>
                <p:cNvSpPr/>
                <p:nvPr/>
              </p:nvSpPr>
              <p:spPr>
                <a:xfrm>
                  <a:off x="1359348" y="3412664"/>
                  <a:ext cx="192374" cy="2318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22" h="9896" extrusionOk="0">
                      <a:moveTo>
                        <a:pt x="8222" y="1"/>
                      </a:moveTo>
                      <a:lnTo>
                        <a:pt x="8222" y="1"/>
                      </a:lnTo>
                      <a:cubicBezTo>
                        <a:pt x="2825" y="2105"/>
                        <a:pt x="3247" y="8774"/>
                        <a:pt x="3247" y="8774"/>
                      </a:cubicBezTo>
                      <a:cubicBezTo>
                        <a:pt x="3247" y="8774"/>
                        <a:pt x="2235" y="3716"/>
                        <a:pt x="3963" y="1482"/>
                      </a:cubicBezTo>
                      <a:lnTo>
                        <a:pt x="3963" y="1482"/>
                      </a:lnTo>
                      <a:cubicBezTo>
                        <a:pt x="1" y="3758"/>
                        <a:pt x="1350" y="9895"/>
                        <a:pt x="1350" y="9895"/>
                      </a:cubicBezTo>
                      <a:lnTo>
                        <a:pt x="1350" y="9894"/>
                      </a:lnTo>
                      <a:lnTo>
                        <a:pt x="7041" y="9894"/>
                      </a:lnTo>
                      <a:cubicBezTo>
                        <a:pt x="7041" y="9894"/>
                        <a:pt x="4682" y="4138"/>
                        <a:pt x="8222" y="1"/>
                      </a:cubicBezTo>
                      <a:close/>
                    </a:path>
                  </a:pathLst>
                </a:cu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04" name="Google Shape;3504;p53"/>
                <p:cNvSpPr/>
                <p:nvPr/>
              </p:nvSpPr>
              <p:spPr>
                <a:xfrm>
                  <a:off x="1631622" y="3323555"/>
                  <a:ext cx="207583" cy="3209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72" h="13701" extrusionOk="0">
                      <a:moveTo>
                        <a:pt x="8872" y="0"/>
                      </a:moveTo>
                      <a:lnTo>
                        <a:pt x="8872" y="0"/>
                      </a:lnTo>
                      <a:cubicBezTo>
                        <a:pt x="4741" y="2510"/>
                        <a:pt x="3730" y="12147"/>
                        <a:pt x="3730" y="12147"/>
                      </a:cubicBezTo>
                      <a:cubicBezTo>
                        <a:pt x="3730" y="12147"/>
                        <a:pt x="2463" y="2651"/>
                        <a:pt x="1" y="1973"/>
                      </a:cubicBezTo>
                      <a:lnTo>
                        <a:pt x="1" y="1973"/>
                      </a:lnTo>
                      <a:cubicBezTo>
                        <a:pt x="3473" y="8392"/>
                        <a:pt x="1049" y="13699"/>
                        <a:pt x="1049" y="13699"/>
                      </a:cubicBezTo>
                      <a:lnTo>
                        <a:pt x="6905" y="13700"/>
                      </a:lnTo>
                      <a:cubicBezTo>
                        <a:pt x="6905" y="13700"/>
                        <a:pt x="3693" y="6494"/>
                        <a:pt x="8872" y="0"/>
                      </a:cubicBezTo>
                      <a:close/>
                    </a:path>
                  </a:pathLst>
                </a:custGeom>
                <a:solidFill>
                  <a:srgbClr val="909E30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505" name="Google Shape;3505;p53"/>
            <p:cNvGrpSpPr/>
            <p:nvPr/>
          </p:nvGrpSpPr>
          <p:grpSpPr>
            <a:xfrm>
              <a:off x="-946814" y="3418592"/>
              <a:ext cx="10434976" cy="1823968"/>
              <a:chOff x="-644639" y="3319532"/>
              <a:chExt cx="10434976" cy="1823968"/>
            </a:xfrm>
          </p:grpSpPr>
          <p:grpSp>
            <p:nvGrpSpPr>
              <p:cNvPr id="3506" name="Google Shape;3506;p53"/>
              <p:cNvGrpSpPr/>
              <p:nvPr/>
            </p:nvGrpSpPr>
            <p:grpSpPr>
              <a:xfrm>
                <a:off x="-644639" y="4340034"/>
                <a:ext cx="10434976" cy="803466"/>
                <a:chOff x="1599" y="4340034"/>
                <a:chExt cx="10434976" cy="803466"/>
              </a:xfrm>
            </p:grpSpPr>
            <p:sp>
              <p:nvSpPr>
                <p:cNvPr id="3507" name="Google Shape;3507;p53"/>
                <p:cNvSpPr/>
                <p:nvPr/>
              </p:nvSpPr>
              <p:spPr>
                <a:xfrm rot="10800000">
                  <a:off x="2007684" y="4340034"/>
                  <a:ext cx="2007666" cy="803466"/>
                </a:xfrm>
                <a:prstGeom prst="flowChartDocumen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08" name="Google Shape;3508;p53"/>
                <p:cNvSpPr/>
                <p:nvPr/>
              </p:nvSpPr>
              <p:spPr>
                <a:xfrm rot="10800000" flipH="1">
                  <a:off x="1599" y="4340034"/>
                  <a:ext cx="2007666" cy="803466"/>
                </a:xfrm>
                <a:prstGeom prst="flowChartDocumen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09" name="Google Shape;3509;p53"/>
                <p:cNvSpPr/>
                <p:nvPr/>
              </p:nvSpPr>
              <p:spPr>
                <a:xfrm rot="10800000">
                  <a:off x="5184834" y="4340034"/>
                  <a:ext cx="2007666" cy="803466"/>
                </a:xfrm>
                <a:prstGeom prst="flowChartDocumen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10" name="Google Shape;3510;p53"/>
                <p:cNvSpPr/>
                <p:nvPr/>
              </p:nvSpPr>
              <p:spPr>
                <a:xfrm rot="10800000" flipH="1">
                  <a:off x="3177150" y="4340034"/>
                  <a:ext cx="2007666" cy="803466"/>
                </a:xfrm>
                <a:prstGeom prst="flowChartDocumen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11" name="Google Shape;3511;p53"/>
                <p:cNvSpPr/>
                <p:nvPr/>
              </p:nvSpPr>
              <p:spPr>
                <a:xfrm rot="10800000">
                  <a:off x="8428909" y="4340034"/>
                  <a:ext cx="2007666" cy="803466"/>
                </a:xfrm>
                <a:prstGeom prst="flowChartDocumen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12" name="Google Shape;3512;p53"/>
                <p:cNvSpPr/>
                <p:nvPr/>
              </p:nvSpPr>
              <p:spPr>
                <a:xfrm rot="10800000" flipH="1">
                  <a:off x="6421225" y="4340034"/>
                  <a:ext cx="2007666" cy="803466"/>
                </a:xfrm>
                <a:prstGeom prst="flowChartDocumen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513" name="Google Shape;3513;p53"/>
              <p:cNvGrpSpPr/>
              <p:nvPr/>
            </p:nvGrpSpPr>
            <p:grpSpPr>
              <a:xfrm>
                <a:off x="495849" y="3438083"/>
                <a:ext cx="8412075" cy="1069271"/>
                <a:chOff x="549142" y="3038581"/>
                <a:chExt cx="3910410" cy="497058"/>
              </a:xfrm>
            </p:grpSpPr>
            <p:sp>
              <p:nvSpPr>
                <p:cNvPr id="3514" name="Google Shape;3514;p53"/>
                <p:cNvSpPr/>
                <p:nvPr/>
              </p:nvSpPr>
              <p:spPr>
                <a:xfrm>
                  <a:off x="549142" y="3038581"/>
                  <a:ext cx="152388" cy="183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13" h="7838" extrusionOk="0">
                      <a:moveTo>
                        <a:pt x="6513" y="0"/>
                      </a:moveTo>
                      <a:lnTo>
                        <a:pt x="6513" y="0"/>
                      </a:lnTo>
                      <a:cubicBezTo>
                        <a:pt x="2237" y="1667"/>
                        <a:pt x="2572" y="6951"/>
                        <a:pt x="2572" y="6951"/>
                      </a:cubicBezTo>
                      <a:cubicBezTo>
                        <a:pt x="2572" y="6951"/>
                        <a:pt x="1771" y="2944"/>
                        <a:pt x="3140" y="1174"/>
                      </a:cubicBezTo>
                      <a:lnTo>
                        <a:pt x="3140" y="1174"/>
                      </a:lnTo>
                      <a:cubicBezTo>
                        <a:pt x="1" y="2977"/>
                        <a:pt x="1069" y="7838"/>
                        <a:pt x="1069" y="7838"/>
                      </a:cubicBezTo>
                      <a:lnTo>
                        <a:pt x="1069" y="7837"/>
                      </a:lnTo>
                      <a:lnTo>
                        <a:pt x="5578" y="7837"/>
                      </a:lnTo>
                      <a:cubicBezTo>
                        <a:pt x="5578" y="7837"/>
                        <a:pt x="3707" y="3277"/>
                        <a:pt x="6513" y="0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15" name="Google Shape;3515;p53"/>
                <p:cNvSpPr/>
                <p:nvPr/>
              </p:nvSpPr>
              <p:spPr>
                <a:xfrm>
                  <a:off x="4295138" y="3281431"/>
                  <a:ext cx="164414" cy="2542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7" h="10852" extrusionOk="0">
                      <a:moveTo>
                        <a:pt x="7027" y="0"/>
                      </a:moveTo>
                      <a:lnTo>
                        <a:pt x="7027" y="0"/>
                      </a:lnTo>
                      <a:cubicBezTo>
                        <a:pt x="3755" y="1988"/>
                        <a:pt x="2954" y="9623"/>
                        <a:pt x="2954" y="9623"/>
                      </a:cubicBezTo>
                      <a:cubicBezTo>
                        <a:pt x="2954" y="9623"/>
                        <a:pt x="1950" y="2100"/>
                        <a:pt x="1" y="1563"/>
                      </a:cubicBezTo>
                      <a:lnTo>
                        <a:pt x="1" y="1563"/>
                      </a:lnTo>
                      <a:cubicBezTo>
                        <a:pt x="2751" y="6649"/>
                        <a:pt x="831" y="10852"/>
                        <a:pt x="831" y="10852"/>
                      </a:cubicBezTo>
                      <a:lnTo>
                        <a:pt x="5468" y="10852"/>
                      </a:lnTo>
                      <a:cubicBezTo>
                        <a:pt x="5468" y="10852"/>
                        <a:pt x="2924" y="5144"/>
                        <a:pt x="7027" y="0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516" name="Google Shape;3516;p53"/>
              <p:cNvGrpSpPr/>
              <p:nvPr/>
            </p:nvGrpSpPr>
            <p:grpSpPr>
              <a:xfrm>
                <a:off x="140429" y="3319532"/>
                <a:ext cx="668896" cy="1202013"/>
                <a:chOff x="1240409" y="2938988"/>
                <a:chExt cx="392568" cy="705489"/>
              </a:xfrm>
            </p:grpSpPr>
            <p:sp>
              <p:nvSpPr>
                <p:cNvPr id="3517" name="Google Shape;3517;p53"/>
                <p:cNvSpPr/>
                <p:nvPr/>
              </p:nvSpPr>
              <p:spPr>
                <a:xfrm>
                  <a:off x="1357869" y="3306853"/>
                  <a:ext cx="275108" cy="33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58" h="14413" extrusionOk="0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6955" y="3231"/>
                        <a:pt x="2962" y="14412"/>
                        <a:pt x="2962" y="14412"/>
                      </a:cubicBezTo>
                      <a:lnTo>
                        <a:pt x="9648" y="14412"/>
                      </a:lnTo>
                      <a:cubicBezTo>
                        <a:pt x="9648" y="14412"/>
                        <a:pt x="6461" y="4682"/>
                        <a:pt x="11757" y="1391"/>
                      </a:cubicBezTo>
                      <a:lnTo>
                        <a:pt x="11757" y="1391"/>
                      </a:lnTo>
                      <a:cubicBezTo>
                        <a:pt x="8039" y="2415"/>
                        <a:pt x="6825" y="5880"/>
                        <a:pt x="6691" y="11668"/>
                      </a:cubicBezTo>
                      <a:cubicBezTo>
                        <a:pt x="6018" y="3724"/>
                        <a:pt x="2648" y="673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18" name="Google Shape;3518;p53"/>
                <p:cNvSpPr/>
                <p:nvPr/>
              </p:nvSpPr>
              <p:spPr>
                <a:xfrm>
                  <a:off x="1286413" y="3412664"/>
                  <a:ext cx="192374" cy="2318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22" h="9896" extrusionOk="0">
                      <a:moveTo>
                        <a:pt x="8222" y="1"/>
                      </a:moveTo>
                      <a:lnTo>
                        <a:pt x="8222" y="1"/>
                      </a:lnTo>
                      <a:cubicBezTo>
                        <a:pt x="2825" y="2105"/>
                        <a:pt x="3247" y="8774"/>
                        <a:pt x="3247" y="8774"/>
                      </a:cubicBezTo>
                      <a:cubicBezTo>
                        <a:pt x="3247" y="8774"/>
                        <a:pt x="2235" y="3716"/>
                        <a:pt x="3963" y="1482"/>
                      </a:cubicBezTo>
                      <a:lnTo>
                        <a:pt x="3963" y="1482"/>
                      </a:lnTo>
                      <a:cubicBezTo>
                        <a:pt x="1" y="3758"/>
                        <a:pt x="1350" y="9895"/>
                        <a:pt x="1350" y="9895"/>
                      </a:cubicBezTo>
                      <a:lnTo>
                        <a:pt x="1350" y="9894"/>
                      </a:lnTo>
                      <a:lnTo>
                        <a:pt x="7041" y="9894"/>
                      </a:lnTo>
                      <a:cubicBezTo>
                        <a:pt x="7041" y="9894"/>
                        <a:pt x="4682" y="4138"/>
                        <a:pt x="8222" y="1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19" name="Google Shape;3519;p53"/>
                <p:cNvSpPr/>
                <p:nvPr/>
              </p:nvSpPr>
              <p:spPr>
                <a:xfrm>
                  <a:off x="1240409" y="2938988"/>
                  <a:ext cx="207583" cy="3209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72" h="13701" extrusionOk="0">
                      <a:moveTo>
                        <a:pt x="8872" y="0"/>
                      </a:moveTo>
                      <a:lnTo>
                        <a:pt x="8872" y="0"/>
                      </a:lnTo>
                      <a:cubicBezTo>
                        <a:pt x="4741" y="2510"/>
                        <a:pt x="3730" y="12147"/>
                        <a:pt x="3730" y="12147"/>
                      </a:cubicBezTo>
                      <a:cubicBezTo>
                        <a:pt x="3730" y="12147"/>
                        <a:pt x="2463" y="2651"/>
                        <a:pt x="1" y="1973"/>
                      </a:cubicBezTo>
                      <a:lnTo>
                        <a:pt x="1" y="1973"/>
                      </a:lnTo>
                      <a:cubicBezTo>
                        <a:pt x="3473" y="8392"/>
                        <a:pt x="1049" y="13699"/>
                        <a:pt x="1049" y="13699"/>
                      </a:cubicBezTo>
                      <a:lnTo>
                        <a:pt x="6905" y="13700"/>
                      </a:lnTo>
                      <a:cubicBezTo>
                        <a:pt x="6905" y="13700"/>
                        <a:pt x="3693" y="6494"/>
                        <a:pt x="8872" y="0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520" name="Google Shape;3520;p53"/>
              <p:cNvGrpSpPr/>
              <p:nvPr/>
            </p:nvGrpSpPr>
            <p:grpSpPr>
              <a:xfrm>
                <a:off x="8434115" y="3513980"/>
                <a:ext cx="1099839" cy="1007604"/>
                <a:chOff x="1393857" y="3053115"/>
                <a:chExt cx="645483" cy="591386"/>
              </a:xfrm>
            </p:grpSpPr>
            <p:sp>
              <p:nvSpPr>
                <p:cNvPr id="3521" name="Google Shape;3521;p53"/>
                <p:cNvSpPr/>
                <p:nvPr/>
              </p:nvSpPr>
              <p:spPr>
                <a:xfrm>
                  <a:off x="1586227" y="3306853"/>
                  <a:ext cx="275108" cy="33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58" h="14413" extrusionOk="0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6955" y="3231"/>
                        <a:pt x="2962" y="14412"/>
                        <a:pt x="2962" y="14412"/>
                      </a:cubicBezTo>
                      <a:lnTo>
                        <a:pt x="9648" y="14412"/>
                      </a:lnTo>
                      <a:cubicBezTo>
                        <a:pt x="9648" y="14412"/>
                        <a:pt x="6461" y="4682"/>
                        <a:pt x="11757" y="1391"/>
                      </a:cubicBezTo>
                      <a:lnTo>
                        <a:pt x="11757" y="1391"/>
                      </a:lnTo>
                      <a:cubicBezTo>
                        <a:pt x="8039" y="2415"/>
                        <a:pt x="6825" y="5880"/>
                        <a:pt x="6691" y="11668"/>
                      </a:cubicBezTo>
                      <a:cubicBezTo>
                        <a:pt x="6018" y="3724"/>
                        <a:pt x="2648" y="673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22" name="Google Shape;3522;p53"/>
                <p:cNvSpPr/>
                <p:nvPr/>
              </p:nvSpPr>
              <p:spPr>
                <a:xfrm>
                  <a:off x="1393857" y="3053115"/>
                  <a:ext cx="192374" cy="2318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22" h="9896" extrusionOk="0">
                      <a:moveTo>
                        <a:pt x="8222" y="1"/>
                      </a:moveTo>
                      <a:lnTo>
                        <a:pt x="8222" y="1"/>
                      </a:lnTo>
                      <a:cubicBezTo>
                        <a:pt x="2825" y="2105"/>
                        <a:pt x="3247" y="8774"/>
                        <a:pt x="3247" y="8774"/>
                      </a:cubicBezTo>
                      <a:cubicBezTo>
                        <a:pt x="3247" y="8774"/>
                        <a:pt x="2235" y="3716"/>
                        <a:pt x="3963" y="1482"/>
                      </a:cubicBezTo>
                      <a:lnTo>
                        <a:pt x="3963" y="1482"/>
                      </a:lnTo>
                      <a:cubicBezTo>
                        <a:pt x="1" y="3758"/>
                        <a:pt x="1350" y="9895"/>
                        <a:pt x="1350" y="9895"/>
                      </a:cubicBezTo>
                      <a:lnTo>
                        <a:pt x="1350" y="9894"/>
                      </a:lnTo>
                      <a:lnTo>
                        <a:pt x="7041" y="9894"/>
                      </a:lnTo>
                      <a:cubicBezTo>
                        <a:pt x="7041" y="9894"/>
                        <a:pt x="4682" y="4138"/>
                        <a:pt x="8222" y="1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523" name="Google Shape;3523;p53"/>
                <p:cNvSpPr/>
                <p:nvPr/>
              </p:nvSpPr>
              <p:spPr>
                <a:xfrm>
                  <a:off x="1831758" y="3323555"/>
                  <a:ext cx="207583" cy="3209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72" h="13701" extrusionOk="0">
                      <a:moveTo>
                        <a:pt x="8872" y="0"/>
                      </a:moveTo>
                      <a:lnTo>
                        <a:pt x="8872" y="0"/>
                      </a:lnTo>
                      <a:cubicBezTo>
                        <a:pt x="4741" y="2510"/>
                        <a:pt x="3730" y="12147"/>
                        <a:pt x="3730" y="12147"/>
                      </a:cubicBezTo>
                      <a:cubicBezTo>
                        <a:pt x="3730" y="12147"/>
                        <a:pt x="2463" y="2651"/>
                        <a:pt x="1" y="1973"/>
                      </a:cubicBezTo>
                      <a:lnTo>
                        <a:pt x="1" y="1973"/>
                      </a:lnTo>
                      <a:cubicBezTo>
                        <a:pt x="3473" y="8392"/>
                        <a:pt x="1049" y="13699"/>
                        <a:pt x="1049" y="13699"/>
                      </a:cubicBezTo>
                      <a:lnTo>
                        <a:pt x="6905" y="13700"/>
                      </a:lnTo>
                      <a:cubicBezTo>
                        <a:pt x="6905" y="13700"/>
                        <a:pt x="3693" y="6494"/>
                        <a:pt x="8872" y="0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sp>
        <p:nvSpPr>
          <p:cNvPr id="3524" name="Google Shape;3524;p53"/>
          <p:cNvSpPr txBox="1">
            <a:spLocks noGrp="1"/>
          </p:cNvSpPr>
          <p:nvPr>
            <p:ph type="title"/>
          </p:nvPr>
        </p:nvSpPr>
        <p:spPr>
          <a:xfrm>
            <a:off x="720000" y="404536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b="1" dirty="0"/>
              <a:t>LIVE DEMO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ster's Degree in Remotely Piloted Aircraft System (RPAS) and drones by Slidesgo">
  <a:themeElements>
    <a:clrScheme name="Simple Light">
      <a:dk1>
        <a:srgbClr val="000000"/>
      </a:dk1>
      <a:lt1>
        <a:srgbClr val="DBE3EF"/>
      </a:lt1>
      <a:dk2>
        <a:srgbClr val="565656"/>
      </a:dk2>
      <a:lt2>
        <a:srgbClr val="66555E"/>
      </a:lt2>
      <a:accent1>
        <a:srgbClr val="FFFFFF"/>
      </a:accent1>
      <a:accent2>
        <a:srgbClr val="7A9CC4"/>
      </a:accent2>
      <a:accent3>
        <a:srgbClr val="F9CF5A"/>
      </a:accent3>
      <a:accent4>
        <a:srgbClr val="EC9836"/>
      </a:accent4>
      <a:accent5>
        <a:srgbClr val="B4B73D"/>
      </a:accent5>
      <a:accent6>
        <a:srgbClr val="909E30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892</TotalTime>
  <Words>114</Words>
  <Application>Microsoft Office PowerPoint</Application>
  <PresentationFormat>On-screen Show (16:9)</PresentationFormat>
  <Paragraphs>34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Bebas Neue</vt:lpstr>
      <vt:lpstr>Arial</vt:lpstr>
      <vt:lpstr>Lato</vt:lpstr>
      <vt:lpstr>Alatsi</vt:lpstr>
      <vt:lpstr>Archivo</vt:lpstr>
      <vt:lpstr>Master's Degree in Remotely Piloted Aircraft System (RPAS) and drones by Slidesgo</vt:lpstr>
      <vt:lpstr>Gesture-Based Drone Control AeroMind System</vt:lpstr>
      <vt:lpstr>01</vt:lpstr>
      <vt:lpstr>SOLUTION</vt:lpstr>
      <vt:lpstr>System Architecture</vt:lpstr>
      <vt:lpstr>0.40</vt:lpstr>
      <vt:lpstr>LIVE DEMO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El Sayed, Jihad</cp:lastModifiedBy>
  <cp:revision>11</cp:revision>
  <dcterms:modified xsi:type="dcterms:W3CDTF">2026-04-14T17:50:38Z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e7542bc-63e5-412b-b0a0-d9586028a7d0_Enabled">
    <vt:lpwstr>true</vt:lpwstr>
  </property>
  <property fmtid="{D5CDD505-2E9C-101B-9397-08002B2CF9AE}" pid="3" name="MSIP_Label_ae7542bc-63e5-412b-b0a0-d9586028a7d0_SetDate">
    <vt:lpwstr>2026-04-12T23:08:46Z</vt:lpwstr>
  </property>
  <property fmtid="{D5CDD505-2E9C-101B-9397-08002B2CF9AE}" pid="4" name="MSIP_Label_ae7542bc-63e5-412b-b0a0-d9586028a7d0_Method">
    <vt:lpwstr>Standard</vt:lpwstr>
  </property>
  <property fmtid="{D5CDD505-2E9C-101B-9397-08002B2CF9AE}" pid="5" name="MSIP_Label_ae7542bc-63e5-412b-b0a0-d9586028a7d0_Name">
    <vt:lpwstr>Sensitive</vt:lpwstr>
  </property>
  <property fmtid="{D5CDD505-2E9C-101B-9397-08002B2CF9AE}" pid="6" name="MSIP_Label_ae7542bc-63e5-412b-b0a0-d9586028a7d0_SiteId">
    <vt:lpwstr>d8999fe4-76af-40b3-b435-1d8977abc08c</vt:lpwstr>
  </property>
  <property fmtid="{D5CDD505-2E9C-101B-9397-08002B2CF9AE}" pid="7" name="MSIP_Label_ae7542bc-63e5-412b-b0a0-d9586028a7d0_ActionId">
    <vt:lpwstr>87997936-76af-486b-8e66-0d1795b72ede</vt:lpwstr>
  </property>
  <property fmtid="{D5CDD505-2E9C-101B-9397-08002B2CF9AE}" pid="8" name="MSIP_Label_ae7542bc-63e5-412b-b0a0-d9586028a7d0_ContentBits">
    <vt:lpwstr>0</vt:lpwstr>
  </property>
  <property fmtid="{D5CDD505-2E9C-101B-9397-08002B2CF9AE}" pid="9" name="MSIP_Label_ae7542bc-63e5-412b-b0a0-d9586028a7d0_Tag">
    <vt:lpwstr>10, 3, 0, 1</vt:lpwstr>
  </property>
</Properties>
</file>